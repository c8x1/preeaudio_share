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aea828de6c4c6b" /><Relationship Type="http://schemas.openxmlformats.org/officeDocument/2006/relationships/extended-properties" Target="/docProps/app.xml" Id="R7caacefb0db84191" /><Relationship Type="http://schemas.openxmlformats.org/officeDocument/2006/relationships/officeDocument" Target="/ppt/presentation.xml" Id="R7c4e3e77ea1d4dc4" /></Relationships>
</file>

<file path=ppt/presentation.xml><?xml version="1.0" encoding="utf-8"?>
<p:presentation xmlns:p="http://schemas.openxmlformats.org/presentationml/2006/main">
  <p:sldMasterIdLst>
    <p:sldMasterId xmlns:r="http://schemas.openxmlformats.org/officeDocument/2006/relationships" id="2147483648" r:id="R90765c18420d4229"/>
  </p:sldMasterIdLst>
  <p:notesMasterIdLst>
    <p:notesMasterId xmlns:r="http://schemas.openxmlformats.org/officeDocument/2006/relationships" r:id="R50b4d708038f4535"/>
  </p:notesMasterIdLst>
  <p:sldIdLst>
    <p:sldId xmlns:r="http://schemas.openxmlformats.org/officeDocument/2006/relationships" id="256" r:id="R8d86f9c6795a49c1"/>
    <p:sldId xmlns:r="http://schemas.openxmlformats.org/officeDocument/2006/relationships" id="257" r:id="R22152123a13f44bb"/>
    <p:sldId xmlns:r="http://schemas.openxmlformats.org/officeDocument/2006/relationships" id="258" r:id="Rd6d2357f65ab4a6d"/>
    <p:sldId xmlns:r="http://schemas.openxmlformats.org/officeDocument/2006/relationships" id="259" r:id="R8bb726de0cda4a1c"/>
    <p:sldId xmlns:r="http://schemas.openxmlformats.org/officeDocument/2006/relationships" id="260" r:id="R2db971a1c1484c69"/>
    <p:sldId xmlns:r="http://schemas.openxmlformats.org/officeDocument/2006/relationships" id="261" r:id="Rdd1c921181c846a4"/>
    <p:sldId xmlns:r="http://schemas.openxmlformats.org/officeDocument/2006/relationships" id="262" r:id="R98a4fb2bf51a4fee"/>
    <p:sldId xmlns:r="http://schemas.openxmlformats.org/officeDocument/2006/relationships" id="263" r:id="Rb21c0f8e5c754192"/>
    <p:sldId xmlns:r="http://schemas.openxmlformats.org/officeDocument/2006/relationships" id="264" r:id="R287e564f076a4611"/>
    <p:sldId xmlns:r="http://schemas.openxmlformats.org/officeDocument/2006/relationships" id="265" r:id="R5f945e892ad141e3"/>
    <p:sldId xmlns:r="http://schemas.openxmlformats.org/officeDocument/2006/relationships" id="266" r:id="Rfa2d176b74934bfe"/>
    <p:sldId xmlns:r="http://schemas.openxmlformats.org/officeDocument/2006/relationships" id="267" r:id="R35e042a1ac9e4aad"/>
    <p:sldId xmlns:r="http://schemas.openxmlformats.org/officeDocument/2006/relationships" id="268" r:id="Rc5345fc44d964ec2"/>
    <p:sldId xmlns:r="http://schemas.openxmlformats.org/officeDocument/2006/relationships" id="269" r:id="R5c093d2c61b14ad2"/>
    <p:sldId xmlns:r="http://schemas.openxmlformats.org/officeDocument/2006/relationships" id="270" r:id="R07f292719d7948d6"/>
    <p:sldId xmlns:r="http://schemas.openxmlformats.org/officeDocument/2006/relationships" id="271" r:id="Re81793a055ba4c92"/>
    <p:sldId xmlns:r="http://schemas.openxmlformats.org/officeDocument/2006/relationships" id="272" r:id="Rb664433500b64aeb"/>
    <p:sldId xmlns:r="http://schemas.openxmlformats.org/officeDocument/2006/relationships" id="273" r:id="Rac8e44a8c36e4a32"/>
    <p:sldId xmlns:r="http://schemas.openxmlformats.org/officeDocument/2006/relationships" id="274" r:id="R04157df63b6e4c0b"/>
    <p:sldId xmlns:r="http://schemas.openxmlformats.org/officeDocument/2006/relationships" id="275" r:id="R5e16018f48284a9a"/>
    <p:sldId xmlns:r="http://schemas.openxmlformats.org/officeDocument/2006/relationships" id="276" r:id="Rf9628824ebc041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1bc2607b4a4a52" /><Relationship Type="http://schemas.openxmlformats.org/officeDocument/2006/relationships/slideMaster" Target="/ppt/slideMasters/slideMaster1.xml" Id="R90765c18420d4229" /><Relationship Type="http://schemas.openxmlformats.org/officeDocument/2006/relationships/notesMaster" Target="/ppt/notesMasters/notesMaster1.xml" Id="R50b4d708038f4535" /><Relationship Type="http://schemas.openxmlformats.org/officeDocument/2006/relationships/presProps" Target="/ppt/presProps.xml" Id="Rf5ab932205464c63" /><Relationship Type="http://schemas.openxmlformats.org/officeDocument/2006/relationships/tableStyles" Target="/ppt/tableStyles.xml" Id="Rbad2e7a2fdfc4a5c" /><Relationship Type="http://schemas.openxmlformats.org/officeDocument/2006/relationships/slide" Target="/ppt/slides/slide1.xml" Id="R8d86f9c6795a49c1" /><Relationship Type="http://schemas.openxmlformats.org/officeDocument/2006/relationships/slide" Target="/ppt/slides/slide2.xml" Id="R22152123a13f44bb" /><Relationship Type="http://schemas.openxmlformats.org/officeDocument/2006/relationships/slide" Target="/ppt/slides/slide3.xml" Id="Rd6d2357f65ab4a6d" /><Relationship Type="http://schemas.openxmlformats.org/officeDocument/2006/relationships/slide" Target="/ppt/slides/slide4.xml" Id="R8bb726de0cda4a1c" /><Relationship Type="http://schemas.openxmlformats.org/officeDocument/2006/relationships/slide" Target="/ppt/slides/slide5.xml" Id="R2db971a1c1484c69" /><Relationship Type="http://schemas.openxmlformats.org/officeDocument/2006/relationships/slide" Target="/ppt/slides/slide6.xml" Id="Rdd1c921181c846a4" /><Relationship Type="http://schemas.openxmlformats.org/officeDocument/2006/relationships/slide" Target="/ppt/slides/slide7.xml" Id="R98a4fb2bf51a4fee" /><Relationship Type="http://schemas.openxmlformats.org/officeDocument/2006/relationships/slide" Target="/ppt/slides/slide8.xml" Id="Rb21c0f8e5c754192" /><Relationship Type="http://schemas.openxmlformats.org/officeDocument/2006/relationships/slide" Target="/ppt/slides/slide9.xml" Id="R287e564f076a4611" /><Relationship Type="http://schemas.openxmlformats.org/officeDocument/2006/relationships/slide" Target="/ppt/slides/slide10.xml" Id="R5f945e892ad141e3" /><Relationship Type="http://schemas.openxmlformats.org/officeDocument/2006/relationships/slide" Target="/ppt/slides/slide11.xml" Id="Rfa2d176b74934bfe" /><Relationship Type="http://schemas.openxmlformats.org/officeDocument/2006/relationships/slide" Target="/ppt/slides/slide12.xml" Id="R35e042a1ac9e4aad" /><Relationship Type="http://schemas.openxmlformats.org/officeDocument/2006/relationships/slide" Target="/ppt/slides/slide13.xml" Id="Rc5345fc44d964ec2" /><Relationship Type="http://schemas.openxmlformats.org/officeDocument/2006/relationships/slide" Target="/ppt/slides/slide14.xml" Id="R5c093d2c61b14ad2" /><Relationship Type="http://schemas.openxmlformats.org/officeDocument/2006/relationships/slide" Target="/ppt/slides/slide15.xml" Id="R07f292719d7948d6" /><Relationship Type="http://schemas.openxmlformats.org/officeDocument/2006/relationships/slide" Target="/ppt/slides/slide16.xml" Id="Re81793a055ba4c92" /><Relationship Type="http://schemas.openxmlformats.org/officeDocument/2006/relationships/slide" Target="/ppt/slides/slide17.xml" Id="Rb664433500b64aeb" /><Relationship Type="http://schemas.openxmlformats.org/officeDocument/2006/relationships/slide" Target="/ppt/slides/slide18.xml" Id="Rac8e44a8c36e4a32" /><Relationship Type="http://schemas.openxmlformats.org/officeDocument/2006/relationships/slide" Target="/ppt/slides/slide19.xml" Id="R04157df63b6e4c0b" /><Relationship Type="http://schemas.openxmlformats.org/officeDocument/2006/relationships/slide" Target="/ppt/slides/slide20.xml" Id="R5e16018f48284a9a" /><Relationship Type="http://schemas.openxmlformats.org/officeDocument/2006/relationships/slide" Target="/ppt/slides/slide21.xml" Id="Rf9628824ebc041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4f71e2be0043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6184bf75084627" /><Relationship Type="http://schemas.openxmlformats.org/officeDocument/2006/relationships/notesMaster" Target="/ppt/notesMasters/notesMaster1.xml" Id="R91e65ce10f024a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3c191fddd6445c" /><Relationship Type="http://schemas.openxmlformats.org/officeDocument/2006/relationships/notesMaster" Target="/ppt/notesMasters/notesMaster1.xml" Id="R213531b5c2164e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bc00796b8c416f" /><Relationship Type="http://schemas.openxmlformats.org/officeDocument/2006/relationships/notesMaster" Target="/ppt/notesMasters/notesMaster1.xml" Id="R9b866c778ce643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d6702b5a944478" /><Relationship Type="http://schemas.openxmlformats.org/officeDocument/2006/relationships/notesMaster" Target="/ppt/notesMasters/notesMaster1.xml" Id="R647441c225c248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10e3e366804661" /><Relationship Type="http://schemas.openxmlformats.org/officeDocument/2006/relationships/notesMaster" Target="/ppt/notesMasters/notesMaster1.xml" Id="R0d520e7a6b8b46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5aa84df684438e" /><Relationship Type="http://schemas.openxmlformats.org/officeDocument/2006/relationships/notesMaster" Target="/ppt/notesMasters/notesMaster1.xml" Id="R569c8f2b9b8649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c07049b7db4d93" /><Relationship Type="http://schemas.openxmlformats.org/officeDocument/2006/relationships/notesMaster" Target="/ppt/notesMasters/notesMaster1.xml" Id="R6d7d261e5fb649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36ea5c5d41405d" /><Relationship Type="http://schemas.openxmlformats.org/officeDocument/2006/relationships/notesMaster" Target="/ppt/notesMasters/notesMaster1.xml" Id="R96d89b7df73244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c09b4ba8f3408e" /><Relationship Type="http://schemas.openxmlformats.org/officeDocument/2006/relationships/notesMaster" Target="/ppt/notesMasters/notesMaster1.xml" Id="R976b0db08f6f40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0aafa2f1a54c24" /><Relationship Type="http://schemas.openxmlformats.org/officeDocument/2006/relationships/notesMaster" Target="/ppt/notesMasters/notesMaster1.xml" Id="R290ed303075d46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6a29cace714cf7" /><Relationship Type="http://schemas.openxmlformats.org/officeDocument/2006/relationships/notesMaster" Target="/ppt/notesMasters/notesMaster1.xml" Id="R841f764e0f564d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71c0e2fd94460b" /><Relationship Type="http://schemas.openxmlformats.org/officeDocument/2006/relationships/notesMaster" Target="/ppt/notesMasters/notesMaster1.xml" Id="R7021b18323044e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c9dd99f6de44b8" /><Relationship Type="http://schemas.openxmlformats.org/officeDocument/2006/relationships/notesMaster" Target="/ppt/notesMasters/notesMaster1.xml" Id="R92220bb73e0f4d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ee2eb79f354dd5" /><Relationship Type="http://schemas.openxmlformats.org/officeDocument/2006/relationships/notesMaster" Target="/ppt/notesMasters/notesMaster1.xml" Id="R74d2a06d52664c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0c9f8dd50d4b6d" /><Relationship Type="http://schemas.openxmlformats.org/officeDocument/2006/relationships/notesMaster" Target="/ppt/notesMasters/notesMaster1.xml" Id="Re4013379a399433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2e6ffbe94b4dcb" /><Relationship Type="http://schemas.openxmlformats.org/officeDocument/2006/relationships/notesMaster" Target="/ppt/notesMasters/notesMaster1.xml" Id="Ra87e4b5ccbf743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2c92b1a6884b12" /><Relationship Type="http://schemas.openxmlformats.org/officeDocument/2006/relationships/notesMaster" Target="/ppt/notesMasters/notesMaster1.xml" Id="R644eacb09e854d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4469f3bd7c4daa" /><Relationship Type="http://schemas.openxmlformats.org/officeDocument/2006/relationships/notesMaster" Target="/ppt/notesMasters/notesMaster1.xml" Id="R2e878c4c3aa842f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4515cb3fb04eb6" /><Relationship Type="http://schemas.openxmlformats.org/officeDocument/2006/relationships/notesMaster" Target="/ppt/notesMasters/notesMaster1.xml" Id="R2a14403bf16842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16b4edd70674bea" /><Relationship Type="http://schemas.openxmlformats.org/officeDocument/2006/relationships/notesMaster" Target="/ppt/notesMasters/notesMaster1.xml" Id="R2b5fe98952644e0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461a6b192e145b9" /><Relationship Type="http://schemas.openxmlformats.org/officeDocument/2006/relationships/notesMaster" Target="/ppt/notesMasters/notesMaster1.xml" Id="Rb22d1bbfc42540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我们要交付怎样的声音体验</a:t>
            </a:r>
          </a:p>
          <a:p xmlns:a="http://schemas.openxmlformats.org/drawingml/2006/main">
            <a:r>
              <a:t>时间：3分钟</a:t>
            </a:r>
          </a:p>
          <a:p xmlns:a="http://schemas.openxmlformats.org/drawingml/2006/main">
            <a:r>
              <a:t>本页目标：建立整个音频底座的体验目标及贯穿场景，不进行音频基础教学。</a:t>
            </a:r>
          </a:p>
          <a:p xmlns:a="http://schemas.openxmlformats.org/drawingml/2006/main">
            <a:r>
              <a:t>承接：分享开场。</a:t>
            </a:r>
          </a:p>
          <a:p xmlns:a="http://schemas.openxmlformats.org/drawingml/2006/main">
            <a:r>
              <a:t/>
            </a:r>
          </a:p>
          <a:p xmlns:a="http://schemas.openxmlformats.org/drawingml/2006/main">
            <a:r>
              <a:t>先设想一个常见场景：音乐正在播放，我们打开游戏，随后收到提醒，最后切换到耳机。用户只做了几次操作，系统却要协调多个应用、场景规则和真实输出设备。</a:t>
            </a:r>
          </a:p>
          <a:p xmlns:a="http://schemas.openxmlformats.org/drawingml/2006/main">
            <a:r>
              <a:t>第一类要求是行为合理。游戏加入时能否与音乐并发？提醒是混入、压低其他声音还是触发中断？这些由具体焦点和会话策略决定，不在这里预设统一答案。选择耳机以后，哪些声音应该去哪个设备，也需要系统作出一致决策。</a:t>
            </a:r>
          </a:p>
          <a:p xmlns:a="http://schemas.openxmlformats.org/drawingml/2006/main">
            <a:r>
              <a:t>第二类要求是执行质量。允许播放的音效要及时响应，音乐要连续，音量和设备变化要有正确衔接。同时，系统要控制处理与调度开销，为其他业务和续航留出空间。</a:t>
            </a:r>
          </a:p>
          <a:p xmlns:a="http://schemas.openxmlformats.org/drawingml/2006/main">
            <a:r>
              <a:t>今天讲的音频底座，包含决定这些行为的策略、管理流与状态的服务、执行数据处理的引擎，以及兑现输出的设备适配。自研引擎是技术重点，但它始终服务于这套全局协同。接下来沿同一个场景看全局分工，再理解为什么演进以及怎样实现收益。</a:t>
            </a:r>
          </a:p>
          <a:p xmlns:a="http://schemas.openxmlformats.org/drawingml/2006/main">
            <a:r>
              <a:t/>
            </a:r>
          </a:p>
          <a:p xmlns:a="http://schemas.openxmlformats.org/drawingml/2006/main">
            <a:r>
              <a:t>演示：A：原创三路声音合成，10秒；只说明场景，不作为策略或性能实测。</a:t>
            </a:r>
          </a:p>
          <a:p xmlns:a="http://schemas.openxmlformats.org/drawingml/2006/main">
            <a:r>
              <a:t>讲述安排：0:00–0:30 试听与场景；0:30–1:30 行为要求；1:30–2:20 执行质量；2:20–3:00 分享主线。</a:t>
            </a:r>
          </a:p>
          <a:p xmlns:a="http://schemas.openxmlformats.org/drawingml/2006/main">
            <a:r>
              <a:t>转场：体验背后有哪些系统角色？先用一张全局图明确分工。</a:t>
            </a:r>
          </a:p>
          <a:p xmlns:a="http://schemas.openxmlformats.org/drawingml/2006/main">
            <a:r>
              <a:t>技术边界：焦点、并发、duck和设备路由结果依具体策略；音频素材为教学合成。</a:t>
            </a:r>
          </a:p>
          <a:p xmlns:a="http://schemas.openxmlformats.org/drawingml/2006/main">
            <a:r>
              <a:t>源码与依据：</a:t>
            </a:r>
          </a:p>
          <a:p xmlns:a="http://schemas.openxmlformats.org/drawingml/2006/main">
            <a:r>
              <a:t>用户已确认的分享定位与体验目标。</a:t>
            </a:r>
          </a:p>
          <a:p xmlns:a="http://schemas.openxmlformats.org/drawingml/2006/main">
            <a:r>
              <a:t>当前源码音频焦点入口：services/audio_policy/server/domain/zone/src/audio_zone_service.cpp L818–853；具体实现下页展开。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鸿蒙音频底座：谁决策，谁管理，谁执行</a:t>
            </a:r>
          </a:p>
          <a:p xmlns:a="http://schemas.openxmlformats.org/drawingml/2006/main">
            <a:r>
              <a:t>时间：4分钟</a:t>
            </a:r>
          </a:p>
          <a:p xmlns:a="http://schemas.openxmlformats.org/drawingml/2006/main">
            <a:r>
              <a:t>本页目标：用一张全局图明确应用接口、策略、流服务、引擎、适配与驱动的职责和控制/数据方向。</a:t>
            </a:r>
          </a:p>
          <a:p xmlns:a="http://schemas.openxmlformats.org/drawingml/2006/main">
            <a:r>
              <a:t>承接：开场提出了应用、场景和设备变化中的体验要求。</a:t>
            </a:r>
          </a:p>
          <a:p xmlns:a="http://schemas.openxmlformats.org/drawingml/2006/main">
            <a:r>
              <a:t/>
            </a:r>
          </a:p>
          <a:p xmlns:a="http://schemas.openxmlformats.org/drawingml/2006/main">
            <a:r>
              <a:t>先把刚才的四个动作放进系统。应用通过AudioRenderer等接口表达播放需求。策略服务依据场景、焦点、设备和音量规则作出决定。流服务负责接入、状态、共享音频缓冲和生命周期。引擎执行转换、混音、音效等处理，再通过Sink与HDI交给驱动和设备。</a:t>
            </a:r>
          </a:p>
          <a:p xmlns:a="http://schemas.openxmlformats.org/drawingml/2006/main">
            <a:r>
              <a:t>图的横向实线表示播放数据职责链，紫色虚线表示控制关系。它是职责图，不是进程部署图，也不是所有消息都必定按一条同步调用栈经过。策略可能通知应用处理焦点变化，音量和路由也会通过各自的管理路径影响执行。</a:t>
            </a:r>
          </a:p>
          <a:p xmlns:a="http://schemas.openxmlformats.org/drawingml/2006/main">
            <a:r>
              <a:t>源码里，AudioZoneService把焦点激活转给InterruptService，根据usage和客户端信息获取输出设备，并对接音量操作。服务端RendererInServer启动流时，先更新策略侧会话操作，再在适用分支等待设备连接，随后启动具体流。这说明策略与服务协作有实际接口，而不只是画在架构图上方。</a:t>
            </a:r>
          </a:p>
          <a:p xmlns:a="http://schemas.openxmlformats.org/drawingml/2006/main">
            <a:r>
              <a:t>自研主要改变引擎侧的处理和执行组织，但更快的引擎仍要执行正确的策略、使用正确的设备、维护一致的流状态。我们会反复回到这张职责图，判断一项变化应该由哪一层决定、哪一层落实。</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转场：把游戏加入和耳机切换放进这张职责图，看看一次变化怎样传递。</a:t>
            </a:r>
          </a:p>
          <a:p xmlns:a="http://schemas.openxmlformats.org/drawingml/2006/main">
            <a:r>
              <a:t>技术边界：接口控制路径有折叠；焦点通知可回到应用，不能假定引擎单独完成全部策略行为。</a:t>
            </a:r>
          </a:p>
          <a:p xmlns:a="http://schemas.openxmlformats.org/drawingml/2006/main">
            <a:r>
              <a:t>源码与依据：</a:t>
            </a:r>
          </a:p>
          <a:p xmlns:a="http://schemas.openxmlformats.org/drawingml/2006/main">
            <a:r>
              <a:t>ActivateAudioInterrupt L818–853：https://gitcode.com/openharmony/multimedia_audio_framework/blob/3a2688e805df970739e3b0cebf9cc05d8cb24e9b/services/audio_policy/server/domain/zone/src/audio_zone_service.cpp#L818</a:t>
            </a:r>
          </a:p>
          <a:p xmlns:a="http://schemas.openxmlformats.org/drawingml/2006/main">
            <a:r>
              <a:t>FetchOutputDevices L966–978：https://gitcode.com/openharmony/multimedia_audio_framework/blob/3a2688e805df970739e3b0cebf9cc05d8cb24e9b/services/audio_policy/server/domain/zone/src/audio_zone_service.cpp#L966</a:t>
            </a:r>
          </a:p>
          <a:p xmlns:a="http://schemas.openxmlformats.org/drawingml/2006/main">
            <a:r>
              <a:t>SetSystemVolumeLevel L720–734：https://gitcode.com/openharmony/multimedia_audio_framework/blob/3a2688e805df970739e3b0cebf9cc05d8cb24e9b/services/audio_policy/server/domain/zone/src/audio_zone_service.cpp#L720</a:t>
            </a:r>
          </a:p>
          <a:p xmlns:a="http://schemas.openxmlformats.org/drawingml/2006/main">
            <a:r>
              <a:t>StartInner L1576–1606：https://gitcode.com/openharmony/multimedia_audio_framework/blob/3a2688e805df970739e3b0cebf9cc05d8cb24e9b/services/audio_service/server/src/renderer_in_server.cpp#L1576</a:t>
            </a:r>
          </a:p>
          <a:p xmlns:a="http://schemas.openxmlformats.org/drawingml/2006/main">
            <a:r>
              <a:t>CreateRendererStream L273–307：https://gitcode.com/openharmony/multimedia_audio_framework/blob/3a2688e805df970739e3b0cebf9cc05d8cb24e9b/services/audio_service/server/src/hpae_adapter_manager.cpp#L273</a:t>
            </a:r>
          </a:p>
          <a:p xmlns:a="http://schemas.openxmlformats.org/drawingml/2006/main">
            <a:r>
              <a:t>SinkOutput::DoProcess / RenderFrame L121–165：https://gitcode.com/openharmony/multimedia_audio_framework/blob/3a2688e805df970739e3b0cebf9cc05d8cb24e9b/services/audio_engine/node/src/hpae_sink_output_node.cpp#L121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一次场景变化，怎样传遍整个系统</a:t>
            </a:r>
          </a:p>
          <a:p xmlns:a="http://schemas.openxmlformats.org/drawingml/2006/main">
            <a:r>
              <a:t>时间：3分钟</a:t>
            </a:r>
          </a:p>
          <a:p xmlns:a="http://schemas.openxmlformats.org/drawingml/2006/main">
            <a:r>
              <a:t>本页目标：让游戏加入和耳机切换贯穿四层，说明体验来自协同。</a:t>
            </a:r>
          </a:p>
          <a:p xmlns:a="http://schemas.openxmlformats.org/drawingml/2006/main">
            <a:r>
              <a:t>承接：已经明确全局职责图。</a:t>
            </a:r>
          </a:p>
          <a:p xmlns:a="http://schemas.openxmlformats.org/drawingml/2006/main">
            <a:r>
              <a:t/>
            </a:r>
          </a:p>
          <a:p xmlns:a="http://schemas.openxmlformats.org/drawingml/2006/main">
            <a:r>
              <a:t>先看游戏加入。应用申报播放场景和会话需求，策略依据当前焦点与并发规则作出决定。决定可能影响新流是否启动，也可能通过通知让相关应用暂停或调整。流服务接收和维护流的生命周期，引擎把允许播放的输入接入相应处理图，输出侧继续消费结果。图中没有规定游戏一定压低音乐，因为那取决于策略和应用行为。</a:t>
            </a:r>
          </a:p>
          <a:p xmlns:a="http://schemas.openxmlformats.org/drawingml/2006/main">
            <a:r>
              <a:t>再看切耳机。设备可用性与路由规则共同影响目标设备，策略选择后，服务和引擎需要落实输出资源与流状态。对于已存在目标sink之间的可移动会话，HPAE有保留SinkInput、拆旧连接、更新设备及span、重新连接处理簇的路径。新设备真正可用还涉及适配与驱动，不能把一次管理层回调当成声学切换完成。</a:t>
            </a:r>
          </a:p>
          <a:p xmlns:a="http://schemas.openxmlformats.org/drawingml/2006/main">
            <a:r>
              <a:t>源码的StartInner也说明这类协作：普通非FAST分支在更新策略侧会话操作后等待数据连接，再启动流，注释明确关联蓝牙连接期间的连续性。我们不在主讲展开调用栈，而是用它支持“先决策、再协调执行条件”的关系。</a:t>
            </a:r>
          </a:p>
          <a:p xmlns:a="http://schemas.openxmlformats.org/drawingml/2006/main">
            <a:r>
              <a:t>因此，焦点正确但通路没有及时更新，或者输出图正确但设备未准备好，都可能影响体验。接下来讨论旧方案和自研时，必须保留这些全局职责。</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转场：这套协同在PulseAudio时代怎样实现？先看5.1旧架构。</a:t>
            </a:r>
          </a:p>
          <a:p xmlns:a="http://schemas.openxmlformats.org/drawingml/2006/main">
            <a:r>
              <a:t>技术边界：不固定游戏/提醒的焦点结果；引擎迁移仅指存在目标sink的可移动会话。</a:t>
            </a:r>
          </a:p>
          <a:p xmlns:a="http://schemas.openxmlformats.org/drawingml/2006/main">
            <a:r>
              <a:t>源码与依据：</a:t>
            </a:r>
          </a:p>
          <a:p xmlns:a="http://schemas.openxmlformats.org/drawingml/2006/main">
            <a:r>
              <a:t>ActivateAudioInterrupt L818–853：https://gitcode.com/openharmony/multimedia_audio_framework/blob/3a2688e805df970739e3b0cebf9cc05d8cb24e9b/services/audio_policy/server/domain/zone/src/audio_zone_service.cpp#L818</a:t>
            </a:r>
          </a:p>
          <a:p xmlns:a="http://schemas.openxmlformats.org/drawingml/2006/main">
            <a:r>
              <a:t>FetchOutputDevices L966–978：https://gitcode.com/openharmony/multimedia_audio_framework/blob/3a2688e805df970739e3b0cebf9cc05d8cb24e9b/services/audio_policy/server/domain/zone/src/audio_zone_service.cpp#L966</a:t>
            </a:r>
          </a:p>
          <a:p xmlns:a="http://schemas.openxmlformats.org/drawingml/2006/main">
            <a:r>
              <a:t>StartInner L1576–1606：https://gitcode.com/openharmony/multimedia_audio_framework/blob/3a2688e805df970739e3b0cebf9cc05d8cb24e9b/services/audio_service/server/src/renderer_in_server.cpp#L1576</a:t>
            </a:r>
          </a:p>
          <a:p xmlns:a="http://schemas.openxmlformats.org/drawingml/2006/main">
            <a:r>
              <a:t>MoveSinkInputByIndexOrName L1065–1095：https://gitcode.com/openharmony/multimedia_audio_framework/blob/3a2688e805df970739e3b0cebf9cc05d8cb24e9b/services/audio_engine/manager/src/hpae_manager.cpp#L1065</a:t>
            </a:r>
          </a:p>
          <a:p xmlns:a="http://schemas.openxmlformats.org/drawingml/2006/main">
            <a:r>
              <a:t>MoveStreamSync L872–916：https://gitcode.com/openharmony/multimedia_audio_framework/blob/3a2688e805df970739e3b0cebf9cc05d8cb24e9b/services/audio_engine/manager/src/hpae_renderer_manager.cpp#L872</a:t>
            </a:r>
          </a:p>
          <a:p xmlns:a="http://schemas.openxmlformats.org/drawingml/2006/main">
            <a:r>
              <a:t>AddSingleNodeToSink L106–179：https://gitcode.com/openharmony/multimedia_audio_framework/blob/3a2688e805df970739e3b0cebf9cc05d8cb24e9b/services/audio_engine/manager/src/hpae_renderer_manager.cpp#L106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PulseAudio时代，整个底座怎样协同</a:t>
            </a:r>
          </a:p>
          <a:p xmlns:a="http://schemas.openxmlformats.org/drawingml/2006/main">
            <a:r>
              <a:t>时间：4分钟</a:t>
            </a:r>
          </a:p>
          <a:p xmlns:a="http://schemas.openxmlformats.org/drawingml/2006/main">
            <a:r>
              <a:t>本页目标：展示5.1旧方案全局职责，区分PA三方能力与鸿蒙已有适配。</a:t>
            </a:r>
          </a:p>
          <a:p xmlns:a="http://schemas.openxmlformats.org/drawingml/2006/main">
            <a:r>
              <a:t>承接：全局场景协同已经建立。</a:t>
            </a:r>
          </a:p>
          <a:p xmlns:a="http://schemas.openxmlformats.org/drawingml/2006/main">
            <a:r>
              <a:t/>
            </a:r>
          </a:p>
          <a:p xmlns:a="http://schemas.openxmlformats.org/drawingml/2006/main">
            <a:r>
              <a:t>沿用刚才的分工，只把执行部分切回OpenHarmony5.1。应用和鸿蒙策略、流服务已经存在，普通播放由PaAdapterManager接入PA。服务端流通过libpulse的context和stream操作播放，PA的sink-input与sink模型组织输入和输出。</a:t>
            </a:r>
          </a:p>
          <a:p xmlns:a="http://schemas.openxmlformats.org/drawingml/2006/main">
            <a:r>
              <a:t>鸿蒙没有把全部行为交给一个外部黑盒。策略适配调用PA移动sink-input等接口落实路由；框架自定义hdi_sink模块包含场景取数、混音、音效调用和硬件适配。AudioServer还在audio_server进程内启动线程调用ohos_pa_main，因此不能把图画成所有PA都在独立进程。</a:t>
            </a:r>
          </a:p>
          <a:p xmlns:a="http://schemas.openxmlformats.org/drawingml/2006/main">
            <a:r>
              <a:t>普通主输出中，hdi_sink渲染侧生成数据，再用消息队列交给独立HDI写线程。DIRECT和VOIP当时还有ProAudioStreamManager等其他路径，我们这次不混用路径来比较。</a:t>
            </a:r>
          </a:p>
          <a:p xmlns:a="http://schemas.openxmlformats.org/drawingml/2006/main">
            <a:r>
              <a:t>PA提供成熟的流与输出组织机制，鸿蒙侧承接系统规则和设备集成。自研演进需要保持这些系统能力，同时重新组织处理执行。这张图既是下一页找成本的地图，也是后续比较时保留上层职责的基线。</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转场：业务要求提高后，哪些成本值得优化？沿执行与维护边界逐一定位。</a:t>
            </a:r>
          </a:p>
          <a:p xmlns:a="http://schemas.openxmlformats.org/drawingml/2006/main">
            <a:r>
              <a:t>技术边界：PA版本声明17.0另见附录；图不表示独立进程边界，旧方案能力不等于全部由PA上游实现。</a:t>
            </a:r>
          </a:p>
          <a:p xmlns:a="http://schemas.openxmlformats.org/drawingml/2006/main">
            <a:r>
              <a:t>源码与依据：</a:t>
            </a:r>
          </a:p>
          <a:p xmlns:a="http://schemas.openxmlformats.org/drawingml/2006/main">
            <a:r>
              <a:t>GetPlaybackManager L22–39：https://gitcode.com/openharmony/multimedia_audio_framework/blob/c42a228d60b64a90d6b05cf26278a89253e5310b/services/audio_service/server/src/i_stream_manager.cpp#L22</a:t>
            </a:r>
          </a:p>
          <a:p xmlns:a="http://schemas.openxmlformats.org/drawingml/2006/main">
            <a:r>
              <a:t>paDaemonThread / ohos_pa_main L261–273：https://gitcode.com/openharmony/multimedia_audio_framework/blob/c42a228d60b64a90d6b05cf26278a89253e5310b/services/audio_service/server/src/audio_server.cpp#L261</a:t>
            </a:r>
          </a:p>
          <a:p xmlns:a="http://schemas.openxmlformats.org/drawingml/2006/main">
            <a:r>
              <a:t>pa_stream_write / PAStreamWriteCb L699–755：https://gitcode.com/openharmony/multimedia_audio_framework/blob/c42a228d60b64a90d6b05cf26278a89253e5310b/services/audio_service/server/src/pa_renderer_stream_impl.cpp#L699</a:t>
            </a:r>
          </a:p>
          <a:p xmlns:a="http://schemas.openxmlformats.org/drawingml/2006/main">
            <a:r>
              <a:t>MoveSinkInputByIndexOrName L447–473：https://gitcode.com/openharmony/multimedia_audio_framework/blob/c42a228d60b64a90d6b05cf26278a89253e5310b/frameworks/native/audioadapter/src/pulse_audio_service_adapter_impl.cpp#L447</a:t>
            </a:r>
          </a:p>
          <a:p xmlns:a="http://schemas.openxmlformats.org/drawingml/2006/main">
            <a:r>
              <a:t>SinkRenderPrimaryProcess L2315–2354：https://gitcode.com/openharmony/multimedia_audio_framework/blob/c42a228d60b64a90d6b05cf26278a89253e5310b/frameworks/native/pulseaudio/modules/hdi/hdi_sink.c#L2315</a:t>
            </a:r>
          </a:p>
          <a:p xmlns:a="http://schemas.openxmlformats.org/drawingml/2006/main">
            <a:r>
              <a:t>ProcessRenderUseTiming L2449–2477：https://gitcode.com/openharmony/multimedia_audio_framework/blob/c42a228d60b64a90d6b05cf26278a89253e5310b/frameworks/native/pulseaudio/modules/hdi/hdi_sink.c#L2449</a:t>
            </a:r>
          </a:p>
          <a:p xmlns:a="http://schemas.openxmlformats.org/drawingml/2006/main">
            <a:r>
              <a:t>ProcessHdiRendererPrimary / ThreadFuncWriteHDI L3821–3887：https://gitcode.com/openharmony/multimedia_audio_framework/blob/c42a228d60b64a90d6b05cf26278a89253e5310b/frameworks/native/pulseaudio/modules/hdi/hdi_sink.c#L3821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业务要求提高后，成本出现在哪里</a:t>
            </a:r>
          </a:p>
          <a:p xmlns:a="http://schemas.openxmlformats.org/drawingml/2006/main">
            <a:r>
              <a:t>时间：3分钟</a:t>
            </a:r>
          </a:p>
          <a:p xmlns:a="http://schemas.openxmlformats.org/drawingml/2006/main">
            <a:r>
              <a:t>本页目标：从旧架构定位线程/Buffer交接、同步竞争和专用路径维护成本，区分事实和性能推论。</a:t>
            </a:r>
          </a:p>
          <a:p xmlns:a="http://schemas.openxmlformats.org/drawingml/2006/main">
            <a:r>
              <a:t>承接：已看过PA旧架构及已有能力。</a:t>
            </a:r>
          </a:p>
          <a:p xmlns:a="http://schemas.openxmlformats.org/drawingml/2006/main">
            <a:r>
              <a:t/>
            </a:r>
          </a:p>
          <a:p xmlns:a="http://schemas.openxmlformats.org/drawingml/2006/main">
            <a:r>
              <a:t>旧架构能工作，不代表执行组织不再有改进空间。当我们同时追求更及时的交互、更低资源开销，并持续增加设备与处理能力时，可以沿上一页地图看三种成本。</a:t>
            </a:r>
          </a:p>
          <a:p xmlns:a="http://schemas.openxmlformats.org/drawingml/2006/main">
            <a:r>
              <a:t>第一，线程间数据交接。5.1普通主输出由渲染侧把chunk投递给primary.dq，独立写线程取出后提交设备。这个边界提供解耦，也意味着排队、唤醒和调度机会。需要测量才能知道具体花了多少时间，不能把每个线程边界都等同于固定毫秒数。</a:t>
            </a:r>
          </a:p>
          <a:p xmlns:a="http://schemas.openxmlformats.org/drawingml/2006/main">
            <a:r>
              <a:t>第二，控制操作的同步。例如PA流Start使用PaLockGuard保护mainloop操作。不同执行上下文需要协调，就可能竞争或等待。我们用具体锁保护实例说明成本类型，不泛称旧PA所有消息都使用同一种锁。</a:t>
            </a:r>
          </a:p>
          <a:p xmlns:a="http://schemas.openxmlformats.org/drawingml/2006/main">
            <a:r>
              <a:t>第三，通路演进成本。旧HDI模块中普通、多声道和offload处理有分别展开的专用路径；相似职责在不同场景里需要保持一致。旧代码也有共用函数，所以问题是如何进一步集中职责与复用，而不是断言毫无抽象。</a:t>
            </a:r>
          </a:p>
          <a:p xmlns:a="http://schemas.openxmlformats.org/drawingml/2006/main">
            <a:r>
              <a:t>这三类成本不是实测瓶颈排行榜。它们是团队已经采取的优化动作所对应的结构位置。下一页先写清目标和不能破坏的约束，再逐项看自研实现。</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转场：我们要改善哪些指标，同时必须保持哪些系统约束？</a:t>
            </a:r>
          </a:p>
          <a:p xmlns:a="http://schemas.openxmlformats.org/drawingml/2006/main">
            <a:r>
              <a:t>技术边界：不虚构业务规模/测试成绩；线程边界不等于固定时延，同步实例不代表所有PA操作。</a:t>
            </a:r>
          </a:p>
          <a:p xmlns:a="http://schemas.openxmlformats.org/drawingml/2006/main">
            <a:r>
              <a:t>源码与依据：</a:t>
            </a:r>
          </a:p>
          <a:p xmlns:a="http://schemas.openxmlformats.org/drawingml/2006/main">
            <a:r>
              <a:t>ProcessRenderUseTiming L2449–2477：https://gitcode.com/openharmony/multimedia_audio_framework/blob/c42a228d60b64a90d6b05cf26278a89253e5310b/frameworks/native/pulseaudio/modules/hdi/hdi_sink.c#L2449</a:t>
            </a:r>
          </a:p>
          <a:p xmlns:a="http://schemas.openxmlformats.org/drawingml/2006/main">
            <a:r>
              <a:t>ProcessHdiRendererPrimary / ThreadFuncWriteHDI L3821–3887：https://gitcode.com/openharmony/multimedia_audio_framework/blob/c42a228d60b64a90d6b05cf26278a89253e5310b/frameworks/native/pulseaudio/modules/hdi/hdi_sink.c#L3821</a:t>
            </a:r>
          </a:p>
          <a:p xmlns:a="http://schemas.openxmlformats.org/drawingml/2006/main">
            <a:r>
              <a:t>PaLockGuard L25–63：https://gitcode.com/openharmony/multimedia_audio_framework/blob/c42a228d60b64a90d6b05cf26278a89253e5310b/services/audio_service/server/include/pa_adapter_tools.h#L25</a:t>
            </a:r>
          </a:p>
          <a:p xmlns:a="http://schemas.openxmlformats.org/drawingml/2006/main">
            <a:r>
              <a:t>Start / pa_stream_cork L154–182：https://gitcode.com/openharmony/multimedia_audio_framework/blob/c42a228d60b64a90d6b05cf26278a89253e5310b/services/audio_service/server/src/pa_renderer_stream_impl.cpp#L154</a:t>
            </a:r>
          </a:p>
          <a:p xmlns:a="http://schemas.openxmlformats.org/drawingml/2006/main">
            <a:r>
              <a:t>MultiChannel processing L3409–3491：https://gitcode.com/openharmony/multimedia_audio_framework/blob/c42a228d60b64a90d6b05cf26278a89253e5310b/frameworks/native/pulseaudio/modules/hdi/hdi_sink.c#L3409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自研要改变什么，又必须守住什么</a:t>
            </a:r>
          </a:p>
          <a:p xmlns:a="http://schemas.openxmlformats.org/drawingml/2006/main">
            <a:r>
              <a:t>时间：3分钟</a:t>
            </a:r>
          </a:p>
          <a:p xmlns:a="http://schemas.openxmlformats.org/drawingml/2006/main">
            <a:r>
              <a:t>本页目标：列明收益目标、不可牺牲的约束，并建立三项创新路线。</a:t>
            </a:r>
          </a:p>
          <a:p xmlns:a="http://schemas.openxmlformats.org/drawingml/2006/main">
            <a:r>
              <a:t>承接：刚才定位了三种结构成本。</a:t>
            </a:r>
          </a:p>
          <a:p xmlns:a="http://schemas.openxmlformats.org/drawingml/2006/main">
            <a:r>
              <a:t/>
            </a:r>
          </a:p>
          <a:p xmlns:a="http://schemas.openxmlformats.org/drawingml/2006/main">
            <a:r>
              <a:t>自研目标现在已经明确。团队提供的结果是时延降低、性能提升、功耗降低，以及通路实现更精简、扩展性更好。这些结果需要放在系统约束下理解。</a:t>
            </a:r>
          </a:p>
          <a:p xmlns:a="http://schemas.openxmlformats.org/drawingml/2006/main">
            <a:r>
              <a:t>首先是连续性。减少线程中转和Buffer时，端到端抗抖动能力需要保持。其次是行为语义。新引擎仍要服从焦点、路由和音量规则，服务层仍要维护流状态。再次是设备和场景能力，普通播放之外仍有不同类型入口和产品配置，不能用一条路径代替所有行为。</a:t>
            </a:r>
          </a:p>
          <a:p xmlns:a="http://schemas.openxmlformats.org/drawingml/2006/main">
            <a:r>
              <a:t>下面按三项动作展开。线程模型精简把部分处理与提交职责集中，减少已核验的跨线程中转。无锁消息队列让常规控制请求通过原子发布和批量消费进入执行侧。节点化把转换、增益、混音和音效等职责组织成可复用单元。</a:t>
            </a:r>
          </a:p>
          <a:p xmlns:a="http://schemas.openxmlformats.org/drawingml/2006/main">
            <a:r>
              <a:t>每项都用同一套顺序讲：旧结构在哪里产生交接或竞争，新结构怎样做，减少了什么，还要守住哪些条件。我们把定性结果作为团队事实呈现，把源码机制作为解释，不给没有材料支持的幅度。</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转场：先看线程精简，明确旧渲染线程和HDI写线程的交接怎样变化。</a:t>
            </a:r>
          </a:p>
          <a:p xmlns:a="http://schemas.openxmlformats.org/drawingml/2006/main">
            <a:r>
              <a:t>技术边界：用户团队定性结论含抗抖动保持，不从结构静态证明量化收益。</a:t>
            </a:r>
          </a:p>
          <a:p xmlns:a="http://schemas.openxmlformats.org/drawingml/2006/main">
            <a:r>
              <a:t>源码与依据：</a:t>
            </a:r>
          </a:p>
          <a:p xmlns:a="http://schemas.openxmlformats.org/drawingml/2006/main">
            <a:r>
              <a:t>GetPlaybackManager L29–64：https://gitcode.com/openharmony/multimedia_audio_framework/blob/3a2688e805df970739e3b0cebf9cc05d8cb24e9b/services/audio_service/server/src/i_stream_manager.cpp#L29</a:t>
            </a:r>
          </a:p>
          <a:p xmlns:a="http://schemas.openxmlformats.org/drawingml/2006/main">
            <a:r>
              <a:t>ActivateAudioInterrupt L818–853：https://gitcode.com/openharmony/multimedia_audio_framework/blob/3a2688e805df970739e3b0cebf9cc05d8cb24e9b/services/audio_policy/server/domain/zone/src/audio_zone_service.cpp#L818</a:t>
            </a:r>
          </a:p>
          <a:p xmlns:a="http://schemas.openxmlformats.org/drawingml/2006/main">
            <a:r>
              <a:t>FetchOutputDevices L966–978：https://gitcode.com/openharmony/multimedia_audio_framework/blob/3a2688e805df970739e3b0cebf9cc05d8cb24e9b/services/audio_policy/server/domain/zone/src/audio_zone_service.cpp#L966</a:t>
            </a:r>
          </a:p>
          <a:p xmlns:a="http://schemas.openxmlformats.org/drawingml/2006/main">
            <a:r>
              <a:t>Notify / Run L75–125：https://gitcode.com/openharmony/multimedia_audio_framework/blob/3a2688e805df970739e3b0cebf9cc05d8cb24e9b/services/audio_engine/manager/src/hpae_signal_process_thread.cpp#L75</a:t>
            </a:r>
          </a:p>
          <a:p xmlns:a="http://schemas.openxmlformats.org/drawingml/2006/main">
            <a:r>
              <a:t>PushRequest / HandleRequests / TryExpandQueue L57–145：https://gitcode.com/openharmony/multimedia_audio_framework/blob/3a2688e805df970739e3b0cebf9cc05d8cb24e9b/services/audio_engine/utils/hpae_no_lock_queue.cpp#L57</a:t>
            </a:r>
          </a:p>
          <a:p xmlns:a="http://schemas.openxmlformats.org/drawingml/2006/main">
            <a:r>
              <a:t>ProcessCluster::Connect L206–232：https://gitcode.com/openharmony/multimedia_audio_framework/blob/3a2688e805df970739e3b0cebf9cc05d8cb24e9b/services/audio_engine/node/src/hpae_process_cluster.cpp#L206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线程精简：减少执行环节之间的交接</a:t>
            </a:r>
          </a:p>
          <a:p xmlns:a="http://schemas.openxmlformats.org/drawingml/2006/main">
            <a:r>
              <a:t>时间：4分钟</a:t>
            </a:r>
          </a:p>
          <a:p xmlns:a="http://schemas.openxmlformats.org/drawingml/2006/main">
            <a:r>
              <a:t>本页目标：用固定源码指出具体合并的职责和移除的跨线程交接，解释调度影响。</a:t>
            </a:r>
          </a:p>
          <a:p xmlns:a="http://schemas.openxmlformats.org/drawingml/2006/main">
            <a:r>
              <a:t>承接：已建立自研目标与系统约束。</a:t>
            </a:r>
          </a:p>
          <a:p xmlns:a="http://schemas.openxmlformats.org/drawingml/2006/main">
            <a:r>
              <a:t/>
            </a:r>
          </a:p>
          <a:p xmlns:a="http://schemas.openxmlformats.org/drawingml/2006/main">
            <a:r>
              <a:t>这里回答最具体的问题：精简了哪些线程职责？看5.1普通主输出。ProcessRenderUseTiming在渲染侧生成chunk，再向primary.dq投递HDI_RENDER。独立ThreadFuncWriteHDI阻塞取队列消息，收到chunk后调用ProcessHdiRendererPrimary，最终RenderWrite提交设备。这是数据生产与设备写入分开执行的边界。</a:t>
            </a:r>
          </a:p>
          <a:p xmlns:a="http://schemas.openxmlformats.org/drawingml/2006/main">
            <a:r>
              <a:t>当前HPAE的HpaeSignalProcessThread循环先HandleMsg再Process。RendererManager::Process在状态等条件满足时进入OutputCluster::DoProcess，再调用SinkOutput::DoProcess。SinkOutput按输出需求拉取上游处理结果，随后在同一调用链直接调用audioRendererSink_-&gt;RenderFrame。</a:t>
            </a:r>
          </a:p>
          <a:p xmlns:a="http://schemas.openxmlformats.org/drawingml/2006/main">
            <a:r>
              <a:t>因此，可以从实现确认：旧模块普通渲染到独立HDI写线程的这段交接，在当前引擎处理调用链中集中执行。声音不再经过上述primary.dq转交。这让减少排队、唤醒、调度与中转缓存成为可能，而不是只把线程名称改短。</a:t>
            </a:r>
          </a:p>
          <a:p xmlns:a="http://schemas.openxmlformats.org/drawingml/2006/main">
            <a:r>
              <a:t>这种集中也要求同一执行链承担处理和提交预算。设备写入可能等待，下游驱动内部可能还有线程，系统还有策略与服务线程。我们不把局部线程职责合并扩大成“音频系统只剩一个线程”。下一页讨论减少中转Buffer时，为什么还要认真保留抗抖动所需余量。</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转场：中转少了，Buffer也能减少；怎样同时保持端到端抗抖动？</a:t>
            </a:r>
          </a:p>
          <a:p xmlns:a="http://schemas.openxmlformats.org/drawingml/2006/main">
            <a:r>
              <a:t>技术边界：同一调用链仅指引擎到RenderFrame调用；没有测量固定耗时或全局线程数。</a:t>
            </a:r>
          </a:p>
          <a:p xmlns:a="http://schemas.openxmlformats.org/drawingml/2006/main">
            <a:r>
              <a:t>源码与依据：</a:t>
            </a:r>
          </a:p>
          <a:p xmlns:a="http://schemas.openxmlformats.org/drawingml/2006/main">
            <a:r>
              <a:t>ProcessRenderUseTiming L2449–2477：https://gitcode.com/openharmony/multimedia_audio_framework/blob/c42a228d60b64a90d6b05cf26278a89253e5310b/frameworks/native/pulseaudio/modules/hdi/hdi_sink.c#L2449</a:t>
            </a:r>
          </a:p>
          <a:p xmlns:a="http://schemas.openxmlformats.org/drawingml/2006/main">
            <a:r>
              <a:t>ProcessHdiRendererPrimary / ThreadFuncWriteHDI L3821–3887：https://gitcode.com/openharmony/multimedia_audio_framework/blob/c42a228d60b64a90d6b05cf26278a89253e5310b/frameworks/native/pulseaudio/modules/hdi/hdi_sink.c#L3821</a:t>
            </a:r>
          </a:p>
          <a:p xmlns:a="http://schemas.openxmlformats.org/drawingml/2006/main">
            <a:r>
              <a:t>Notify / Run L75–125：https://gitcode.com/openharmony/multimedia_audio_framework/blob/3a2688e805df970739e3b0cebf9cc05d8cb24e9b/services/audio_engine/manager/src/hpae_signal_process_thread.cpp#L75</a:t>
            </a:r>
          </a:p>
          <a:p xmlns:a="http://schemas.openxmlformats.org/drawingml/2006/main">
            <a:r>
              <a:t>Process L1640–1664：https://gitcode.com/openharmony/multimedia_audio_framework/blob/3a2688e805df970739e3b0cebf9cc05d8cb24e9b/services/audio_engine/manager/src/hpae_renderer_manager.cpp#L1640</a:t>
            </a:r>
          </a:p>
          <a:p xmlns:a="http://schemas.openxmlformats.org/drawingml/2006/main">
            <a:r>
              <a:t>OutputCluster::DoProcess L79–84：https://gitcode.com/openharmony/multimedia_audio_framework/blob/3a2688e805df970739e3b0cebf9cc05d8cb24e9b/services/audio_engine/node/src/hpae_output_cluster.cpp#L79</a:t>
            </a:r>
          </a:p>
          <a:p xmlns:a="http://schemas.openxmlformats.org/drawingml/2006/main">
            <a:r>
              <a:t>SinkOutput::DoProcess / RenderFrame L121–165：https://gitcode.com/openharmony/multimedia_audio_framework/blob/3a2688e805df970739e3b0cebf9cc05d8cb24e9b/services/audio_engine/node/src/hpae_sink_output_node.cpp#L121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Buffer精简，怎样同时守住抗抖动</a:t>
            </a:r>
          </a:p>
          <a:p xmlns:a="http://schemas.openxmlformats.org/drawingml/2006/main">
            <a:r>
              <a:t>时间：4分钟</a:t>
            </a:r>
          </a:p>
          <a:p xmlns:a="http://schemas.openxmlformats.org/drawingml/2006/main">
            <a:r>
              <a:t>本页目标：区分中转Buffer和必要数据余量，用源码解释保留职责，用团队结论说明抗抖动。</a:t>
            </a:r>
          </a:p>
          <a:p xmlns:a="http://schemas.openxmlformats.org/drawingml/2006/main">
            <a:r>
              <a:t>承接：线程职责集中减少了一处中转。</a:t>
            </a:r>
          </a:p>
          <a:p xmlns:a="http://schemas.openxmlformats.org/drawingml/2006/main">
            <a:r>
              <a:t/>
            </a:r>
          </a:p>
          <a:p xmlns:a="http://schemas.openxmlformats.org/drawingml/2006/main">
            <a:r>
              <a:t>上一页的线程职责集中，意味着旧primary.dq交接边界不再存在。这里的Buffer减少，首先应联系中转结构的减少，而不是简单地把每一处缓冲都缩小。</a:t>
            </a:r>
          </a:p>
          <a:p xmlns:a="http://schemas.openxmlformats.org/drawingml/2006/main">
            <a:r>
              <a:t>缓存承担不同职责。共享音频缓冲接住应用交付的数据，服务端根据读写位置取数。Converter保留待处理与已处理数据，用于格式和块长适配。SinkOutput也会积攒数据，凑够一次设备提交量。这些源码都仍然存在，说明执行模型精简并没有取消供数与粒度适配的必要机制。</a:t>
            </a:r>
          </a:p>
          <a:p xmlns:a="http://schemas.openxmlformats.org/drawingml/2006/main">
            <a:r>
              <a:t>端到端抗抖动关注生产者或调度短时波动后，设备是否仍持续获得数据。中转队列数量、缓存容量、当前库存和出声时延是不同量。删掉一个交接边界，不能直接算成减少固定N毫秒，也不能仅凭保留一个缓存证明抗抖动完全等价。</a:t>
            </a:r>
          </a:p>
          <a:p xmlns:a="http://schemas.openxmlformats.org/drawingml/2006/main">
            <a:r>
              <a:t>团队提供的结果是，线程与Buffer精简后降低时延，并保持端到端抗抖动能力。我们把它与机制一起呈现：减少冗余交接，保留必要余量与适配，最后通过相同负载和抖动注入条件下的欠载及连续性验证。先听连续与人为断音两段，帮助识别连续性目标，素材不是产品测试。</a:t>
            </a:r>
          </a:p>
          <a:p xmlns:a="http://schemas.openxmlformats.org/drawingml/2006/main">
            <a:r>
              <a:t>所以第一项创新同时面对两个问题：声音少等几次，短时迟到仍能被系统消化。接着看控制消息怎样少受锁竞争影响。</a:t>
            </a:r>
          </a:p>
          <a:p xmlns:a="http://schemas.openxmlformats.org/drawingml/2006/main">
            <a:r>
              <a:t/>
            </a:r>
          </a:p>
          <a:p xmlns:a="http://schemas.openxmlformats.org/drawingml/2006/main">
            <a:r>
              <a:t>演示：B：02_continuous.wav与03_simulated_dropout.wav，各10秒，听连续性，非实机测试。</a:t>
            </a:r>
          </a:p>
          <a:p xmlns:a="http://schemas.openxmlformats.org/drawingml/2006/main">
            <a:r>
              <a:t>讲述安排：按本页分钟数讲述：先联系场景，再解释图，最后回扣结论并转场。</a:t>
            </a:r>
          </a:p>
          <a:p xmlns:a="http://schemas.openxmlformats.org/drawingml/2006/main">
            <a:r>
              <a:t>转场：数据中转之外，控制请求怎样更顺畅地进入执行侧？</a:t>
            </a:r>
          </a:p>
          <a:p xmlns:a="http://schemas.openxmlformats.org/drawingml/2006/main">
            <a:r>
              <a:t>技术边界：缓冲职责存在不证明尺寸或抗抖动等价；音频为模拟，不代表真实欠载测量。</a:t>
            </a:r>
          </a:p>
          <a:p xmlns:a="http://schemas.openxmlformats.org/drawingml/2006/main">
            <a:r>
              <a:t>源码与依据：</a:t>
            </a:r>
          </a:p>
          <a:p xmlns:a="http://schemas.openxmlformats.org/drawingml/2006/main">
            <a:r>
              <a:t>ProcessRenderUseTiming L2449–2477：https://gitcode.com/openharmony/multimedia_audio_framework/blob/c42a228d60b64a90d6b05cf26278a89253e5310b/frameworks/native/pulseaudio/modules/hdi/hdi_sink.c#L2449</a:t>
            </a:r>
          </a:p>
          <a:p xmlns:a="http://schemas.openxmlformats.org/drawingml/2006/main">
            <a:r>
              <a:t>WriteData L1122–1161：https://gitcode.com/openharmony/multimedia_audio_framework/blob/3a2688e805df970739e3b0cebf9cc05d8cb24e9b/services/audio_service/server/src/renderer_in_server.cpp#L1122</a:t>
            </a:r>
          </a:p>
          <a:p xmlns:a="http://schemas.openxmlformats.org/drawingml/2006/main">
            <a:r>
              <a:t>ExtractOutputFromProcessedBuffer L815–840：https://gitcode.com/openharmony/multimedia_audio_framework/blob/3a2688e805df970739e3b0cebf9cc05d8cb24e9b/services/audio_engine/node/src/hpae_audio_format_converter_node.cpp#L815</a:t>
            </a:r>
          </a:p>
          <a:p xmlns:a="http://schemas.openxmlformats.org/drawingml/2006/main">
            <a:r>
              <a:t>ReadDataAndConvertFormat L680–707：https://gitcode.com/openharmony/multimedia_audio_framework/blob/3a2688e805df970739e3b0cebf9cc05d8cb24e9b/services/audio_engine/node/src/hpae_sink_output_node.cpp#L680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无锁队列：控制请求怎样进入执行侧</a:t>
            </a:r>
          </a:p>
          <a:p xmlns:a="http://schemas.openxmlformats.org/drawingml/2006/main">
            <a:r>
              <a:t>时间：4分钟</a:t>
            </a:r>
          </a:p>
          <a:p xmlns:a="http://schemas.openxmlformats.org/drawingml/2006/main">
            <a:r>
              <a:t>本页目标：以Start解释旧锁保护实例、新原子队列和消费侧状态执行，保留无锁边界。</a:t>
            </a:r>
          </a:p>
          <a:p xmlns:a="http://schemas.openxmlformats.org/drawingml/2006/main">
            <a:r>
              <a:t>承接：线程与Buffer精简已经解释完毕。</a:t>
            </a:r>
          </a:p>
          <a:p xmlns:a="http://schemas.openxmlformats.org/drawingml/2006/main">
            <a:r>
              <a:t/>
            </a:r>
          </a:p>
          <a:p xmlns:a="http://schemas.openxmlformats.org/drawingml/2006/main">
            <a:r>
              <a:t>引擎不仅持续处理声音，还要接收启动、暂停、连接调整等控制请求。以启动流为例，旧PA集成的PaRendererStreamImpl::Start在PaLockGuard下调用pa_stream_cork；这个保护在适用条件下进入pa_threaded_mainloop_lock。</a:t>
            </a:r>
          </a:p>
          <a:p xmlns:a="http://schemas.openxmlformats.org/drawingml/2006/main">
            <a:r>
              <a:t>当前HPAE的RendererManager::Start先把工作封装成请求。SendRequest把请求压入HpaeNoLockQueue并通知线程。常规发布先取得空闲请求节点，写入任务，再用原子比较交换发布到请求链。消费侧原子摘取当前批次，恢复处理顺序并逐个执行，随后运行Process。</a:t>
            </a:r>
          </a:p>
          <a:p xmlns:a="http://schemas.openxmlformats.org/drawingml/2006/main">
            <a:r>
              <a:t>Start请求执行时会更新SinkInput状态、连接输入会话、设置淡入，并按条件启动会话音效。这说明队列承接的是控制工作，而不是承载PCM数据的那条数据通路。进入该管理器队列的这些状态修改由消费侧执行，常规队列发布与摘取不需要一把队列互斥锁来保护整个操作。</a:t>
            </a:r>
          </a:p>
          <a:p xmlns:a="http://schemas.openxmlformats.org/drawingml/2006/main">
            <a:r>
              <a:t>这与团队所说减少锁竞争、让消息流转更顺畅相对应。仍要准确限定：Notify和条件等待有锁，队列扩容也加锁并分配内存；容量耗尽且取不到空节点时会丢请求。不能把队列名称扩大成全链无锁。音量、路由等控制有各自接口，我们也不宣称每一种控制都统一走此队列。</a:t>
            </a:r>
          </a:p>
          <a:p xmlns:a="http://schemas.openxmlformats.org/drawingml/2006/main">
            <a:r>
              <a:t>请求接受、状态确认和实际首帧消费还有不同语义，附录再展开。主讲先记住：执行模型通过明确的请求交接，让常规控制少受队列互斥锁竞争影响。</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转场：执行效率之外，新增通路怎样少重复已有处理逻辑？</a:t>
            </a:r>
          </a:p>
          <a:p xmlns:a="http://schemas.openxmlformats.org/drawingml/2006/main">
            <a:r>
              <a:t>技术边界：无锁限定常规队列发布与摘取；非全链无锁或硬实时保证，Start不等于首帧已出声。</a:t>
            </a:r>
          </a:p>
          <a:p xmlns:a="http://schemas.openxmlformats.org/drawingml/2006/main">
            <a:r>
              <a:t>源码与依据：</a:t>
            </a:r>
          </a:p>
          <a:p xmlns:a="http://schemas.openxmlformats.org/drawingml/2006/main">
            <a:r>
              <a:t>Start / pa_stream_cork L154–182：https://gitcode.com/openharmony/multimedia_audio_framework/blob/c42a228d60b64a90d6b05cf26278a89253e5310b/services/audio_service/server/src/pa_renderer_stream_impl.cpp#L154</a:t>
            </a:r>
          </a:p>
          <a:p xmlns:a="http://schemas.openxmlformats.org/drawingml/2006/main">
            <a:r>
              <a:t>PaLockGuard L25–63：https://gitcode.com/openharmony/multimedia_audio_framework/blob/c42a228d60b64a90d6b05cf26278a89253e5310b/services/audio_service/server/include/pa_adapter_tools.h#L25</a:t>
            </a:r>
          </a:p>
          <a:p xmlns:a="http://schemas.openxmlformats.org/drawingml/2006/main">
            <a:r>
              <a:t>RendererManager::Start L919–945：https://gitcode.com/openharmony/multimedia_audio_framework/blob/3a2688e805df970739e3b0cebf9cc05d8cb24e9b/services/audio_engine/manager/src/hpae_renderer_manager.cpp#L919</a:t>
            </a:r>
          </a:p>
          <a:p xmlns:a="http://schemas.openxmlformats.org/drawingml/2006/main">
            <a:r>
              <a:t>SendRequest L1755–1770：https://gitcode.com/openharmony/multimedia_audio_framework/blob/3a2688e805df970739e3b0cebf9cc05d8cb24e9b/services/audio_engine/manager/src/hpae_renderer_manager.cpp#L1755</a:t>
            </a:r>
          </a:p>
          <a:p xmlns:a="http://schemas.openxmlformats.org/drawingml/2006/main">
            <a:r>
              <a:t>PushRequest / HandleRequests / TryExpandQueue L57–145：https://gitcode.com/openharmony/multimedia_audio_framework/blob/3a2688e805df970739e3b0cebf9cc05d8cb24e9b/services/audio_engine/utils/hpae_no_lock_queue.cpp#L57</a:t>
            </a:r>
          </a:p>
          <a:p xmlns:a="http://schemas.openxmlformats.org/drawingml/2006/main">
            <a:r>
              <a:t>PushRequestNode 原子发布 L172–191：https://gitcode.com/openharmony/multimedia_audio_framework/blob/3a2688e805df970739e3b0cebf9cc05d8cb24e9b/services/audio_engine/utils/hpae_no_lock_queue.cpp#L172</a:t>
            </a:r>
          </a:p>
          <a:p xmlns:a="http://schemas.openxmlformats.org/drawingml/2006/main">
            <a:r>
              <a:t>ProcessRequests 批量执行 L227–262：https://gitcode.com/openharmony/multimedia_audio_framework/blob/3a2688e805df970739e3b0cebf9cc05d8cb24e9b/services/audio_engine/utils/hpae_no_lock_queue.cpp#L227</a:t>
            </a:r>
          </a:p>
          <a:p xmlns:a="http://schemas.openxmlformats.org/drawingml/2006/main">
            <a:r>
              <a:t>Notify / Run L75–125：https://gitcode.com/openharmony/multimedia_audio_framework/blob/3a2688e805df970739e3b0cebf9cc05d8cb24e9b/services/audio_engine/manager/src/hpae_signal_process_thread.cpp#L75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节点化：处理职责怎样复用</a:t>
            </a:r>
          </a:p>
          <a:p xmlns:a="http://schemas.openxmlformats.org/drawingml/2006/main">
            <a:r>
              <a:t>时间：4分钟</a:t>
            </a:r>
          </a:p>
          <a:p xmlns:a="http://schemas.openxmlformats.org/drawingml/2006/main">
            <a:r>
              <a:t>本页目标：讲清节点/簇/管理器分工及流级、场景级、输出级处理，建立复用的真实代码位置。</a:t>
            </a:r>
          </a:p>
          <a:p xmlns:a="http://schemas.openxmlformats.org/drawingml/2006/main">
            <a:r>
              <a:t>承接：已经解释运行时的线程和消息改进。</a:t>
            </a:r>
          </a:p>
          <a:p xmlns:a="http://schemas.openxmlformats.org/drawingml/2006/main">
            <a:r>
              <a:t/>
            </a:r>
          </a:p>
          <a:p xmlns:a="http://schemas.openxmlformats.org/drawingml/2006/main">
            <a:r>
              <a:t>线程和队列主要改善运行时的执行组织。节点化进一步回答：业务增加一种通路时，怎样复用已有处理能力？</a:t>
            </a:r>
          </a:p>
          <a:p xmlns:a="http://schemas.openxmlformats.org/drawingml/2006/main">
            <a:r>
              <a:t>先按职责看图。输入节点读出数据；流级处理承担格式适配、增益和可选会话音效；同场景的流在场景Mixer汇合，相关分支接渲染音效；多个场景再经OutputCluster的转换与输出Mixer汇入SinkOutput。图把几个节点折叠成职责组，真实顺序在附录展开。</a:t>
            </a:r>
          </a:p>
          <a:p xmlns:a="http://schemas.openxmlformats.org/drawingml/2006/main">
            <a:r>
              <a:t>Node负责局部计算，Cluster组合相关节点，Manager管理会话、场景簇、连接和状态。Manager不是每一轮机械从左向右遍历所有节点的调度器。实际由输出端拉取前驱结果，没有现成结果时才递归计算，PCM结果顺着数据方向返回。</a:t>
            </a:r>
          </a:p>
          <a:p xmlns:a="http://schemas.openxmlformats.org/drawingml/2006/main">
            <a:r>
              <a:t>复用也有两种含义：同一种Converter、Gain、Mixer职责可以在不同位置复用其实现；符合场景控制决策时，还可以复用默认场景簇实例。不能因此认为所有流都共享一个有状态音效实例。</a:t>
            </a:r>
          </a:p>
          <a:p xmlns:a="http://schemas.openxmlformats.org/drawingml/2006/main">
            <a:r>
              <a:t>源码里的Connect、可选SessionEffect分支，以及创建/共享/旁路簇的决策，是灵活组装的落点。相较旧HDI模块中分别展开的通路逻辑，它将职责进一步集中。下一页用真实可选会话音效接入，把“扩展性好”变成一个具体操作。</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转场：给一个会话接入音效，哪些节点能复用、连接怎样变化？</a:t>
            </a:r>
          </a:p>
          <a:p xmlns:a="http://schemas.openxmlformats.org/drawingml/2006/main">
            <a:r>
              <a:t>技术边界：Manager控制职责与拉图调用不同；复用类型不等于任意共享有状态实例。</a:t>
            </a:r>
          </a:p>
          <a:p xmlns:a="http://schemas.openxmlformats.org/drawingml/2006/main">
            <a:r>
              <a:t>源码与依据：</a:t>
            </a:r>
          </a:p>
          <a:p xmlns:a="http://schemas.openxmlformats.org/drawingml/2006/main">
            <a:r>
              <a:t>ProcessCluster::Connect L206–232：https://gitcode.com/openharmony/multimedia_audio_framework/blob/3a2688e805df970739e3b0cebf9cc05d8cb24e9b/services/audio_engine/node/src/hpae_process_cluster.cpp#L206</a:t>
            </a:r>
          </a:p>
          <a:p xmlns:a="http://schemas.openxmlformats.org/drawingml/2006/main">
            <a:r>
              <a:t>OutputCluster::Connect L110–135：https://gitcode.com/openharmony/multimedia_audio_framework/blob/3a2688e805df970739e3b0cebf9cc05d8cb24e9b/services/audio_engine/node/src/hpae_output_cluster.cpp#L110</a:t>
            </a:r>
          </a:p>
          <a:p xmlns:a="http://schemas.openxmlformats.org/drawingml/2006/main">
            <a:r>
              <a:t>CreateProcessClusterInner L179–240：https://gitcode.com/openharmony/multimedia_audio_framework/blob/3a2688e805df970739e3b0cebf9cc05d8cb24e9b/services/audio_engine/manager/src/hpae_renderer_manager.cpp#L179</a:t>
            </a:r>
          </a:p>
          <a:p xmlns:a="http://schemas.openxmlformats.org/drawingml/2006/main">
            <a:r>
              <a:t>InputPort::ReadPreOutputData L315–325：https://gitcode.com/openharmony/multimedia_audio_framework/blob/3a2688e805df970739e3b0cebf9cc05d8cb24e9b/services/audio_engine/node/include/hpae_node.h#L315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一个会话接入音效，哪些逻辑能复用</a:t>
            </a:r>
          </a:p>
          <a:p xmlns:a="http://schemas.openxmlformats.org/drawingml/2006/main">
            <a:r>
              <a:t>时间：3分钟</a:t>
            </a:r>
          </a:p>
          <a:p xmlns:a="http://schemas.openxmlformats.org/drawingml/2006/main">
            <a:r>
              <a:t>本页目标：以源码确认的可选会话音效功能解释新增需求的组合接入，具体展示复用和约束。</a:t>
            </a:r>
          </a:p>
          <a:p xmlns:a="http://schemas.openxmlformats.org/drawingml/2006/main">
            <a:r>
              <a:t>承接：上一页建立了节点、簇和管理器的职责。</a:t>
            </a:r>
          </a:p>
          <a:p xmlns:a="http://schemas.openxmlformats.org/drawingml/2006/main">
            <a:r>
              <a:t/>
            </a:r>
          </a:p>
          <a:p xmlns:a="http://schemas.openxmlformats.org/drawingml/2006/main">
            <a:r>
              <a:t>假设需求是给一个会话启用独立音效，而其他已有处理职责继续工作。这里使用公开代码已实现的能力作例子，不将它包装为未经提供的内部项目故事。</a:t>
            </a:r>
          </a:p>
          <a:p xmlns:a="http://schemas.openxmlformats.org/drawingml/2006/main">
            <a:r>
              <a:t>当前ProcessCluster::CreateSessionEffectNode先检查该会话是否已绑定音效，确认Converter和LoudnessGain节点存在，再创建会话音效节点并初始化实例。初始化失败时返回错误；成功后才把Converter到LoudnessGain之间的原连接拆开，改成Converter接SessionEffect，SessionEffect接LoudnessGain，最后登记到会话映射。</a:t>
            </a:r>
          </a:p>
          <a:p xmlns:a="http://schemas.openxmlformats.org/drawingml/2006/main">
            <a:r>
              <a:t>这样，已有转换、增益和后续Mixer职责继续复用，新能力集中在一个处理单元及其连接，而不必重写整条通路。Connect函数也会根据是否存在SessionEffect选择前驱。相较旧集成把场景处理放在HDI专用路径函数内，新模型提供了明确的局部组合位置。这里不声称存在同功能跨版本代码量对比。</a:t>
            </a:r>
          </a:p>
          <a:p xmlns:a="http://schemas.openxmlformats.org/drawingml/2006/main">
            <a:r>
              <a:t>组合仍然有契约。当前会话音效相关输入要求48kHz双声道，还要管理初始化、启动、Flush、销毁与设备迁移状态。这些约束需要算法与框架一起对齐。节点化让接口和责任更明确，并不让任意算法可以无条件插入。</a:t>
            </a:r>
          </a:p>
          <a:p xmlns:a="http://schemas.openxmlformats.org/drawingml/2006/main">
            <a:r>
              <a:t>下页把这个局部能力放回策略、服务和设备变化的全过程，检查自研创新究竟服务于谁。</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转场：把三项创新放回开场场景，看策略如何驱动、各层怎样协同执行。</a:t>
            </a:r>
          </a:p>
          <a:p xmlns:a="http://schemas.openxmlformats.org/drawingml/2006/main">
            <a:r>
              <a:t>技术边界：SessionEffect有格式和状态条件；不提供未经核实的旧新代码量或交付周期对比。</a:t>
            </a:r>
          </a:p>
          <a:p xmlns:a="http://schemas.openxmlformats.org/drawingml/2006/main">
            <a:r>
              <a:t>源码与依据：</a:t>
            </a:r>
          </a:p>
          <a:p xmlns:a="http://schemas.openxmlformats.org/drawingml/2006/main">
            <a:r>
              <a:t>CreateSessionEffectNode L547–582：https://gitcode.com/openharmony/multimedia_audio_framework/blob/3a2688e805df970739e3b0cebf9cc05d8cb24e9b/services/audio_engine/node/src/hpae_process_cluster.cpp#L547</a:t>
            </a:r>
          </a:p>
          <a:p xmlns:a="http://schemas.openxmlformats.org/drawingml/2006/main">
            <a:r>
              <a:t>SessionEffect 输入格式约束 L351–365：https://gitcode.com/openharmony/multimedia_audio_framework/blob/3a2688e805df970739e3b0cebf9cc05d8cb24e9b/services/audio_engine/node/src/hpae_process_cluster.cpp#L351</a:t>
            </a:r>
          </a:p>
          <a:p xmlns:a="http://schemas.openxmlformats.org/drawingml/2006/main">
            <a:r>
              <a:t>ProcessCluster::Connect L206–232：https://gitcode.com/openharmony/multimedia_audio_framework/blob/3a2688e805df970739e3b0cebf9cc05d8cb24e9b/services/audio_engine/node/src/hpae_process_cluster.cpp#L206</a:t>
            </a:r>
          </a:p>
          <a:p xmlns:a="http://schemas.openxmlformats.org/drawingml/2006/main">
            <a:r>
              <a:t>SinkRenderPrimaryProcess L2315–2354：https://gitcode.com/openharmony/multimedia_audio_framework/blob/c42a228d60b64a90d6b05cf26278a89253e5310b/frameworks/native/pulseaudio/modules/hdi/hdi_sink.c#L2315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回到全局：策略驱动，执行侧协同落实</a:t>
            </a:r>
          </a:p>
          <a:p xmlns:a="http://schemas.openxmlformats.org/drawingml/2006/main">
            <a:r>
              <a:t>时间：4分钟</a:t>
            </a:r>
          </a:p>
          <a:p xmlns:a="http://schemas.openxmlformats.org/drawingml/2006/main">
            <a:r>
              <a:t>本页目标：重新连接开场场景和各层，说明自研机制怎样承接策略而非孤立优化。</a:t>
            </a:r>
          </a:p>
          <a:p xmlns:a="http://schemas.openxmlformats.org/drawingml/2006/main">
            <a:r>
              <a:t>承接：已经讲完线程/Buffer、消息队列与节点复用。</a:t>
            </a:r>
          </a:p>
          <a:p xmlns:a="http://schemas.openxmlformats.org/drawingml/2006/main">
            <a:r>
              <a:t/>
            </a:r>
          </a:p>
          <a:p xmlns:a="http://schemas.openxmlformats.org/drawingml/2006/main">
            <a:r>
              <a:t>回到开场。音乐播放、游戏加入、提醒出现、切到耳机，仍然是同一组动作。现在我们可以把系统决定与执行机制放在一起。</a:t>
            </a:r>
          </a:p>
          <a:p xmlns:a="http://schemas.openxmlformats.org/drawingml/2006/main">
            <a:r>
              <a:t>策略根据焦点、会话、设备和音量规则决定行为，也可能通知相关应用处理中断或闪避。流服务协调启动条件、状态与共享缓冲；引擎接收适用的管理请求，更新节点与处理通路；设备适配把结果交给目标输出。图表示职责协作，中间IPC和异步回程有折叠，不能读成单一同步时序。</a:t>
            </a:r>
          </a:p>
          <a:p xmlns:a="http://schemas.openxmlformats.org/drawingml/2006/main">
            <a:r>
              <a:t>当允许的新流加入，节点组合让已有转换、增益、混音职责继续复用。当需要启动或调整连接，相关管理请求通过队列交给执行侧处理。当处理图需要向设备供数，精简后的线程调用链减少已核验的交接边界。</a:t>
            </a:r>
          </a:p>
          <a:p xmlns:a="http://schemas.openxmlformats.org/drawingml/2006/main">
            <a:r>
              <a:t>切换目标设备时，同样不能只关注最后一次RenderFrame。普通可移动会话会保留SinkInput，拆旧连接，更新设备及span，按状态重连处理簇。服务与设备侧还必须保持资源和状态一致。每个层面都可能影响最终体验。</a:t>
            </a:r>
          </a:p>
          <a:p xmlns:a="http://schemas.openxmlformats.org/drawingml/2006/main">
            <a:r>
              <a:t>因此，策略做出正确决定是前提，服务把生命周期和条件协调好，引擎高效执行，设备侧按约输出，才能让用户感到整个系统反应合理。后面评价收益，也必须同时观察引擎局部与端到端结果。</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转场：评价收益时，局部改进与端到端效果应该怎样关联？</a:t>
            </a:r>
          </a:p>
          <a:p xmlns:a="http://schemas.openxmlformats.org/drawingml/2006/main">
            <a:r>
              <a:t>技术边界：不把策略的直接影响理解为全都同步直调引擎，设备迁移限定可移动路径。</a:t>
            </a:r>
          </a:p>
          <a:p xmlns:a="http://schemas.openxmlformats.org/drawingml/2006/main">
            <a:r>
              <a:t>源码与依据：</a:t>
            </a:r>
          </a:p>
          <a:p xmlns:a="http://schemas.openxmlformats.org/drawingml/2006/main">
            <a:r>
              <a:t>ActivateAudioInterrupt L818–853：https://gitcode.com/openharmony/multimedia_audio_framework/blob/3a2688e805df970739e3b0cebf9cc05d8cb24e9b/services/audio_policy/server/domain/zone/src/audio_zone_service.cpp#L818</a:t>
            </a:r>
          </a:p>
          <a:p xmlns:a="http://schemas.openxmlformats.org/drawingml/2006/main">
            <a:r>
              <a:t>FetchOutputDevices L966–978：https://gitcode.com/openharmony/multimedia_audio_framework/blob/3a2688e805df970739e3b0cebf9cc05d8cb24e9b/services/audio_policy/server/domain/zone/src/audio_zone_service.cpp#L966</a:t>
            </a:r>
          </a:p>
          <a:p xmlns:a="http://schemas.openxmlformats.org/drawingml/2006/main">
            <a:r>
              <a:t>SetSystemVolumeLevel L720–734：https://gitcode.com/openharmony/multimedia_audio_framework/blob/3a2688e805df970739e3b0cebf9cc05d8cb24e9b/services/audio_policy/server/domain/zone/src/audio_zone_service.cpp#L720</a:t>
            </a:r>
          </a:p>
          <a:p xmlns:a="http://schemas.openxmlformats.org/drawingml/2006/main">
            <a:r>
              <a:t>StartInner L1576–1606：https://gitcode.com/openharmony/multimedia_audio_framework/blob/3a2688e805df970739e3b0cebf9cc05d8cb24e9b/services/audio_service/server/src/renderer_in_server.cpp#L1576</a:t>
            </a:r>
          </a:p>
          <a:p xmlns:a="http://schemas.openxmlformats.org/drawingml/2006/main">
            <a:r>
              <a:t>SendRequest L1755–1770：https://gitcode.com/openharmony/multimedia_audio_framework/blob/3a2688e805df970739e3b0cebf9cc05d8cb24e9b/services/audio_engine/manager/src/hpae_renderer_manager.cpp#L1755</a:t>
            </a:r>
          </a:p>
          <a:p xmlns:a="http://schemas.openxmlformats.org/drawingml/2006/main">
            <a:r>
              <a:t>ProcessCluster::Connect L206–232：https://gitcode.com/openharmony/multimedia_audio_framework/blob/3a2688e805df970739e3b0cebf9cc05d8cb24e9b/services/audio_engine/node/src/hpae_process_cluster.cpp#L206</a:t>
            </a:r>
          </a:p>
          <a:p xmlns:a="http://schemas.openxmlformats.org/drawingml/2006/main">
            <a:r>
              <a:t>MoveSinkInputByIndexOrName L1065–1095：https://gitcode.com/openharmony/multimedia_audio_framework/blob/3a2688e805df970739e3b0cebf9cc05d8cb24e9b/services/audio_engine/manager/src/hpae_manager.cpp#L1065</a:t>
            </a:r>
          </a:p>
          <a:p xmlns:a="http://schemas.openxmlformats.org/drawingml/2006/main">
            <a:r>
              <a:t>AddSingleNodeToSink L106–179：https://gitcode.com/openharmony/multimedia_audio_framework/blob/3a2688e805df970739e3b0cebf9cc05d8cb24e9b/services/audio_engine/manager/src/hpae_renderer_manager.cpp#L106</a:t>
            </a:r>
          </a:p>
          <a:p xmlns:a="http://schemas.openxmlformats.org/drawingml/2006/main">
            <a:r>
              <a:t>SinkOutput::DoProcess / RenderFrame L121–165：https://gitcode.com/openharmony/multimedia_audio_framework/blob/3a2688e805df970739e3b0cebf9cc05d8cb24e9b/services/audio_engine/node/src/hpae_sink_output_node.cpp#L121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收益怎样在整条音频链路上体现</a:t>
            </a:r>
          </a:p>
          <a:p xmlns:a="http://schemas.openxmlformats.org/drawingml/2006/main">
            <a:r>
              <a:t>时间：4分钟</a:t>
            </a:r>
          </a:p>
          <a:p xmlns:a="http://schemas.openxmlformats.org/drawingml/2006/main">
            <a:r>
              <a:t>本页目标：将创新关联时延/性能/功耗/扩展，明确局部与端到端不同并呈现团队定性成果。</a:t>
            </a:r>
          </a:p>
          <a:p xmlns:a="http://schemas.openxmlformats.org/drawingml/2006/main">
            <a:r>
              <a:t>承接：三项创新已经回到全局协同。</a:t>
            </a:r>
          </a:p>
          <a:p xmlns:a="http://schemas.openxmlformats.org/drawingml/2006/main">
            <a:r>
              <a:t/>
            </a:r>
          </a:p>
          <a:p xmlns:a="http://schemas.openxmlformats.org/drawingml/2006/main">
            <a:r>
              <a:t>团队给出的定性成果是降低时延、提升性能、降低功耗，并保持抗抖动能力。现在把这些结果与我们刚刚解释的机制联系起来。</a:t>
            </a:r>
          </a:p>
          <a:p xmlns:a="http://schemas.openxmlformats.org/drawingml/2006/main">
            <a:r>
              <a:t>减少线程与Buffer中转，减少声音在执行边界之间等待的机会；常规控制队列减少互斥锁竞争，有助于请求进入执行侧。这两类改动可影响响应和资源开销，但一次RenderFrame前的局部耗时不等于应用事件到声音出现的完整时延。应用供数、策略协调、设备连接和驱动仍在链路里。</a:t>
            </a:r>
          </a:p>
          <a:p xmlns:a="http://schemas.openxmlformats.org/drawingml/2006/main">
            <a:r>
              <a:t>性能和功耗同样要区分观察对象。局部CPU时间、线程唤醒和调度情况帮助定位原因。最终CPU占用、单位时间处理能力或设备能量，需要在相同业务语义与设备负载下观察。少一次唤醒是机制机会，不能直接换算成固定功耗百分比。</a:t>
            </a:r>
          </a:p>
          <a:p xmlns:a="http://schemas.openxmlformats.org/drawingml/2006/main">
            <a:r>
              <a:t>节点化主要体现为处理职责复用、修改范围更集中及扩展接口更明确。评价时可以看新增需求改动了哪些模块、需要补哪些适配与回归，而不只数节点数量。我们没有内部工程量数据，因此不编造交付周期缩短幅度。</a:t>
            </a:r>
          </a:p>
          <a:p xmlns:a="http://schemas.openxmlformats.org/drawingml/2006/main">
            <a:r>
              <a:t>对听众而言，这一页把“做了什么”连到“为什么值得做”，也明确结果要在哪里测。下一页给一份能执行的全场景验证设计，说明未来真实数据应该怎样补进来。</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转场：同一组音乐/游戏/提醒/切耳机场景，怎样比较旧新方案？</a:t>
            </a:r>
          </a:p>
          <a:p xmlns:a="http://schemas.openxmlformats.org/drawingml/2006/main">
            <a:r>
              <a:t>技术边界：上屏为机制与评价维度对应，不是测量结果；局部与端到端不能自动同比。</a:t>
            </a:r>
          </a:p>
          <a:p xmlns:a="http://schemas.openxmlformats.org/drawingml/2006/main">
            <a:r>
              <a:t>源码与依据：</a:t>
            </a:r>
          </a:p>
          <a:p xmlns:a="http://schemas.openxmlformats.org/drawingml/2006/main">
            <a:r>
              <a:t>ProcessRenderUseTiming L2449–2477：https://gitcode.com/openharmony/multimedia_audio_framework/blob/c42a228d60b64a90d6b05cf26278a89253e5310b/frameworks/native/pulseaudio/modules/hdi/hdi_sink.c#L2449</a:t>
            </a:r>
          </a:p>
          <a:p xmlns:a="http://schemas.openxmlformats.org/drawingml/2006/main">
            <a:r>
              <a:t>ProcessHdiRendererPrimary / ThreadFuncWriteHDI L3821–3887：https://gitcode.com/openharmony/multimedia_audio_framework/blob/c42a228d60b64a90d6b05cf26278a89253e5310b/frameworks/native/pulseaudio/modules/hdi/hdi_sink.c#L3821</a:t>
            </a:r>
          </a:p>
          <a:p xmlns:a="http://schemas.openxmlformats.org/drawingml/2006/main">
            <a:r>
              <a:t>SinkOutput::DoProcess / RenderFrame L121–165：https://gitcode.com/openharmony/multimedia_audio_framework/blob/3a2688e805df970739e3b0cebf9cc05d8cb24e9b/services/audio_engine/node/src/hpae_sink_output_node.cpp#L121</a:t>
            </a:r>
          </a:p>
          <a:p xmlns:a="http://schemas.openxmlformats.org/drawingml/2006/main">
            <a:r>
              <a:t>PushRequest / HandleRequests / TryExpandQueue L57–145：https://gitcode.com/openharmony/multimedia_audio_framework/blob/3a2688e805df970739e3b0cebf9cc05d8cb24e9b/services/audio_engine/utils/hpae_no_lock_queue.cpp#L57</a:t>
            </a:r>
          </a:p>
          <a:p xmlns:a="http://schemas.openxmlformats.org/drawingml/2006/main">
            <a:r>
              <a:t>CreateProcessClusterInner L179–240：https://gitcode.com/openharmony/multimedia_audio_framework/blob/3a2688e805df970739e3b0cebf9cc05d8cb24e9b/services/audio_engine/manager/src/hpae_renderer_manager.cpp#L179</a:t>
            </a:r>
          </a:p>
          <a:p xmlns:a="http://schemas.openxmlformats.org/drawingml/2006/main">
            <a:r>
              <a:t>CreateSessionEffectNode L547–582：https://gitcode.com/openharmony/multimedia_audio_framework/blob/3a2688e805df970739e3b0cebf9cc05d8cb24e9b/services/audio_engine/node/src/hpae_process_cluster.cpp#L547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用同一个完整场景验证改进</a:t>
            </a:r>
          </a:p>
          <a:p xmlns:a="http://schemas.openxmlformats.org/drawingml/2006/main">
            <a:r>
              <a:t>时间：4分钟</a:t>
            </a:r>
          </a:p>
          <a:p xmlns:a="http://schemas.openxmlformats.org/drawingml/2006/main">
            <a:r>
              <a:t>本页目标：在缺少产品实测资料时，给可执行验证设计而不编造结果，覆盖设备/负载/扰动/指标。</a:t>
            </a:r>
          </a:p>
          <a:p xmlns:a="http://schemas.openxmlformats.org/drawingml/2006/main">
            <a:r>
              <a:t>承接：机制与收益的关系已经明确。</a:t>
            </a:r>
          </a:p>
          <a:p xmlns:a="http://schemas.openxmlformats.org/drawingml/2006/main">
            <a:r>
              <a:t/>
            </a:r>
          </a:p>
          <a:p xmlns:a="http://schemas.openxmlformats.org/drawingml/2006/main">
            <a:r>
              <a:t>这一页提供验证设计，尚未执行产品对比。先选可比较基线：同一产品、同一硬件和同业务功能，尽量在可切换引擎的可比构建上进行。5.1与当前master在很多方面都不同，不能把整套版本差异全归因于引擎。</a:t>
            </a:r>
          </a:p>
          <a:p xmlns:a="http://schemas.openxmlformats.org/drawingml/2006/main">
            <a:r>
              <a:t>固定音乐、游戏音效、提醒和切耳机的事件脚本，保持格式、并发语义、音效功能、音量、设备和环境条件可比。缓冲及线程配置可能正是优化变量，应记录各自设置；不要为了数字好看隐去差异。性能测试还应记录温度、后台负载、测试时长和重复次数。</a:t>
            </a:r>
          </a:p>
          <a:p xmlns:a="http://schemas.openxmlformats.org/drawingml/2006/main">
            <a:r>
              <a:t>响应时延要定义起止点，例如应用事件到回环或声学检测到目标声音，并对齐时钟；同时记录关键控制及处理阶段，才能解释长尾来自哪一层。CPU与线程唤醒用于定位开销，设备能量则需要同负载、同测量窗口和方法。</a:t>
            </a:r>
          </a:p>
          <a:p xmlns:a="http://schemas.openxmlformats.org/drawingml/2006/main">
            <a:r>
              <a:t>连续性要在无扰动和受控扰动条件下分别观察。按相同方法增加供数或调度压力，记录欠载、断音与切换结果，检查降低时延后是否保持抗抖动。也要验证策略行为是否符合预期，不能只听到声音就算通过。</a:t>
            </a:r>
          </a:p>
          <a:p xmlns:a="http://schemas.openxmlformats.org/drawingml/2006/main">
            <a:r>
              <a:t>目前团队定性结论已明确，量化数据和平台资料尚待补充。取得资料后，就能沿这张图填入带条件的结果，而不是制作脱离场景的漂亮数字。</a:t>
            </a:r>
          </a:p>
          <a:p xmlns:a="http://schemas.openxmlformats.org/drawingml/2006/main">
            <a:r>
              <a:t/>
            </a:r>
          </a:p>
          <a:p xmlns:a="http://schemas.openxmlformats.org/drawingml/2006/main">
            <a:r>
              <a:t>演示：无</a:t>
            </a:r>
          </a:p>
          <a:p xmlns:a="http://schemas.openxmlformats.org/drawingml/2006/main">
            <a:r>
              <a:t>讲述安排：按本页分钟数讲述：先联系场景，再解释图，最后回扣结论并转场。</a:t>
            </a:r>
          </a:p>
          <a:p xmlns:a="http://schemas.openxmlformats.org/drawingml/2006/main">
            <a:r>
              <a:t>转场：用贯穿场景收束，回顾整个音频底座的协同与演进。</a:t>
            </a:r>
          </a:p>
          <a:p xmlns:a="http://schemas.openxmlformats.org/drawingml/2006/main">
            <a:r>
              <a:t>技术边界：拟议测量方案，不展示伪造数据；5.1与master的结构对照不等同受控性能对比。</a:t>
            </a:r>
          </a:p>
          <a:p xmlns:a="http://schemas.openxmlformats.org/drawingml/2006/main">
            <a:r>
              <a:t>源码与依据：</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鸿蒙音频底座的协同与演进</a:t>
            </a:r>
          </a:p>
          <a:p xmlns:a="http://schemas.openxmlformats.org/drawingml/2006/main">
            <a:r>
              <a:t>时间：4分钟</a:t>
            </a:r>
          </a:p>
          <a:p xmlns:a="http://schemas.openxmlformats.org/drawingml/2006/main">
            <a:r>
              <a:t>本页目标：以贯穿场景总结策略/服务/引擎/设备全局关系、三项创新和收益，进入答疑。</a:t>
            </a:r>
          </a:p>
          <a:p xmlns:a="http://schemas.openxmlformats.org/drawingml/2006/main">
            <a:r>
              <a:t>承接：已经明确收益评价和完整场景验证方法。</a:t>
            </a:r>
          </a:p>
          <a:p xmlns:a="http://schemas.openxmlformats.org/drawingml/2006/main">
            <a:r>
              <a:t/>
            </a:r>
          </a:p>
          <a:p xmlns:a="http://schemas.openxmlformats.org/drawingml/2006/main">
            <a:r>
              <a:t>再听开场同一段声音。音乐、游戏和提醒没有变，我们现在可以解释支撑它们的整个系统。</a:t>
            </a:r>
          </a:p>
          <a:p xmlns:a="http://schemas.openxmlformats.org/drawingml/2006/main">
            <a:r>
              <a:t>策略组织行为：谁能播放、怎样并发、选择什么设备、如何处理音量与焦点。流服务协调状态和数据条件。引擎执行处理与提交，设备适配和驱动把声音送到真实输出。只有这些职责衔接正确，用户才会感到系统行为合理。</a:t>
            </a:r>
          </a:p>
          <a:p xmlns:a="http://schemas.openxmlformats.org/drawingml/2006/main">
            <a:r>
              <a:t>我们先看旧PA集成，理解已经具备的能力和执行边界，再看自研改变。线程与Buffer精简减少已核验的跨线程交接；无锁消息队列改善常规控制请求发布与消费；节点化把转换、增益、混音和音效组织成可复用处理单元。这三项改动分别作用于执行链、控制流与通路组织。</a:t>
            </a:r>
          </a:p>
          <a:p xmlns:a="http://schemas.openxmlformats.org/drawingml/2006/main">
            <a:r>
              <a:t>团队提供的成果是时延降低、性能提升、功耗降低，兼顾端到端抗抖动，同时改善扩展性。源码解释机制，完整场景测试验证系统收益，具体幅度仍需要带条件的数据。</a:t>
            </a:r>
          </a:p>
          <a:p xmlns:a="http://schemas.openxmlformats.org/drawingml/2006/main">
            <a:r>
              <a:t>请大家各用一句话回答：收到新需求时，先找哪一层作决定？改变执行模型时，哪些连续性和状态约束必须守住？讨论收益时，观察的是局部阶段还是用户端到端体验？能区分这些问题，就能在算法、框架、设备与测试之间更有效地协作。</a:t>
            </a:r>
          </a:p>
          <a:p xmlns:a="http://schemas.openxmlformats.org/drawingml/2006/main">
            <a:r>
              <a:t>下面五分钟答疑。需要深入线程、队列、节点或设备迁移时，我们进入对应附录。</a:t>
            </a:r>
          </a:p>
          <a:p xmlns:a="http://schemas.openxmlformats.org/drawingml/2006/main">
            <a:r>
              <a:t/>
            </a:r>
          </a:p>
          <a:p xmlns:a="http://schemas.openxmlformats.org/drawingml/2006/main">
            <a:r>
              <a:t>演示：回放A：01_scene_mix.wav，10秒。</a:t>
            </a:r>
          </a:p>
          <a:p xmlns:a="http://schemas.openxmlformats.org/drawingml/2006/main">
            <a:r>
              <a:t>讲述安排：按本页分钟数讲述：先联系场景，再解释图，最后回扣结论并转场。</a:t>
            </a:r>
          </a:p>
          <a:p xmlns:a="http://schemas.openxmlformats.org/drawingml/2006/main">
            <a:r>
              <a:t>转场：进入5分钟Q&amp;A，按问题选择A1–A6。</a:t>
            </a:r>
          </a:p>
          <a:p xmlns:a="http://schemas.openxmlformats.org/drawingml/2006/main">
            <a:r>
              <a:t>技术边界：收束归纳，不新增产品性能保证或统一策略规则。</a:t>
            </a:r>
          </a:p>
          <a:p xmlns:a="http://schemas.openxmlformats.org/drawingml/2006/main">
            <a:r>
              <a:t>源码与依据：</a:t>
            </a:r>
          </a:p>
          <a:p xmlns:a="http://schemas.openxmlformats.org/drawingml/2006/main">
            <a:r>
              <a:t>ActivateAudioInterrupt L818–853：https://gitcode.com/openharmony/multimedia_audio_framework/blob/3a2688e805df970739e3b0cebf9cc05d8cb24e9b/services/audio_policy/server/domain/zone/src/audio_zone_service.cpp#L818</a:t>
            </a:r>
          </a:p>
          <a:p xmlns:a="http://schemas.openxmlformats.org/drawingml/2006/main">
            <a:r>
              <a:t>FetchOutputDevices L966–978：https://gitcode.com/openharmony/multimedia_audio_framework/blob/3a2688e805df970739e3b0cebf9cc05d8cb24e9b/services/audio_policy/server/domain/zone/src/audio_zone_service.cpp#L966</a:t>
            </a:r>
          </a:p>
          <a:p xmlns:a="http://schemas.openxmlformats.org/drawingml/2006/main">
            <a:r>
              <a:t>StartInner L1576–1606：https://gitcode.com/openharmony/multimedia_audio_framework/blob/3a2688e805df970739e3b0cebf9cc05d8cb24e9b/services/audio_service/server/src/renderer_in_server.cpp#L1576</a:t>
            </a:r>
          </a:p>
          <a:p xmlns:a="http://schemas.openxmlformats.org/drawingml/2006/main">
            <a:r>
              <a:t>Notify / Run L75–125：https://gitcode.com/openharmony/multimedia_audio_framework/blob/3a2688e805df970739e3b0cebf9cc05d8cb24e9b/services/audio_engine/manager/src/hpae_signal_process_thread.cpp#L75</a:t>
            </a:r>
          </a:p>
          <a:p xmlns:a="http://schemas.openxmlformats.org/drawingml/2006/main">
            <a:r>
              <a:t>ProcessCluster::Connect L206–232：https://gitcode.com/openharmony/multimedia_audio_framework/blob/3a2688e805df970739e3b0cebf9cc05d8cb24e9b/services/audio_engine/node/src/hpae_process_cluster.cpp#L206</a:t>
            </a:r>
          </a:p>
          <a:p xmlns:a="http://schemas.openxmlformats.org/drawingml/2006/main">
            <a:r>
              <a:t>SinkOutput::DoProcess / RenderFrame L121–165：https://gitcode.com/openharmony/multimedia_audio_framework/blob/3a2688e805df970739e3b0cebf9cc05d8cb24e9b/services/audio_engine/node/src/hpae_sink_output_node.cpp#L121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线程与Buffer边界对照</a:t>
            </a:r>
          </a:p>
          <a:p xmlns:a="http://schemas.openxmlformats.org/drawingml/2006/main">
            <a:r>
              <a:t>时间：0分钟</a:t>
            </a:r>
          </a:p>
          <a:p xmlns:a="http://schemas.openxmlformats.org/drawingml/2006/main">
            <a:r>
              <a:t>本页目标：补足新旧线程/Buffer的局部细节，避免用线程或缓存对象个数推断全链收益。</a:t>
            </a:r>
          </a:p>
          <a:p xmlns:a="http://schemas.openxmlformats.org/drawingml/2006/main">
            <a:r>
              <a:t>承接：按线程与缓存问题进入。</a:t>
            </a:r>
          </a:p>
          <a:p xmlns:a="http://schemas.openxmlformats.org/drawingml/2006/main">
            <a:r>
              <a:t/>
            </a:r>
          </a:p>
          <a:p xmlns:a="http://schemas.openxmlformats.org/drawingml/2006/main">
            <a:r>
              <a:t>旧方案还有PA daemon主循环、PaAdapterManager的threaded mainloop、HDI模块渲染和设备写入等执行角色。它们不一定全部每流独占，也不能从函数名直接得到产品线程总数。本图只展开普通主输出中已经逐函数确认的一段。</a:t>
            </a:r>
          </a:p>
          <a:p xmlns:a="http://schemas.openxmlformats.org/drawingml/2006/main">
            <a:r>
              <a:t>服务端数据通过libpulse流写入，PA流有缓冲请求和协商语义。hdi_sink渲染侧生成chunk，通过primary.dq交给独立HDI写线程。队列传递的是memchunk及其内存引用，不应假定每交接都必然复制整块音频。</a:t>
            </a:r>
          </a:p>
          <a:p xmlns:a="http://schemas.openxmlformats.org/drawingml/2006/main">
            <a:r>
              <a:t>当前HPAE普通回调拉取链中，服务端从共享音频缓冲复制到SinkInput请求内存，后续Converter可能保留格式/块长适配数据，SinkOutput按提交粒度拼帧，再在处理调用链中RenderFrame。旧primary.dq与独立写线程之间的边界不再位于这条引擎提交链中，但设备适配和驱动内部行为必须继续看具体实现。</a:t>
            </a:r>
          </a:p>
          <a:p xmlns:a="http://schemas.openxmlformats.org/drawingml/2006/main">
            <a:r>
              <a:t>因此，说Buffer减少时需要标明位置：这里直接证明的是一处中转交接消失，当前仍有必要缓存。PA的20/80毫秒参数是请求属性，不是测得的端到端时延；当前mixer常见20毫秒块长也不是全链统一周期。</a:t>
            </a:r>
          </a:p>
          <a:p xmlns:a="http://schemas.openxmlformats.org/drawingml/2006/main">
            <a:r>
              <a:t>要补全某产品的完整线程及缓存清单，应结合构建配置、运行时dump和实际设备路径逐一对应。静态源码不能替代运行时库存与调度测量。</a:t>
            </a:r>
          </a:p>
          <a:p xmlns:a="http://schemas.openxmlformats.org/drawingml/2006/main">
            <a:r>
              <a:t/>
            </a:r>
          </a:p>
          <a:p xmlns:a="http://schemas.openxmlformats.org/drawingml/2006/main">
            <a:r>
              <a:t>演示：无</a:t>
            </a:r>
          </a:p>
          <a:p xmlns:a="http://schemas.openxmlformats.org/drawingml/2006/main">
            <a:r>
              <a:t>讲述安排：按答疑问题选择展开，附录不计主讲时长。</a:t>
            </a:r>
          </a:p>
          <a:p xmlns:a="http://schemas.openxmlformats.org/drawingml/2006/main">
            <a:r>
              <a:t>转场：需要无锁队列并发细节时看A2。</a:t>
            </a:r>
          </a:p>
          <a:p xmlns:a="http://schemas.openxmlformats.org/drawingml/2006/main">
            <a:r>
              <a:t>技术边界：不从请求缓冲属性推导产品时延或线程总数。</a:t>
            </a:r>
          </a:p>
          <a:p xmlns:a="http://schemas.openxmlformats.org/drawingml/2006/main">
            <a:r>
              <a:t>源码与依据：</a:t>
            </a:r>
          </a:p>
          <a:p xmlns:a="http://schemas.openxmlformats.org/drawingml/2006/main">
            <a:r>
              <a:t>paDaemonThread / ohos_pa_main L261–273：https://gitcode.com/openharmony/multimedia_audio_framework/blob/c42a228d60b64a90d6b05cf26278a89253e5310b/services/audio_service/server/src/audio_server.cpp#L261</a:t>
            </a:r>
          </a:p>
          <a:p xmlns:a="http://schemas.openxmlformats.org/drawingml/2006/main">
            <a:r>
              <a:t>pa_stream_write / PAStreamWriteCb L699–755：https://gitcode.com/openharmony/multimedia_audio_framework/blob/c42a228d60b64a90d6b05cf26278a89253e5310b/services/audio_service/server/src/pa_renderer_stream_impl.cpp#L699</a:t>
            </a:r>
          </a:p>
          <a:p xmlns:a="http://schemas.openxmlformats.org/drawingml/2006/main">
            <a:r>
              <a:t>ConnectRendererStreamToPA L673–702：https://gitcode.com/openharmony/multimedia_audio_framework/blob/c42a228d60b64a90d6b05cf26278a89253e5310b/services/audio_service/server/src/pa_adapter_manager.cpp#L673</a:t>
            </a:r>
          </a:p>
          <a:p xmlns:a="http://schemas.openxmlformats.org/drawingml/2006/main">
            <a:r>
              <a:t>ProcessRenderUseTiming L2449–2477：https://gitcode.com/openharmony/multimedia_audio_framework/blob/c42a228d60b64a90d6b05cf26278a89253e5310b/frameworks/native/pulseaudio/modules/hdi/hdi_sink.c#L2449</a:t>
            </a:r>
          </a:p>
          <a:p xmlns:a="http://schemas.openxmlformats.org/drawingml/2006/main">
            <a:r>
              <a:t>ProcessHdiRendererPrimary / ThreadFuncWriteHDI L3821–3887：https://gitcode.com/openharmony/multimedia_audio_framework/blob/c42a228d60b64a90d6b05cf26278a89253e5310b/frameworks/native/pulseaudio/modules/hdi/hdi_sink.c#L3821</a:t>
            </a:r>
          </a:p>
          <a:p xmlns:a="http://schemas.openxmlformats.org/drawingml/2006/main">
            <a:r>
              <a:t>WriteData L1122–1161：https://gitcode.com/openharmony/multimedia_audio_framework/blob/3a2688e805df970739e3b0cebf9cc05d8cb24e9b/services/audio_service/server/src/renderer_in_server.cpp#L1122</a:t>
            </a:r>
          </a:p>
          <a:p xmlns:a="http://schemas.openxmlformats.org/drawingml/2006/main">
            <a:r>
              <a:t>ExtractOutputFromProcessedBuffer L815–840：https://gitcode.com/openharmony/multimedia_audio_framework/blob/3a2688e805df970739e3b0cebf9cc05d8cb24e9b/services/audio_engine/node/src/hpae_audio_format_converter_node.cpp#L815</a:t>
            </a:r>
          </a:p>
          <a:p xmlns:a="http://schemas.openxmlformats.org/drawingml/2006/main">
            <a:r>
              <a:t>ReadDataAndConvertFormat L680–707：https://gitcode.com/openharmony/multimedia_audio_framework/blob/3a2688e805df970739e3b0cebf9cc05d8cb24e9b/services/audio_engine/node/src/hpae_sink_output_node.cpp#L680</a:t>
            </a:r>
          </a:p>
          <a:p xmlns:a="http://schemas.openxmlformats.org/drawingml/2006/main">
            <a:r>
              <a:t>SinkOutput::DoProcess / RenderFrame L121–165：https://gitcode.com/openharmony/multimedia_audio_framework/blob/3a2688e805df970739e3b0cebf9cc05d8cb24e9b/services/audio_engine/node/src/hpae_sink_output_node.cpp#L121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A2  无锁队列的常规路径与慢路径</a:t>
            </a:r>
          </a:p>
          <a:p xmlns:a="http://schemas.openxmlformats.org/drawingml/2006/main">
            <a:r>
              <a:t>时间：0分钟</a:t>
            </a:r>
          </a:p>
          <a:p xmlns:a="http://schemas.openxmlformats.org/drawingml/2006/main">
            <a:r>
              <a:t>本页目标：展开队列容量、原子并发、批次次序、扩容和耗尽行为。</a:t>
            </a:r>
          </a:p>
          <a:p xmlns:a="http://schemas.openxmlformats.org/drawingml/2006/main">
            <a:r>
              <a:t>承接：按消息并发问题进入。</a:t>
            </a:r>
          </a:p>
          <a:p xmlns:a="http://schemas.openxmlformats.org/drawingml/2006/main">
            <a:r>
              <a:t/>
            </a:r>
          </a:p>
          <a:p xmlns:a="http://schemas.openxmlformats.org/drawingml/2006/main">
            <a:r>
              <a:t>队列初始1000个请求节点，90%占用阈值触发扩容，每次增加1000，上限5000。初始节点数组和临时请求向量预分配，但这不是全生命周期不分配的保证。</a:t>
            </a:r>
          </a:p>
          <a:p xmlns:a="http://schemas.openxmlformats.org/drawingml/2006/main">
            <a:r>
              <a:t>常规PushRequest先从空闲链取节点，将任务移入节点，再通过CAS更新请求头。HandleRequests用原子比较交换摘走当前链；ProcessRequests收集当前批次，再反向遍历恢复该批次发布次序，逐个执行任务。回收请求节点供后续使用。并发生产者的顺序以实际原子发布关系为准，不给外部业务额外的全局时间排序保证。</a:t>
            </a:r>
          </a:p>
          <a:p xmlns:a="http://schemas.openxmlformats.org/drawingml/2006/main">
            <a:r>
              <a:t>慢路径TryExpandQueue使用expandMutex_，并分配新的RequestNode数组。达到上限且没有空节点时会丢弃本次请求并报告异常。ProcessRequests的临时vector容量不足也可能reserve；任务本身是std::function，不能声称捕获内容与任务执行没有额外成本。</a:t>
            </a:r>
          </a:p>
          <a:p xmlns:a="http://schemas.openxmlformats.org/drawingml/2006/main">
            <a:r>
              <a:t>线程的Notify和条件等待也有锁。无锁队列的价值在于常规队列发布和摘取不用一把队列互斥锁覆盖，而不是承诺整个引擎无锁、无等待或硬实时。Run先HandleMsg再Process，没有统一10毫秒tick；实际节奏还受欠载分支和设备提交影响。</a:t>
            </a:r>
          </a:p>
          <a:p xmlns:a="http://schemas.openxmlformats.org/drawingml/2006/main">
            <a:r>
              <a:t/>
            </a:r>
          </a:p>
          <a:p xmlns:a="http://schemas.openxmlformats.org/drawingml/2006/main">
            <a:r>
              <a:t>演示：无</a:t>
            </a:r>
          </a:p>
          <a:p xmlns:a="http://schemas.openxmlformats.org/drawingml/2006/main">
            <a:r>
              <a:t>讲述安排：按答疑问题选择展开，附录不计主讲时长。</a:t>
            </a:r>
          </a:p>
          <a:p xmlns:a="http://schemas.openxmlformats.org/drawingml/2006/main">
            <a:r>
              <a:t>转场：需要真实节点图时进入A3。</a:t>
            </a:r>
          </a:p>
          <a:p xmlns:a="http://schemas.openxmlformats.org/drawingml/2006/main">
            <a:r>
              <a:t>技术边界：不作全链无锁、无分配、硬实时或必不丢请求的保证。</a:t>
            </a:r>
          </a:p>
          <a:p xmlns:a="http://schemas.openxmlformats.org/drawingml/2006/main">
            <a:r>
              <a:t>源码与依据：</a:t>
            </a:r>
          </a:p>
          <a:p xmlns:a="http://schemas.openxmlformats.org/drawingml/2006/main">
            <a:r>
              <a:t>队列容量与扩容阈值 L28–38：https://gitcode.com/openharmony/multimedia_audio_framework/blob/3a2688e805df970739e3b0cebf9cc05d8cb24e9b/services/audio_engine/utils/hpae_no_lock_queue.h#L28</a:t>
            </a:r>
          </a:p>
          <a:p xmlns:a="http://schemas.openxmlformats.org/drawingml/2006/main">
            <a:r>
              <a:t>PushRequest / HandleRequests / TryExpandQueue L57–145：https://gitcode.com/openharmony/multimedia_audio_framework/blob/3a2688e805df970739e3b0cebf9cc05d8cb24e9b/services/audio_engine/utils/hpae_no_lock_queue.cpp#L57</a:t>
            </a:r>
          </a:p>
          <a:p xmlns:a="http://schemas.openxmlformats.org/drawingml/2006/main">
            <a:r>
              <a:t>PushRequestNode 原子发布 L172–191：https://gitcode.com/openharmony/multimedia_audio_framework/blob/3a2688e805df970739e3b0cebf9cc05d8cb24e9b/services/audio_engine/utils/hpae_no_lock_queue.cpp#L172</a:t>
            </a:r>
          </a:p>
          <a:p xmlns:a="http://schemas.openxmlformats.org/drawingml/2006/main">
            <a:r>
              <a:t>ProcessRequests 批量执行 L227–262：https://gitcode.com/openharmony/multimedia_audio_framework/blob/3a2688e805df970739e3b0cebf9cc05d8cb24e9b/services/audio_engine/utils/hpae_no_lock_queue.cpp#L227</a:t>
            </a:r>
          </a:p>
          <a:p xmlns:a="http://schemas.openxmlformats.org/drawingml/2006/main">
            <a:r>
              <a:t>Notify / Run L75–125：https://gitcode.com/openharmony/multimedia_audio_framework/blob/3a2688e805df970739e3b0cebf9cc05d8cb24e9b/services/audio_engine/manager/src/hpae_signal_process_thread.cpp#L75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A3  真实节点连接与拉取执行</a:t>
            </a:r>
          </a:p>
          <a:p xmlns:a="http://schemas.openxmlformats.org/drawingml/2006/main">
            <a:r>
              <a:t>时间：0分钟</a:t>
            </a:r>
          </a:p>
          <a:p xmlns:a="http://schemas.openxmlformats.org/drawingml/2006/main">
            <a:r>
              <a:t>本页目标：展开普通处理簇和输出簇顺序，解释Connect调用方向与拉图执行边界。</a:t>
            </a:r>
          </a:p>
          <a:p xmlns:a="http://schemas.openxmlformats.org/drawingml/2006/main">
            <a:r>
              <a:t>承接：按节点次序与执行方向问题进入。</a:t>
            </a:r>
          </a:p>
          <a:p xmlns:a="http://schemas.openxmlformats.org/drawingml/2006/main">
            <a:r>
              <a:t/>
            </a:r>
          </a:p>
          <a:p xmlns:a="http://schemas.openxmlformats.org/drawingml/2006/main">
            <a:r>
              <a:t>上排按PCM数据方向看普通ProcessCluster：输入到Converter，可选SessionEffect，然后LoudnessGain、Gain和场景Mixer。相关分支中Mixer后接RenderEffect。特殊场景分支没有在本图穷举。</a:t>
            </a:r>
          </a:p>
          <a:p xmlns:a="http://schemas.openxmlformats.org/drawingml/2006/main">
            <a:r>
              <a:t>下排是输出侧。不同场景输出各有Converter，汇入输出Mixer，再接SinkOutput。普通输出Mixer在非工厂构建且初始化成功等条件下启用limiter，不能宣称所有路径绝不削波。当前普通场景和输出Mixer常见20毫秒处理块；SinkOutput原始提交粒度可能不同。</a:t>
            </a:r>
          </a:p>
          <a:p xmlns:a="http://schemas.openxmlformats.org/drawingml/2006/main">
            <a:r>
              <a:t>Connect接口通常由后继连接前驱，所以读调用代码时不要把Connect方法的调用者顺序当成数据方向。实际计算从输出端要数据：InputPort遍历前驱输出端口，OutputPort没有现成数据时才调用节点DoProcess。已有结果可直接消费，因此不是每一轮所有节点无条件执行一次。</a:t>
            </a:r>
          </a:p>
          <a:p xmlns:a="http://schemas.openxmlformats.org/drawingml/2006/main">
            <a:r>
              <a:t>SinkOutput为了凑足设备提交量，也可能多次拉取上游，再从浮点结果转换并积攒到提交缓存。前驱缓存、块长和输出提交粒度共同影响执行，不应把“20毫秒Mixer”说成全引擎每20毫秒一次的固定定时器。</a:t>
            </a:r>
          </a:p>
          <a:p xmlns:a="http://schemas.openxmlformats.org/drawingml/2006/main">
            <a:r>
              <a:t/>
            </a:r>
          </a:p>
          <a:p xmlns:a="http://schemas.openxmlformats.org/drawingml/2006/main">
            <a:r>
              <a:t>演示：无</a:t>
            </a:r>
          </a:p>
          <a:p xmlns:a="http://schemas.openxmlformats.org/drawingml/2006/main">
            <a:r>
              <a:t>讲述安排：按答疑问题选择展开，附录不计主讲时长。</a:t>
            </a:r>
          </a:p>
          <a:p xmlns:a="http://schemas.openxmlformats.org/drawingml/2006/main">
            <a:r>
              <a:t>转场：需要跨层控制时序时进入A4。</a:t>
            </a:r>
          </a:p>
          <a:p xmlns:a="http://schemas.openxmlformats.org/drawingml/2006/main">
            <a:r>
              <a:t>技术边界：可选音效和limiter受分支条件限制；Connect代码方向与数据方向不同。</a:t>
            </a:r>
          </a:p>
          <a:p xmlns:a="http://schemas.openxmlformats.org/drawingml/2006/main">
            <a:r>
              <a:t>源码与依据：</a:t>
            </a:r>
          </a:p>
          <a:p xmlns:a="http://schemas.openxmlformats.org/drawingml/2006/main">
            <a:r>
              <a:t>ProcessCluster::Connect L206–232：https://gitcode.com/openharmony/multimedia_audio_framework/blob/3a2688e805df970739e3b0cebf9cc05d8cb24e9b/services/audio_engine/node/src/hpae_process_cluster.cpp#L206</a:t>
            </a:r>
          </a:p>
          <a:p xmlns:a="http://schemas.openxmlformats.org/drawingml/2006/main">
            <a:r>
              <a:t>OutputCluster::Connect L110–135：https://gitcode.com/openharmony/multimedia_audio_framework/blob/3a2688e805df970739e3b0cebf9cc05d8cb24e9b/services/audio_engine/node/src/hpae_output_cluster.cpp#L110</a:t>
            </a:r>
          </a:p>
          <a:p xmlns:a="http://schemas.openxmlformats.org/drawingml/2006/main">
            <a:r>
              <a:t>OutputCluster 构造与limiter条件 L32–47：https://gitcode.com/openharmony/multimedia_audio_framework/blob/3a2688e805df970739e3b0cebf9cc05d8cb24e9b/services/audio_engine/node/src/hpae_output_cluster.cpp#L32</a:t>
            </a:r>
          </a:p>
          <a:p xmlns:a="http://schemas.openxmlformats.org/drawingml/2006/main">
            <a:r>
              <a:t>InputPort::ReadPreOutputData L315–325：https://gitcode.com/openharmony/multimedia_audio_framework/blob/3a2688e805df970739e3b0cebf9cc05d8cb24e9b/services/audio_engine/node/include/hpae_node.h#L315</a:t>
            </a:r>
          </a:p>
          <a:p xmlns:a="http://schemas.openxmlformats.org/drawingml/2006/main">
            <a:r>
              <a:t>OutputPort::PullOutputData L389–404：https://gitcode.com/openharmony/multimedia_audio_framework/blob/3a2688e805df970739e3b0cebf9cc05d8cb24e9b/services/audio_engine/node/include/hpae_node.h#L389</a:t>
            </a:r>
          </a:p>
          <a:p xmlns:a="http://schemas.openxmlformats.org/drawingml/2006/main">
            <a:r>
              <a:t>ReadDataAndConvertFormat L680–707：https://gitcode.com/openharmony/multimedia_audio_framework/blob/3a2688e805df970739e3b0cebf9cc05d8cb24e9b/services/audio_engine/node/src/hpae_sink_output_node.cpp#L680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A4  策略、服务与引擎的启动协作</a:t>
            </a:r>
          </a:p>
          <a:p xmlns:a="http://schemas.openxmlformats.org/drawingml/2006/main">
            <a:r>
              <a:t>时间：0分钟</a:t>
            </a:r>
          </a:p>
          <a:p xmlns:a="http://schemas.openxmlformats.org/drawingml/2006/main">
            <a:r>
              <a:t>本页目标：给出折叠的跨层Start控制关系，避免把成功返回当成声学出声。</a:t>
            </a:r>
          </a:p>
          <a:p xmlns:a="http://schemas.openxmlformats.org/drawingml/2006/main">
            <a:r>
              <a:t>承接：按跨层控制与成功语义问题进入。</a:t>
            </a:r>
          </a:p>
          <a:p xmlns:a="http://schemas.openxmlformats.org/drawingml/2006/main">
            <a:r>
              <a:t/>
            </a:r>
          </a:p>
          <a:p xmlns:a="http://schemas.openxmlformats.org/drawingml/2006/main">
            <a:r>
              <a:t>客户端Start先检查状态，调用IPC启动并检查同步返回，再通过条件变量等待RUNNING；超时会Stop。服务端StartInner验证状态和缓冲后，更新策略侧会话操作。普通非FAST分支随后WaitForDataConnection，再进入具体流的Start，DIRECT等路径另有StartRender。</a:t>
            </a:r>
          </a:p>
          <a:p xmlns:a="http://schemas.openxmlformats.org/drawingml/2006/main">
            <a:r>
              <a:t>HpaeRendererStreamImpl转给HpaeManager。HpaeManager把lambda入队，执行时调用对应RendererManager::Start；后者再次排队设备级连接与状态工作。管理层随后可发出STARTED状态，服务端转成操作完成回程，客户端据此进入RUNNING。</a:t>
            </a:r>
          </a:p>
          <a:p xmlns:a="http://schemas.openxmlformats.org/drawingml/2006/main">
            <a:r>
              <a:t>重要的是，这个管理状态回程没有等待设备级lambda实际完成的屏障。设备级连接、正式数据拉取和实际声学出声是不同观察点。跨线程并发下，不能单凭本图保证客户端观察RUNNING与真实数据消费有固定全局先后顺序。</a:t>
            </a:r>
          </a:p>
          <a:p xmlns:a="http://schemas.openxmlformats.org/drawingml/2006/main">
            <a:r>
              <a:t>图中的策略操作返回也不等于设备输出已准备完毕，服务端还有条件性的等待连接。它解释为什么完整底座中的状态与资源协调不能被一个引擎调用替代。数据共享缓冲和PCM传输没有画在这张控制关系图中。</a:t>
            </a:r>
          </a:p>
          <a:p xmlns:a="http://schemas.openxmlformats.org/drawingml/2006/main">
            <a:r>
              <a:t/>
            </a:r>
          </a:p>
          <a:p xmlns:a="http://schemas.openxmlformats.org/drawingml/2006/main">
            <a:r>
              <a:t>演示：无</a:t>
            </a:r>
          </a:p>
          <a:p xmlns:a="http://schemas.openxmlformats.org/drawingml/2006/main">
            <a:r>
              <a:t>讲述安排：按答疑问题选择展开，附录不计主讲时长。</a:t>
            </a:r>
          </a:p>
          <a:p xmlns:a="http://schemas.openxmlformats.org/drawingml/2006/main">
            <a:r>
              <a:t>转场：设备迁移和状态保留看A5。</a:t>
            </a:r>
          </a:p>
          <a:p xmlns:a="http://schemas.openxmlformats.org/drawingml/2006/main">
            <a:r>
              <a:t>技术边界：不声明RUNNING与真实首帧消费的固定总序；限定普通HPAE路径，其他类型有分支。</a:t>
            </a:r>
          </a:p>
          <a:p xmlns:a="http://schemas.openxmlformats.org/drawingml/2006/main">
            <a:r>
              <a:t>源码与依据：</a:t>
            </a:r>
          </a:p>
          <a:p xmlns:a="http://schemas.openxmlformats.org/drawingml/2006/main">
            <a:r>
              <a:t>StartAudioStream / 等待RUNNING L1398–1454：https://gitcode.com/openharmony/multimedia_audio_framework/blob/3a2688e805df970739e3b0cebf9cc05d8cb24e9b/services/audio_service/client/src/renderer_in_client_public.cpp#L1398</a:t>
            </a:r>
          </a:p>
          <a:p xmlns:a="http://schemas.openxmlformats.org/drawingml/2006/main">
            <a:r>
              <a:t>StartInner L1576–1606：https://gitcode.com/openharmony/multimedia_audio_framework/blob/3a2688e805df970739e3b0cebf9cc05d8cb24e9b/services/audio_service/server/src/renderer_in_server.cpp#L1576</a:t>
            </a:r>
          </a:p>
          <a:p xmlns:a="http://schemas.openxmlformats.org/drawingml/2006/main">
            <a:r>
              <a:t>HpaeManager::Start L1830–1875：https://gitcode.com/openharmony/multimedia_audio_framework/blob/3a2688e805df970739e3b0cebf9cc05d8cb24e9b/services/audio_engine/manager/src/hpae_manager.cpp#L1830</a:t>
            </a:r>
          </a:p>
          <a:p xmlns:a="http://schemas.openxmlformats.org/drawingml/2006/main">
            <a:r>
              <a:t>RendererManager::Start L919–945：https://gitcode.com/openharmony/multimedia_audio_framework/blob/3a2688e805df970739e3b0cebf9cc05d8cb24e9b/services/audio_engine/manager/src/hpae_renderer_manager.cpp#L919</a:t>
            </a:r>
          </a:p>
          <a:p xmlns:a="http://schemas.openxmlformats.org/drawingml/2006/main">
            <a:r>
              <a:t>STARTED 状态回程 L411–428：https://gitcode.com/openharmony/multimedia_audio_framework/blob/3a2688e805df970739e3b0cebf9cc05d8cb24e9b/services/audio_service/server/src/renderer_in_server.cpp#L411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A5  设备切换中的节点与状态衔接</a:t>
            </a:r>
          </a:p>
          <a:p xmlns:a="http://schemas.openxmlformats.org/drawingml/2006/main">
            <a:r>
              <a:t>时间：0分钟</a:t>
            </a:r>
          </a:p>
          <a:p xmlns:a="http://schemas.openxmlformats.org/drawingml/2006/main">
            <a:r>
              <a:t>本页目标：补充普通可移动会话的迁移过程、状态保留及上层策略/设备前提。</a:t>
            </a:r>
          </a:p>
          <a:p xmlns:a="http://schemas.openxmlformats.org/drawingml/2006/main">
            <a:r>
              <a:t>承接：按设备切换与节点迁移问题进入。</a:t>
            </a:r>
          </a:p>
          <a:p xmlns:a="http://schemas.openxmlformats.org/drawingml/2006/main">
            <a:r>
              <a:t/>
            </a:r>
          </a:p>
          <a:p xmlns:a="http://schemas.openxmlformats.org/drawingml/2006/main">
            <a:r>
              <a:t>设备切换首先涉及发现、可用性与策略路由，服务还要协调目标输出资源。这里展开的是已存在目标sink之间的一条普通可移动会话路径，不能当成全部蓝牙连接或所有设备切换的唯一流程。</a:t>
            </a:r>
          </a:p>
          <a:p xmlns:a="http://schemas.openxmlformats.org/drawingml/2006/main">
            <a:r>
              <a:t>HpaeManager的MoveSinkInputByIndexOrName排队检查流与目标、可移动性和移动状态。旧RendererManager的MoveStreamSync在需要时准备SessionEffect迁移，保留shared_ptr指向的SinkInput，拆除旧处理图连接，并通过回调交出节点。它不是把应用流全部销毁再从头解码。</a:t>
            </a:r>
          </a:p>
          <a:p xmlns:a="http://schemas.openxmlformats.org/drawingml/2006/main">
            <a:r>
              <a:t>目标侧AddSingleNodeToSink更新设备类别、网络/地址等身份，按目标采样率和frameLen调整，通知UPDATE_SPAN_SIZE，创建对应处理簇。RUNNING会话再接入处理图。历史缓存和音效attach状态有条件保留，也有失效逻辑，不是所有缓存一概清空或一概复用。</a:t>
            </a:r>
          </a:p>
          <a:p xmlns:a="http://schemas.openxmlformats.org/drawingml/2006/main">
            <a:r>
              <a:t>Manager还要更新session到sink及首选设备等映射，必要时在目标设备上重建会话音效绑定。AddNodeToSink自身仍会排队，管理层成功回报不能直接代表声学切换完成。</a:t>
            </a:r>
          </a:p>
          <a:p xmlns:a="http://schemas.openxmlformats.org/drawingml/2006/main">
            <a:r>
              <a:t>这说明节点化让迁移可在明确职责边界内组织，但格式、身份、span、音效与状态必须一起衔接。路由选对、图接对、硬件可用，三者都需要验证。</a:t>
            </a:r>
          </a:p>
          <a:p xmlns:a="http://schemas.openxmlformats.org/drawingml/2006/main">
            <a:r>
              <a:t/>
            </a:r>
          </a:p>
          <a:p xmlns:a="http://schemas.openxmlformats.org/drawingml/2006/main">
            <a:r>
              <a:t>演示：无</a:t>
            </a:r>
          </a:p>
          <a:p xmlns:a="http://schemas.openxmlformats.org/drawingml/2006/main">
            <a:r>
              <a:t>讲述安排：按答疑问题选择展开，附录不计主讲时长。</a:t>
            </a:r>
          </a:p>
          <a:p xmlns:a="http://schemas.openxmlformats.org/drawingml/2006/main">
            <a:r>
              <a:t>转场：源码版本与测量口径集中在A6。</a:t>
            </a:r>
          </a:p>
          <a:p xmlns:a="http://schemas.openxmlformats.org/drawingml/2006/main">
            <a:r>
              <a:t>技术边界：迁移与设备可用性是不同层次；回报成功不等于声学切换结束。</a:t>
            </a:r>
          </a:p>
          <a:p xmlns:a="http://schemas.openxmlformats.org/drawingml/2006/main">
            <a:r>
              <a:t>源码与依据：</a:t>
            </a:r>
          </a:p>
          <a:p xmlns:a="http://schemas.openxmlformats.org/drawingml/2006/main">
            <a:r>
              <a:t>FetchOutputDevices L966–978：https://gitcode.com/openharmony/multimedia_audio_framework/blob/3a2688e805df970739e3b0cebf9cc05d8cb24e9b/services/audio_policy/server/domain/zone/src/audio_zone_service.cpp#L966</a:t>
            </a:r>
          </a:p>
          <a:p xmlns:a="http://schemas.openxmlformats.org/drawingml/2006/main">
            <a:r>
              <a:t>MoveSinkInputByIndexOrName L1065–1095：https://gitcode.com/openharmony/multimedia_audio_framework/blob/3a2688e805df970739e3b0cebf9cc05d8cb24e9b/services/audio_engine/manager/src/hpae_manager.cpp#L1065</a:t>
            </a:r>
          </a:p>
          <a:p xmlns:a="http://schemas.openxmlformats.org/drawingml/2006/main">
            <a:r>
              <a:t>MoveStreamSync L872–916：https://gitcode.com/openharmony/multimedia_audio_framework/blob/3a2688e805df970739e3b0cebf9cc05d8cb24e9b/services/audio_engine/manager/src/hpae_renderer_manager.cpp#L872</a:t>
            </a:r>
          </a:p>
          <a:p xmlns:a="http://schemas.openxmlformats.org/drawingml/2006/main">
            <a:r>
              <a:t>目标Manager接入与映射更新 L1181–1227：https://gitcode.com/openharmony/multimedia_audio_framework/blob/3a2688e805df970739e3b0cebf9cc05d8cb24e9b/services/audio_engine/manager/src/hpae_manager.cpp#L1181</a:t>
            </a:r>
          </a:p>
          <a:p xmlns:a="http://schemas.openxmlformats.org/drawingml/2006/main">
            <a:r>
              <a:t>AddSingleNodeToSink L106–179：https://gitcode.com/openharmony/multimedia_audio_framework/blob/3a2688e805df970739e3b0cebf9cc05d8cb24e9b/services/audio_engine/manager/src/hpae_renderer_manager.cpp#L106</a:t>
            </a:r>
          </a:p>
          <a:p xmlns:a="http://schemas.openxmlformats.org/drawingml/2006/main">
            <a:r>
              <a:t>UPDATE_SPANSIZE 状态处理 L1157–1183：https://gitcode.com/openharmony/multimedia_audio_framework/blob/3a2688e805df970739e3b0cebf9cc05d8cb24e9b/services/audio_service/server/src/hpae_renderer_stream_impl.cpp#L1157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A6  源码版本与测量口径</a:t>
            </a:r>
          </a:p>
          <a:p xmlns:a="http://schemas.openxmlformats.org/drawingml/2006/main">
            <a:r>
              <a:t>时间：0分钟</a:t>
            </a:r>
          </a:p>
          <a:p xmlns:a="http://schemas.openxmlformats.org/drawingml/2006/main">
            <a:r>
              <a:t>本页目标：集中版本和指标定义，声明源码事实、团队定性说明、演示与测量设计的区别。</a:t>
            </a:r>
          </a:p>
          <a:p xmlns:a="http://schemas.openxmlformats.org/drawingml/2006/main">
            <a:r>
              <a:t>承接：按版本、来源与测试口径问题进入。</a:t>
            </a:r>
          </a:p>
          <a:p xmlns:a="http://schemas.openxmlformats.org/drawingml/2006/main">
            <a:r>
              <a:t/>
            </a:r>
          </a:p>
          <a:p xmlns:a="http://schemas.openxmlformats.org/drawingml/2006/main">
            <a:r>
              <a:t>本次当前框架固定到3a2688e805df970739e3b0cebf9cc05d8cb24e9b。历史框架5.1固定c42a228d60b64a90d6b05cf26278a89253e5310b，PA5.1仓库固定bc6e4fe58232dbad60ae6ee5d83cf46d0fe9b3ca，其README.OpenSource声明版本17.0。所有源码细节以这些快照为准，不用滚动master链接代替。</a:t>
            </a:r>
          </a:p>
          <a:p xmlns:a="http://schemas.openxmlformats.org/drawingml/2006/main">
            <a:r>
              <a:t>讲述中有四种依据。源码事实解释职责、队列、节点和调用边界。时延降低、性能提升、功耗降低及抗抖动保持来自团队定性说明。音频是原创合成，用于听辨场景和模拟连续性。完整场景验证页是拟议方案，没有执行板端实验或生成产品成绩。</a:t>
            </a:r>
          </a:p>
          <a:p xmlns:a="http://schemas.openxmlformats.org/drawingml/2006/main">
            <a:r>
              <a:t>响应时延必须给起点、终点和时钟对齐方法，例如应用事件到回环或声学检测。缓冲容量、当前库存、算法块长和设备提交粒度是不同量。PA请求的prebuf/minreq/tlength不能直接作端到端时延。稳定性比较必须固定负载与扰动并观察欠载或断音；CPU和能量要带测量范围、窗口及环境条件。</a:t>
            </a:r>
          </a:p>
          <a:p xmlns:a="http://schemas.openxmlformats.org/drawingml/2006/main">
            <a:r>
              <a:t>产品构建开关、不同播放类型以及旧新版本的其他变化也必须记录。没有这些条件，就不应把局部代码结构和版本差值包装成准确的产品收益幅度。附录和随附证据表保留原始位置，便于讲师继续补充真实产品资料。</a:t>
            </a:r>
          </a:p>
          <a:p xmlns:a="http://schemas.openxmlformats.org/drawingml/2006/main">
            <a:r>
              <a:t/>
            </a:r>
          </a:p>
          <a:p xmlns:a="http://schemas.openxmlformats.org/drawingml/2006/main">
            <a:r>
              <a:t>演示：无</a:t>
            </a:r>
          </a:p>
          <a:p xmlns:a="http://schemas.openxmlformats.org/drawingml/2006/main">
            <a:r>
              <a:t>讲述安排：按答疑问题选择展开，附录不计主讲时长。</a:t>
            </a:r>
          </a:p>
          <a:p xmlns:a="http://schemas.openxmlformats.org/drawingml/2006/main">
            <a:r>
              <a:t>转场：返回主讲收束页或结束答疑。</a:t>
            </a:r>
          </a:p>
          <a:p xmlns:a="http://schemas.openxmlformats.org/drawingml/2006/main">
            <a:r>
              <a:t>技术边界：不确认商业产品部署或未披露量化数据，PA版本声明不代表原封不动上游实现。</a:t>
            </a:r>
          </a:p>
          <a:p xmlns:a="http://schemas.openxmlformats.org/drawingml/2006/main">
            <a:r>
              <a:t>源码与依据：</a:t>
            </a:r>
          </a:p>
          <a:p xmlns:a="http://schemas.openxmlformats.org/drawingml/2006/main">
            <a:r>
              <a:t>GetPlaybackManager L29–64：https://gitcode.com/openharmony/multimedia_audio_framework/blob/3a2688e805df970739e3b0cebf9cc05d8cb24e9b/services/audio_service/server/src/i_stream_manager.cpp#L29</a:t>
            </a:r>
          </a:p>
          <a:p xmlns:a="http://schemas.openxmlformats.org/drawingml/2006/main">
            <a:r>
              <a:t>GetPlaybackManager L22–39：https://gitcode.com/openharmony/multimedia_audio_framework/blob/c42a228d60b64a90d6b05cf26278a89253e5310b/services/audio_service/server/src/i_stream_manager.cpp#L22</a:t>
            </a:r>
          </a:p>
          <a:p xmlns:a="http://schemas.openxmlformats.org/drawingml/2006/main">
            <a:r>
              <a:t>ConnectRendererStreamToPA L673–702：https://gitcode.com/openharmony/multimedia_audio_framework/blob/c42a228d60b64a90d6b05cf26278a89253e5310b/services/audio_service/server/src/pa_adapter_manager.cpp#L673</a:t>
            </a:r>
          </a:p>
          <a:p xmlns:a="http://schemas.openxmlformats.org/drawingml/2006/main">
            <a:r>
              <a:t>PA版本声明：https://gitcode.com/openharmony/third_party_pulseaudio/blob/bc6e4fe58232dbad60ae6ee5d83cf46d0fe9b3ca/README.OpenSource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da7b3617274b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07288b66e444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53499dd6b241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b179a3b21e45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73bc6070a747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41de60d1644d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CC3E9A-D808-4F0D-B0A2-88CCFE8893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9440EB-C969-4948-A2A3-82FDEC866DC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AFD55C-DB1C-484A-8F0A-7F905FC6B1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E23248-58AB-427B-BF6E-12840893F1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5C14A8-36CE-4214-9C64-752366CA47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04D95F-736E-4D1F-8888-1D4B57FDE7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63E017-04F1-4D81-AF05-FAB285220C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695A6B-EEC8-4E1B-8406-FB3F4AC8C0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A4EACF-1A64-47B7-86E7-40F341D807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5749CD-46FD-48D9-8B30-38A0CF54B3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7b8dad710f4caa" /><Relationship Type="http://schemas.openxmlformats.org/officeDocument/2006/relationships/slideLayout" Target="/ppt/slideLayouts/slideLayout1.xml" Id="Rca3db1b63aeb4f91" /><Relationship Type="http://schemas.openxmlformats.org/officeDocument/2006/relationships/slideLayout" Target="/ppt/slideLayouts/slideLayout2.xml" Id="R785ac1e760064c52" /><Relationship Type="http://schemas.openxmlformats.org/officeDocument/2006/relationships/slideLayout" Target="/ppt/slideLayouts/slideLayout3.xml" Id="R0ce15bf27b1d4bab" /><Relationship Type="http://schemas.openxmlformats.org/officeDocument/2006/relationships/slideLayout" Target="/ppt/slideLayouts/slideLayout4.xml" Id="R417effbf515546be" /><Relationship Type="http://schemas.openxmlformats.org/officeDocument/2006/relationships/slideLayout" Target="/ppt/slideLayouts/slideLayout5.xml" Id="R4b1c34b21b6e40de" /><Relationship Type="http://schemas.openxmlformats.org/officeDocument/2006/relationships/slideLayout" Target="/ppt/slideLayouts/slideLayout6.xml" Id="Rb25635147c6949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3db1b63aeb4f91"/>
    <p:sldLayoutId xmlns:r="http://schemas.openxmlformats.org/officeDocument/2006/relationships" id="2147483650" r:id="R785ac1e760064c52"/>
    <p:sldLayoutId xmlns:r="http://schemas.openxmlformats.org/officeDocument/2006/relationships" id="2147483651" r:id="R0ce15bf27b1d4bab"/>
    <p:sldLayoutId xmlns:r="http://schemas.openxmlformats.org/officeDocument/2006/relationships" id="2147483652" r:id="R417effbf515546be"/>
    <p:sldLayoutId xmlns:r="http://schemas.openxmlformats.org/officeDocument/2006/relationships" id="2147483653" r:id="R4b1c34b21b6e40de"/>
    <p:sldLayoutId xmlns:r="http://schemas.openxmlformats.org/officeDocument/2006/relationships" id="2147483654" r:id="Rb25635147c6949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6bfc44b00a4e76" /><Relationship Type="http://schemas.openxmlformats.org/officeDocument/2006/relationships/notesSlide" Target="/ppt/notesSlides/notesSlide1.xml" Id="Rdd09c29fe08245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fc06d074304c4c" /><Relationship Type="http://schemas.openxmlformats.org/officeDocument/2006/relationships/notesSlide" Target="/ppt/notesSlides/notesSlide2.xml" Id="R4fbce61ea72347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e993f283f640d5" /><Relationship Type="http://schemas.openxmlformats.org/officeDocument/2006/relationships/notesSlide" Target="/ppt/notesSlides/notesSlide3.xml" Id="R316d77f9a81c4e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94f475c52342f5" /><Relationship Type="http://schemas.openxmlformats.org/officeDocument/2006/relationships/notesSlide" Target="/ppt/notesSlides/notesSlide4.xml" Id="R3e097d63b6ad4e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4917beaff464038" /><Relationship Type="http://schemas.openxmlformats.org/officeDocument/2006/relationships/notesSlide" Target="/ppt/notesSlides/notesSlide5.xml" Id="R2ff785aa3e1d46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e7e75644364ac5" /><Relationship Type="http://schemas.openxmlformats.org/officeDocument/2006/relationships/notesSlide" Target="/ppt/notesSlides/notesSlide6.xml" Id="R6630bd8a0cf546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808160e77446c7" /><Relationship Type="http://schemas.openxmlformats.org/officeDocument/2006/relationships/notesSlide" Target="/ppt/notesSlides/notesSlide7.xml" Id="R2010706e331d47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9c0d286ad544076" /><Relationship Type="http://schemas.openxmlformats.org/officeDocument/2006/relationships/notesSlide" Target="/ppt/notesSlides/notesSlide8.xml" Id="Rb7ec31208efa4d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90d24556b14074" /><Relationship Type="http://schemas.openxmlformats.org/officeDocument/2006/relationships/notesSlide" Target="/ppt/notesSlides/notesSlide9.xml" Id="R84095ed195a141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ce5756874cf4b7b" /><Relationship Type="http://schemas.openxmlformats.org/officeDocument/2006/relationships/notesSlide" Target="/ppt/notesSlides/notesSlide10.xml" Id="R8671e8a1e1e34d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ceead63bf284aa8" /><Relationship Type="http://schemas.openxmlformats.org/officeDocument/2006/relationships/notesSlide" Target="/ppt/notesSlides/notesSlide11.xml" Id="R5478ac14b8ec4c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03d3ba9764745d3" /><Relationship Type="http://schemas.openxmlformats.org/officeDocument/2006/relationships/notesSlide" Target="/ppt/notesSlides/notesSlide12.xml" Id="Rdd182d18321a4c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387fe46a7004d8e" /><Relationship Type="http://schemas.openxmlformats.org/officeDocument/2006/relationships/notesSlide" Target="/ppt/notesSlides/notesSlide13.xml" Id="R1f9800ecf51c4f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d2b5aff3655481a" /><Relationship Type="http://schemas.openxmlformats.org/officeDocument/2006/relationships/notesSlide" Target="/ppt/notesSlides/notesSlide14.xml" Id="Re109db782c7c4a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304cdefa4e9407b" /><Relationship Type="http://schemas.openxmlformats.org/officeDocument/2006/relationships/notesSlide" Target="/ppt/notesSlides/notesSlide15.xml" Id="R52029b8fcdc44b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3d7cde8f3f845e4" /><Relationship Type="http://schemas.openxmlformats.org/officeDocument/2006/relationships/notesSlide" Target="/ppt/notesSlides/notesSlide16.xml" Id="R5f3e95e296db42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6380063aba1409d" /><Relationship Type="http://schemas.openxmlformats.org/officeDocument/2006/relationships/notesSlide" Target="/ppt/notesSlides/notesSlide17.xml" Id="R2924658264524fd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08ac5b01c254100" /><Relationship Type="http://schemas.openxmlformats.org/officeDocument/2006/relationships/notesSlide" Target="/ppt/notesSlides/notesSlide18.xml" Id="Rf4f8deee8433462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4cc215e6f8b4a5e" /><Relationship Type="http://schemas.openxmlformats.org/officeDocument/2006/relationships/notesSlide" Target="/ppt/notesSlides/notesSlide19.xml" Id="R579bcda72a9745d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c35f46d76a0493b" /><Relationship Type="http://schemas.openxmlformats.org/officeDocument/2006/relationships/notesSlide" Target="/ppt/notesSlides/notesSlide20.xml" Id="Re780d72740e844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90ac917fd714392" /><Relationship Type="http://schemas.openxmlformats.org/officeDocument/2006/relationships/notesSlide" Target="/ppt/notesSlides/notesSlide21.xml" Id="Re2d8f8914b2b4f6e"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object-0">
            <a:extLst xmlns:a="http://schemas.openxmlformats.org/drawingml/2006/main">
              <a:ext uri="{FF2B5EF4-FFF2-40B4-BE49-F238E27FC236}">
                <a16:creationId xmlns:a16="http://schemas.microsoft.com/office/drawing/2014/main" id="{0F7EC262-E4B3-495D-932A-73CB37941E5F}"/>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一段声音的旅程 · 鸿蒙音频底座的协同与自研演进</a:t>
            </a:r>
          </a:p>
        </p:txBody>
      </p:sp>
      <p:sp>
        <p:nvSpPr>
          <p:cNvPr id="2" name="object-1">
            <a:extLst xmlns:a="http://schemas.openxmlformats.org/drawingml/2006/main">
              <a:ext uri="{FF2B5EF4-FFF2-40B4-BE49-F238E27FC236}">
                <a16:creationId xmlns:a16="http://schemas.microsoft.com/office/drawing/2014/main" id="{EF18CCAE-FBD7-43B9-A8D4-76299F23C54D}"/>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我们要交付怎样的声音体验</a:t>
            </a:r>
          </a:p>
        </p:txBody>
      </p:sp>
      <p:sp>
        <p:nvSpPr>
          <p:cNvPr id="3" name="object-2">
            <a:extLst xmlns:a="http://schemas.openxmlformats.org/drawingml/2006/main">
              <a:ext uri="{FF2B5EF4-FFF2-40B4-BE49-F238E27FC236}">
                <a16:creationId xmlns:a16="http://schemas.microsoft.com/office/drawing/2014/main" id="{027FE765-F8A4-471A-92D5-6FB752C2F420}"/>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应用、场景和设备不断变化，用户仍期待一个连贯的体验</a:t>
            </a:r>
          </a:p>
        </p:txBody>
      </p:sp>
      <p:sp>
        <p:nvSpPr>
          <p:cNvPr id="4" name="object-3">
            <a:extLst xmlns:a="http://schemas.openxmlformats.org/drawingml/2006/main">
              <a:ext uri="{FF2B5EF4-FFF2-40B4-BE49-F238E27FC236}">
                <a16:creationId xmlns:a16="http://schemas.microsoft.com/office/drawing/2014/main" id="{31E3870E-4F72-4794-8BDC-0DE449221873}"/>
              </a:ext>
            </a:extLst>
          </p:cNvPr>
          <p:cNvSpPr>
            <a:spLocks xmlns:a="http://schemas.openxmlformats.org/drawingml/2006/main" noGrp="1"/>
          </p:cNvSpPr>
          <p:nvPr/>
        </p:nvSpPr>
        <p:spPr>
          <a:xfrm xmlns:a="http://schemas.openxmlformats.org/drawingml/2006/main">
            <a:off x="609600" y="2714625"/>
            <a:ext cx="2333625" cy="790575"/>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5" name="object-4">
            <a:extLst xmlns:a="http://schemas.openxmlformats.org/drawingml/2006/main">
              <a:ext uri="{FF2B5EF4-FFF2-40B4-BE49-F238E27FC236}">
                <a16:creationId xmlns:a16="http://schemas.microsoft.com/office/drawing/2014/main" id="{F21D49A1-56B7-4CD1-AA24-67AB06A80EB3}"/>
              </a:ext>
            </a:extLst>
          </p:cNvPr>
          <p:cNvSpPr>
            <a:spLocks xmlns:a="http://schemas.openxmlformats.org/drawingml/2006/main" noGrp="1"/>
          </p:cNvSpPr>
          <p:nvPr/>
        </p:nvSpPr>
        <p:spPr>
          <a:xfrm xmlns:a="http://schemas.openxmlformats.org/drawingml/2006/main">
            <a:off x="723900" y="2771775"/>
            <a:ext cx="21050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音乐播放</a:t>
            </a:r>
          </a:p>
        </p:txBody>
      </p:sp>
      <p:sp>
        <p:nvSpPr>
          <p:cNvPr id="6" name="object-5">
            <a:extLst xmlns:a="http://schemas.openxmlformats.org/drawingml/2006/main">
              <a:ext uri="{FF2B5EF4-FFF2-40B4-BE49-F238E27FC236}">
                <a16:creationId xmlns:a16="http://schemas.microsoft.com/office/drawing/2014/main" id="{C42AB434-FD06-4370-956E-32EBEBF329B6}"/>
              </a:ext>
            </a:extLst>
          </p:cNvPr>
          <p:cNvSpPr>
            <a:spLocks xmlns:a="http://schemas.openxmlformats.org/drawingml/2006/main" noGrp="1"/>
          </p:cNvSpPr>
          <p:nvPr/>
        </p:nvSpPr>
        <p:spPr>
          <a:xfrm xmlns:a="http://schemas.openxmlformats.org/drawingml/2006/main">
            <a:off x="3486150" y="2714625"/>
            <a:ext cx="2333625" cy="79057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7" name="object-6">
            <a:extLst xmlns:a="http://schemas.openxmlformats.org/drawingml/2006/main">
              <a:ext uri="{FF2B5EF4-FFF2-40B4-BE49-F238E27FC236}">
                <a16:creationId xmlns:a16="http://schemas.microsoft.com/office/drawing/2014/main" id="{AA2D4AE3-8322-4212-98EF-C3F97C6AF128}"/>
              </a:ext>
            </a:extLst>
          </p:cNvPr>
          <p:cNvSpPr>
            <a:spLocks xmlns:a="http://schemas.openxmlformats.org/drawingml/2006/main" noGrp="1"/>
          </p:cNvSpPr>
          <p:nvPr/>
        </p:nvSpPr>
        <p:spPr>
          <a:xfrm xmlns:a="http://schemas.openxmlformats.org/drawingml/2006/main">
            <a:off x="3600450" y="2771775"/>
            <a:ext cx="21050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游戏加入</a:t>
            </a:r>
          </a:p>
        </p:txBody>
      </p:sp>
      <p:sp>
        <p:nvSpPr>
          <p:cNvPr id="8" name="object-7">
            <a:extLst xmlns:a="http://schemas.openxmlformats.org/drawingml/2006/main">
              <a:ext uri="{FF2B5EF4-FFF2-40B4-BE49-F238E27FC236}">
                <a16:creationId xmlns:a16="http://schemas.microsoft.com/office/drawing/2014/main" id="{61529AD8-EF91-4F95-979F-E5FE2AC2F6ED}"/>
              </a:ext>
            </a:extLst>
          </p:cNvPr>
          <p:cNvSpPr>
            <a:spLocks xmlns:a="http://schemas.openxmlformats.org/drawingml/2006/main" noGrp="1"/>
          </p:cNvSpPr>
          <p:nvPr/>
        </p:nvSpPr>
        <p:spPr>
          <a:xfrm xmlns:a="http://schemas.openxmlformats.org/drawingml/2006/main">
            <a:off x="6362700" y="2714625"/>
            <a:ext cx="2333625" cy="79057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9" name="object-8">
            <a:extLst xmlns:a="http://schemas.openxmlformats.org/drawingml/2006/main">
              <a:ext uri="{FF2B5EF4-FFF2-40B4-BE49-F238E27FC236}">
                <a16:creationId xmlns:a16="http://schemas.microsoft.com/office/drawing/2014/main" id="{E975D6DC-A16F-41F3-B488-0D8092163DBE}"/>
              </a:ext>
            </a:extLst>
          </p:cNvPr>
          <p:cNvSpPr>
            <a:spLocks xmlns:a="http://schemas.openxmlformats.org/drawingml/2006/main" noGrp="1"/>
          </p:cNvSpPr>
          <p:nvPr/>
        </p:nvSpPr>
        <p:spPr>
          <a:xfrm xmlns:a="http://schemas.openxmlformats.org/drawingml/2006/main">
            <a:off x="6477000" y="2771775"/>
            <a:ext cx="21050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收到提醒</a:t>
            </a:r>
          </a:p>
        </p:txBody>
      </p:sp>
      <p:sp>
        <p:nvSpPr>
          <p:cNvPr id="10" name="object-9">
            <a:extLst xmlns:a="http://schemas.openxmlformats.org/drawingml/2006/main">
              <a:ext uri="{FF2B5EF4-FFF2-40B4-BE49-F238E27FC236}">
                <a16:creationId xmlns:a16="http://schemas.microsoft.com/office/drawing/2014/main" id="{02B0A62A-D13D-46EA-98F1-9D0118DEE632}"/>
              </a:ext>
            </a:extLst>
          </p:cNvPr>
          <p:cNvSpPr>
            <a:spLocks xmlns:a="http://schemas.openxmlformats.org/drawingml/2006/main" noGrp="1"/>
          </p:cNvSpPr>
          <p:nvPr/>
        </p:nvSpPr>
        <p:spPr>
          <a:xfrm xmlns:a="http://schemas.openxmlformats.org/drawingml/2006/main">
            <a:off x="9239250" y="2714625"/>
            <a:ext cx="2333625" cy="790575"/>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11" name="object-10">
            <a:extLst xmlns:a="http://schemas.openxmlformats.org/drawingml/2006/main">
              <a:ext uri="{FF2B5EF4-FFF2-40B4-BE49-F238E27FC236}">
                <a16:creationId xmlns:a16="http://schemas.microsoft.com/office/drawing/2014/main" id="{58DB5736-12DD-4909-94F6-CA3ABF2DAFB5}"/>
              </a:ext>
            </a:extLst>
          </p:cNvPr>
          <p:cNvSpPr>
            <a:spLocks xmlns:a="http://schemas.openxmlformats.org/drawingml/2006/main" noGrp="1"/>
          </p:cNvSpPr>
          <p:nvPr/>
        </p:nvSpPr>
        <p:spPr>
          <a:xfrm xmlns:a="http://schemas.openxmlformats.org/drawingml/2006/main">
            <a:off x="9353550" y="2771775"/>
            <a:ext cx="21050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切换耳机</a:t>
            </a:r>
          </a:p>
        </p:txBody>
      </p:sp>
      <p:sp>
        <p:nvSpPr>
          <p:cNvPr id="12" name="line-11">
            <a:extLst xmlns:a="http://schemas.openxmlformats.org/drawingml/2006/main">
              <a:ext uri="{FF2B5EF4-FFF2-40B4-BE49-F238E27FC236}">
                <a16:creationId xmlns:a16="http://schemas.microsoft.com/office/drawing/2014/main" id="{354C611C-0FCE-48AD-9451-C7AD62D9A362}"/>
              </a:ext>
            </a:extLst>
          </p:cNvPr>
          <p:cNvSpPr>
            <a:spLocks xmlns:a="http://schemas.openxmlformats.org/drawingml/2006/main" noGrp="1"/>
          </p:cNvSpPr>
          <p:nvPr/>
        </p:nvSpPr>
        <p:spPr>
          <a:xfrm xmlns:a="http://schemas.openxmlformats.org/drawingml/2006/main">
            <a:off x="3028950" y="3114675"/>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62768A"/>
            </a:solidFill>
            <a:prstDash val="solid"/>
          </a:ln>
        </p:spPr>
      </p:sp>
      <p:sp>
        <p:nvSpPr>
          <p:cNvPr id="13" name="line-12">
            <a:extLst xmlns:a="http://schemas.openxmlformats.org/drawingml/2006/main">
              <a:ext uri="{FF2B5EF4-FFF2-40B4-BE49-F238E27FC236}">
                <a16:creationId xmlns:a16="http://schemas.microsoft.com/office/drawing/2014/main" id="{EAC25B83-BF09-4AE2-B76B-552917801009}"/>
              </a:ext>
            </a:extLst>
          </p:cNvPr>
          <p:cNvSpPr>
            <a:spLocks xmlns:a="http://schemas.openxmlformats.org/drawingml/2006/main" noGrp="1"/>
          </p:cNvSpPr>
          <p:nvPr/>
        </p:nvSpPr>
        <p:spPr>
          <a:xfrm xmlns:a="http://schemas.openxmlformats.org/drawingml/2006/main">
            <a:off x="3305132" y="31146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62768A"/>
            </a:solidFill>
            <a:prstDash val="solid"/>
          </a:ln>
        </p:spPr>
      </p:sp>
      <p:sp>
        <p:nvSpPr>
          <p:cNvPr id="14" name="line-13">
            <a:extLst xmlns:a="http://schemas.openxmlformats.org/drawingml/2006/main">
              <a:ext uri="{FF2B5EF4-FFF2-40B4-BE49-F238E27FC236}">
                <a16:creationId xmlns:a16="http://schemas.microsoft.com/office/drawing/2014/main" id="{46157E8E-7CCB-42F6-9A81-5CA5F8E0C630}"/>
              </a:ext>
            </a:extLst>
          </p:cNvPr>
          <p:cNvSpPr>
            <a:spLocks xmlns:a="http://schemas.openxmlformats.org/drawingml/2006/main" noGrp="1"/>
          </p:cNvSpPr>
          <p:nvPr/>
        </p:nvSpPr>
        <p:spPr>
          <a:xfrm xmlns:a="http://schemas.openxmlformats.org/drawingml/2006/main">
            <a:off x="3305132" y="30732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62768A"/>
            </a:solidFill>
            <a:prstDash val="solid"/>
          </a:ln>
        </p:spPr>
      </p:sp>
      <p:sp>
        <p:nvSpPr>
          <p:cNvPr id="15" name="line-14">
            <a:extLst xmlns:a="http://schemas.openxmlformats.org/drawingml/2006/main">
              <a:ext uri="{FF2B5EF4-FFF2-40B4-BE49-F238E27FC236}">
                <a16:creationId xmlns:a16="http://schemas.microsoft.com/office/drawing/2014/main" id="{6FAE4365-96D5-4C87-AC4F-8CB60EEA6119}"/>
              </a:ext>
            </a:extLst>
          </p:cNvPr>
          <p:cNvSpPr>
            <a:spLocks xmlns:a="http://schemas.openxmlformats.org/drawingml/2006/main" noGrp="1"/>
          </p:cNvSpPr>
          <p:nvPr/>
        </p:nvSpPr>
        <p:spPr>
          <a:xfrm xmlns:a="http://schemas.openxmlformats.org/drawingml/2006/main">
            <a:off x="5905500" y="3114675"/>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62768A"/>
            </a:solidFill>
            <a:prstDash val="solid"/>
          </a:ln>
        </p:spPr>
      </p:sp>
      <p:sp>
        <p:nvSpPr>
          <p:cNvPr id="16" name="line-15">
            <a:extLst xmlns:a="http://schemas.openxmlformats.org/drawingml/2006/main">
              <a:ext uri="{FF2B5EF4-FFF2-40B4-BE49-F238E27FC236}">
                <a16:creationId xmlns:a16="http://schemas.microsoft.com/office/drawing/2014/main" id="{5B50A91C-576B-4F27-89EA-EC90AB9D5E3A}"/>
              </a:ext>
            </a:extLst>
          </p:cNvPr>
          <p:cNvSpPr>
            <a:spLocks xmlns:a="http://schemas.openxmlformats.org/drawingml/2006/main" noGrp="1"/>
          </p:cNvSpPr>
          <p:nvPr/>
        </p:nvSpPr>
        <p:spPr>
          <a:xfrm xmlns:a="http://schemas.openxmlformats.org/drawingml/2006/main">
            <a:off x="6181682" y="31146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62768A"/>
            </a:solidFill>
            <a:prstDash val="solid"/>
          </a:ln>
        </p:spPr>
      </p:sp>
      <p:sp>
        <p:nvSpPr>
          <p:cNvPr id="17" name="line-16">
            <a:extLst xmlns:a="http://schemas.openxmlformats.org/drawingml/2006/main">
              <a:ext uri="{FF2B5EF4-FFF2-40B4-BE49-F238E27FC236}">
                <a16:creationId xmlns:a16="http://schemas.microsoft.com/office/drawing/2014/main" id="{7E708218-880B-41F5-A0C7-E341C9A7A191}"/>
              </a:ext>
            </a:extLst>
          </p:cNvPr>
          <p:cNvSpPr>
            <a:spLocks xmlns:a="http://schemas.openxmlformats.org/drawingml/2006/main" noGrp="1"/>
          </p:cNvSpPr>
          <p:nvPr/>
        </p:nvSpPr>
        <p:spPr>
          <a:xfrm xmlns:a="http://schemas.openxmlformats.org/drawingml/2006/main">
            <a:off x="6181682" y="30732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62768A"/>
            </a:solidFill>
            <a:prstDash val="solid"/>
          </a:ln>
        </p:spPr>
      </p:sp>
      <p:sp>
        <p:nvSpPr>
          <p:cNvPr id="18" name="line-17">
            <a:extLst xmlns:a="http://schemas.openxmlformats.org/drawingml/2006/main">
              <a:ext uri="{FF2B5EF4-FFF2-40B4-BE49-F238E27FC236}">
                <a16:creationId xmlns:a16="http://schemas.microsoft.com/office/drawing/2014/main" id="{C795BDE8-2E9E-419A-8A29-83AF0ED0D18D}"/>
              </a:ext>
            </a:extLst>
          </p:cNvPr>
          <p:cNvSpPr>
            <a:spLocks xmlns:a="http://schemas.openxmlformats.org/drawingml/2006/main" noGrp="1"/>
          </p:cNvSpPr>
          <p:nvPr/>
        </p:nvSpPr>
        <p:spPr>
          <a:xfrm xmlns:a="http://schemas.openxmlformats.org/drawingml/2006/main">
            <a:off x="8782050" y="3114675"/>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62768A"/>
            </a:solidFill>
            <a:prstDash val="solid"/>
          </a:ln>
        </p:spPr>
      </p:sp>
      <p:sp>
        <p:nvSpPr>
          <p:cNvPr id="19" name="line-18">
            <a:extLst xmlns:a="http://schemas.openxmlformats.org/drawingml/2006/main">
              <a:ext uri="{FF2B5EF4-FFF2-40B4-BE49-F238E27FC236}">
                <a16:creationId xmlns:a16="http://schemas.microsoft.com/office/drawing/2014/main" id="{88C40288-D025-4855-A581-DBEF1EDACF1E}"/>
              </a:ext>
            </a:extLst>
          </p:cNvPr>
          <p:cNvSpPr>
            <a:spLocks xmlns:a="http://schemas.openxmlformats.org/drawingml/2006/main" noGrp="1"/>
          </p:cNvSpPr>
          <p:nvPr/>
        </p:nvSpPr>
        <p:spPr>
          <a:xfrm xmlns:a="http://schemas.openxmlformats.org/drawingml/2006/main">
            <a:off x="9058232" y="31146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62768A"/>
            </a:solidFill>
            <a:prstDash val="solid"/>
          </a:ln>
        </p:spPr>
      </p:sp>
      <p:sp>
        <p:nvSpPr>
          <p:cNvPr id="20" name="line-19">
            <a:extLst xmlns:a="http://schemas.openxmlformats.org/drawingml/2006/main">
              <a:ext uri="{FF2B5EF4-FFF2-40B4-BE49-F238E27FC236}">
                <a16:creationId xmlns:a16="http://schemas.microsoft.com/office/drawing/2014/main" id="{50631FC7-F02B-4810-8FB4-7DAE74B36B32}"/>
              </a:ext>
            </a:extLst>
          </p:cNvPr>
          <p:cNvSpPr>
            <a:spLocks xmlns:a="http://schemas.openxmlformats.org/drawingml/2006/main" noGrp="1"/>
          </p:cNvSpPr>
          <p:nvPr/>
        </p:nvSpPr>
        <p:spPr>
          <a:xfrm xmlns:a="http://schemas.openxmlformats.org/drawingml/2006/main">
            <a:off x="9058232" y="30732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62768A"/>
            </a:solidFill>
            <a:prstDash val="solid"/>
          </a:ln>
        </p:spPr>
      </p:sp>
      <p:sp>
        <p:nvSpPr>
          <p:cNvPr id="21" name="object-20">
            <a:extLst xmlns:a="http://schemas.openxmlformats.org/drawingml/2006/main">
              <a:ext uri="{FF2B5EF4-FFF2-40B4-BE49-F238E27FC236}">
                <a16:creationId xmlns:a16="http://schemas.microsoft.com/office/drawing/2014/main" id="{295E6BD3-338E-46FA-8149-F679DA3B5FD1}"/>
              </a:ext>
            </a:extLst>
          </p:cNvPr>
          <p:cNvSpPr>
            <a:spLocks xmlns:a="http://schemas.openxmlformats.org/drawingml/2006/main" noGrp="1"/>
          </p:cNvSpPr>
          <p:nvPr/>
        </p:nvSpPr>
        <p:spPr>
          <a:xfrm xmlns:a="http://schemas.openxmlformats.org/drawingml/2006/main">
            <a:off x="609600" y="409575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00" b="1">
                <a:solidFill>
                  <a:srgbClr val="887798"/>
                </a:solidFill>
                <a:latin typeface="Microsoft YaHei"/>
                <a:ea typeface="Microsoft YaHei"/>
                <a:cs typeface="Microsoft YaHei"/>
              </a:defRPr>
            </a:defPPr>
            <a:lvl1pPr algn="l">
              <a:defRPr sz="2400" b="1">
                <a:solidFill>
                  <a:srgbClr val="887798"/>
                </a:solidFill>
                <a:latin typeface="Microsoft YaHei"/>
                <a:ea typeface="Microsoft YaHei"/>
                <a:cs typeface="Microsoft YaHei"/>
              </a:defRPr>
            </a:lvl1pPr>
            <a:lvl2pPr algn="l">
              <a:defRPr sz="2400" b="1">
                <a:solidFill>
                  <a:srgbClr val="887798"/>
                </a:solidFill>
                <a:latin typeface="Microsoft YaHei"/>
                <a:ea typeface="Microsoft YaHei"/>
                <a:cs typeface="Microsoft YaHei"/>
              </a:defRPr>
            </a:lvl2pPr>
            <a:lvl3pPr algn="l">
              <a:defRPr sz="2400" b="1">
                <a:solidFill>
                  <a:srgbClr val="887798"/>
                </a:solidFill>
                <a:latin typeface="Microsoft YaHei"/>
                <a:ea typeface="Microsoft YaHei"/>
                <a:cs typeface="Microsoft YaHei"/>
              </a:defRPr>
            </a:lvl3pPr>
            <a:lvl4pPr algn="l">
              <a:defRPr sz="2400" b="1">
                <a:solidFill>
                  <a:srgbClr val="887798"/>
                </a:solidFill>
                <a:latin typeface="Microsoft YaHei"/>
                <a:ea typeface="Microsoft YaHei"/>
                <a:cs typeface="Microsoft YaHei"/>
              </a:defRPr>
            </a:lvl4pPr>
            <a:lvl5pPr algn="l">
              <a:defRPr sz="2400" b="1">
                <a:solidFill>
                  <a:srgbClr val="887798"/>
                </a:solidFill>
                <a:latin typeface="Microsoft YaHei"/>
                <a:ea typeface="Microsoft YaHei"/>
                <a:cs typeface="Microsoft YaHei"/>
              </a:defRPr>
            </a:lvl5pPr>
            <a:lvl6pPr algn="l">
              <a:defRPr sz="2400" b="1">
                <a:solidFill>
                  <a:srgbClr val="887798"/>
                </a:solidFill>
                <a:latin typeface="Microsoft YaHei"/>
                <a:ea typeface="Microsoft YaHei"/>
                <a:cs typeface="Microsoft YaHei"/>
              </a:defRPr>
            </a:lvl6pPr>
            <a:lvl7pPr algn="l">
              <a:defRPr sz="2400" b="1">
                <a:solidFill>
                  <a:srgbClr val="887798"/>
                </a:solidFill>
                <a:latin typeface="Microsoft YaHei"/>
                <a:ea typeface="Microsoft YaHei"/>
                <a:cs typeface="Microsoft YaHei"/>
              </a:defRPr>
            </a:lvl7pPr>
            <a:lvl8pPr algn="l">
              <a:defRPr sz="2400" b="1">
                <a:solidFill>
                  <a:srgbClr val="887798"/>
                </a:solidFill>
                <a:latin typeface="Microsoft YaHei"/>
                <a:ea typeface="Microsoft YaHei"/>
                <a:cs typeface="Microsoft YaHei"/>
              </a:defRPr>
            </a:lvl8pPr>
            <a:lvl9pPr algn="l">
              <a:defRPr sz="2400" b="1">
                <a:solidFill>
                  <a:srgbClr val="887798"/>
                </a:solidFill>
                <a:latin typeface="Microsoft YaHei"/>
                <a:ea typeface="Microsoft YaHei"/>
                <a:cs typeface="Microsoft YaHei"/>
              </a:defRPr>
            </a:lvl9pPr>
          </a:lstStyle>
          <a:p xmlns:a="http://schemas.openxmlformats.org/drawingml/2006/main">
            <a:pPr algn="l">
              <a:defRPr sz="2400" b="1">
                <a:solidFill>
                  <a:srgbClr val="887798"/>
                </a:solidFill>
                <a:latin typeface="Microsoft YaHei"/>
                <a:ea typeface="Microsoft YaHei"/>
                <a:cs typeface="Microsoft YaHei"/>
              </a:defRPr>
            </a:pPr>
            <a:r>
              <a:rPr sz="2400" b="1">
                <a:solidFill>
                  <a:srgbClr val="887798"/>
                </a:solidFill>
                <a:latin typeface="Microsoft YaHei"/>
                <a:ea typeface="Microsoft YaHei"/>
                <a:cs typeface="Microsoft YaHei"/>
              </a:rPr>
              <a:t>行为有序</a:t>
            </a:r>
          </a:p>
        </p:txBody>
      </p:sp>
      <p:sp>
        <p:nvSpPr>
          <p:cNvPr id="22" name="object-21">
            <a:extLst xmlns:a="http://schemas.openxmlformats.org/drawingml/2006/main">
              <a:ext uri="{FF2B5EF4-FFF2-40B4-BE49-F238E27FC236}">
                <a16:creationId xmlns:a16="http://schemas.microsoft.com/office/drawing/2014/main" id="{7BDD5D08-CFB2-4383-BADE-29BFB7343124}"/>
              </a:ext>
            </a:extLst>
          </p:cNvPr>
          <p:cNvSpPr>
            <a:spLocks xmlns:a="http://schemas.openxmlformats.org/drawingml/2006/main" noGrp="1"/>
          </p:cNvSpPr>
          <p:nvPr/>
        </p:nvSpPr>
        <p:spPr>
          <a:xfrm xmlns:a="http://schemas.openxmlformats.org/drawingml/2006/main">
            <a:off x="609600" y="4667250"/>
            <a:ext cx="5143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0">
                <a:solidFill>
                  <a:srgbClr val="12263B"/>
                </a:solidFill>
                <a:latin typeface="Microsoft YaHei"/>
                <a:ea typeface="Microsoft YaHei"/>
                <a:cs typeface="Microsoft YaHei"/>
              </a:defRPr>
            </a:defPPr>
            <a:lvl1pPr algn="l">
              <a:defRPr sz="2175" b="0">
                <a:solidFill>
                  <a:srgbClr val="12263B"/>
                </a:solidFill>
                <a:latin typeface="Microsoft YaHei"/>
                <a:ea typeface="Microsoft YaHei"/>
                <a:cs typeface="Microsoft YaHei"/>
              </a:defRPr>
            </a:lvl1pPr>
            <a:lvl2pPr algn="l">
              <a:defRPr sz="2175" b="0">
                <a:solidFill>
                  <a:srgbClr val="12263B"/>
                </a:solidFill>
                <a:latin typeface="Microsoft YaHei"/>
                <a:ea typeface="Microsoft YaHei"/>
                <a:cs typeface="Microsoft YaHei"/>
              </a:defRPr>
            </a:lvl2pPr>
            <a:lvl3pPr algn="l">
              <a:defRPr sz="2175" b="0">
                <a:solidFill>
                  <a:srgbClr val="12263B"/>
                </a:solidFill>
                <a:latin typeface="Microsoft YaHei"/>
                <a:ea typeface="Microsoft YaHei"/>
                <a:cs typeface="Microsoft YaHei"/>
              </a:defRPr>
            </a:lvl3pPr>
            <a:lvl4pPr algn="l">
              <a:defRPr sz="2175" b="0">
                <a:solidFill>
                  <a:srgbClr val="12263B"/>
                </a:solidFill>
                <a:latin typeface="Microsoft YaHei"/>
                <a:ea typeface="Microsoft YaHei"/>
                <a:cs typeface="Microsoft YaHei"/>
              </a:defRPr>
            </a:lvl4pPr>
            <a:lvl5pPr algn="l">
              <a:defRPr sz="2175" b="0">
                <a:solidFill>
                  <a:srgbClr val="12263B"/>
                </a:solidFill>
                <a:latin typeface="Microsoft YaHei"/>
                <a:ea typeface="Microsoft YaHei"/>
                <a:cs typeface="Microsoft YaHei"/>
              </a:defRPr>
            </a:lvl5pPr>
            <a:lvl6pPr algn="l">
              <a:defRPr sz="2175" b="0">
                <a:solidFill>
                  <a:srgbClr val="12263B"/>
                </a:solidFill>
                <a:latin typeface="Microsoft YaHei"/>
                <a:ea typeface="Microsoft YaHei"/>
                <a:cs typeface="Microsoft YaHei"/>
              </a:defRPr>
            </a:lvl6pPr>
            <a:lvl7pPr algn="l">
              <a:defRPr sz="2175" b="0">
                <a:solidFill>
                  <a:srgbClr val="12263B"/>
                </a:solidFill>
                <a:latin typeface="Microsoft YaHei"/>
                <a:ea typeface="Microsoft YaHei"/>
                <a:cs typeface="Microsoft YaHei"/>
              </a:defRPr>
            </a:lvl7pPr>
            <a:lvl8pPr algn="l">
              <a:defRPr sz="2175" b="0">
                <a:solidFill>
                  <a:srgbClr val="12263B"/>
                </a:solidFill>
                <a:latin typeface="Microsoft YaHei"/>
                <a:ea typeface="Microsoft YaHei"/>
                <a:cs typeface="Microsoft YaHei"/>
              </a:defRPr>
            </a:lvl8pPr>
            <a:lvl9pPr algn="l">
              <a:defRPr sz="2175" b="0">
                <a:solidFill>
                  <a:srgbClr val="12263B"/>
                </a:solidFill>
                <a:latin typeface="Microsoft YaHei"/>
                <a:ea typeface="Microsoft YaHei"/>
                <a:cs typeface="Microsoft YaHei"/>
              </a:defRPr>
            </a:lvl9pPr>
          </a:lstStyle>
          <a:p xmlns:a="http://schemas.openxmlformats.org/drawingml/2006/main">
            <a:pPr algn="l">
              <a:defRPr sz="2175" b="0">
                <a:solidFill>
                  <a:srgbClr val="12263B"/>
                </a:solidFill>
                <a:latin typeface="Microsoft YaHei"/>
                <a:ea typeface="Microsoft YaHei"/>
                <a:cs typeface="Microsoft YaHei"/>
              </a:defRPr>
            </a:pPr>
            <a:r>
              <a:rPr sz="2175" b="0">
                <a:solidFill>
                  <a:srgbClr val="12263B"/>
                </a:solidFill>
                <a:latin typeface="Microsoft YaHei"/>
                <a:ea typeface="Microsoft YaHei"/>
                <a:cs typeface="Microsoft YaHei"/>
              </a:rPr>
              <a:t>多应用怎样共存</a:t>
            </a:r>
          </a:p>
          <a:p xmlns:a="http://schemas.openxmlformats.org/drawingml/2006/main">
            <a:pPr algn="l">
              <a:defRPr sz="2175" b="0">
                <a:solidFill>
                  <a:srgbClr val="12263B"/>
                </a:solidFill>
                <a:latin typeface="Microsoft YaHei"/>
                <a:ea typeface="Microsoft YaHei"/>
                <a:cs typeface="Microsoft YaHei"/>
              </a:defRPr>
            </a:pPr>
            <a:r>
              <a:rPr sz="2175" b="0">
                <a:solidFill>
                  <a:srgbClr val="12263B"/>
                </a:solidFill>
                <a:latin typeface="Microsoft YaHei"/>
                <a:ea typeface="Microsoft YaHei"/>
                <a:cs typeface="Microsoft YaHei"/>
              </a:rPr>
              <a:t>声音应该去哪里</a:t>
            </a:r>
          </a:p>
        </p:txBody>
      </p:sp>
      <p:sp>
        <p:nvSpPr>
          <p:cNvPr id="23" name="object-22">
            <a:extLst xmlns:a="http://schemas.openxmlformats.org/drawingml/2006/main">
              <a:ext uri="{FF2B5EF4-FFF2-40B4-BE49-F238E27FC236}">
                <a16:creationId xmlns:a16="http://schemas.microsoft.com/office/drawing/2014/main" id="{7D54867B-C4D6-45BC-97CD-35ADB62F9F19}"/>
              </a:ext>
            </a:extLst>
          </p:cNvPr>
          <p:cNvSpPr>
            <a:spLocks xmlns:a="http://schemas.openxmlformats.org/drawingml/2006/main" noGrp="1"/>
          </p:cNvSpPr>
          <p:nvPr/>
        </p:nvSpPr>
        <p:spPr>
          <a:xfrm xmlns:a="http://schemas.openxmlformats.org/drawingml/2006/main">
            <a:off x="6534150" y="4095750"/>
            <a:ext cx="504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00" b="1">
                <a:solidFill>
                  <a:srgbClr val="119A92"/>
                </a:solidFill>
                <a:latin typeface="Microsoft YaHei"/>
                <a:ea typeface="Microsoft YaHei"/>
                <a:cs typeface="Microsoft YaHei"/>
              </a:defRPr>
            </a:defPPr>
            <a:lvl1pPr algn="l">
              <a:defRPr sz="2400" b="1">
                <a:solidFill>
                  <a:srgbClr val="119A92"/>
                </a:solidFill>
                <a:latin typeface="Microsoft YaHei"/>
                <a:ea typeface="Microsoft YaHei"/>
                <a:cs typeface="Microsoft YaHei"/>
              </a:defRPr>
            </a:lvl1pPr>
            <a:lvl2pPr algn="l">
              <a:defRPr sz="2400" b="1">
                <a:solidFill>
                  <a:srgbClr val="119A92"/>
                </a:solidFill>
                <a:latin typeface="Microsoft YaHei"/>
                <a:ea typeface="Microsoft YaHei"/>
                <a:cs typeface="Microsoft YaHei"/>
              </a:defRPr>
            </a:lvl2pPr>
            <a:lvl3pPr algn="l">
              <a:defRPr sz="2400" b="1">
                <a:solidFill>
                  <a:srgbClr val="119A92"/>
                </a:solidFill>
                <a:latin typeface="Microsoft YaHei"/>
                <a:ea typeface="Microsoft YaHei"/>
                <a:cs typeface="Microsoft YaHei"/>
              </a:defRPr>
            </a:lvl3pPr>
            <a:lvl4pPr algn="l">
              <a:defRPr sz="2400" b="1">
                <a:solidFill>
                  <a:srgbClr val="119A92"/>
                </a:solidFill>
                <a:latin typeface="Microsoft YaHei"/>
                <a:ea typeface="Microsoft YaHei"/>
                <a:cs typeface="Microsoft YaHei"/>
              </a:defRPr>
            </a:lvl4pPr>
            <a:lvl5pPr algn="l">
              <a:defRPr sz="2400" b="1">
                <a:solidFill>
                  <a:srgbClr val="119A92"/>
                </a:solidFill>
                <a:latin typeface="Microsoft YaHei"/>
                <a:ea typeface="Microsoft YaHei"/>
                <a:cs typeface="Microsoft YaHei"/>
              </a:defRPr>
            </a:lvl5pPr>
            <a:lvl6pPr algn="l">
              <a:defRPr sz="2400" b="1">
                <a:solidFill>
                  <a:srgbClr val="119A92"/>
                </a:solidFill>
                <a:latin typeface="Microsoft YaHei"/>
                <a:ea typeface="Microsoft YaHei"/>
                <a:cs typeface="Microsoft YaHei"/>
              </a:defRPr>
            </a:lvl6pPr>
            <a:lvl7pPr algn="l">
              <a:defRPr sz="2400" b="1">
                <a:solidFill>
                  <a:srgbClr val="119A92"/>
                </a:solidFill>
                <a:latin typeface="Microsoft YaHei"/>
                <a:ea typeface="Microsoft YaHei"/>
                <a:cs typeface="Microsoft YaHei"/>
              </a:defRPr>
            </a:lvl7pPr>
            <a:lvl8pPr algn="l">
              <a:defRPr sz="2400" b="1">
                <a:solidFill>
                  <a:srgbClr val="119A92"/>
                </a:solidFill>
                <a:latin typeface="Microsoft YaHei"/>
                <a:ea typeface="Microsoft YaHei"/>
                <a:cs typeface="Microsoft YaHei"/>
              </a:defRPr>
            </a:lvl8pPr>
            <a:lvl9pPr algn="l">
              <a:defRPr sz="2400" b="1">
                <a:solidFill>
                  <a:srgbClr val="119A92"/>
                </a:solidFill>
                <a:latin typeface="Microsoft YaHei"/>
                <a:ea typeface="Microsoft YaHei"/>
                <a:cs typeface="Microsoft YaHei"/>
              </a:defRPr>
            </a:lvl9pPr>
          </a:lstStyle>
          <a:p xmlns:a="http://schemas.openxmlformats.org/drawingml/2006/main">
            <a:pPr algn="l">
              <a:defRPr sz="2400" b="1">
                <a:solidFill>
                  <a:srgbClr val="119A92"/>
                </a:solidFill>
                <a:latin typeface="Microsoft YaHei"/>
                <a:ea typeface="Microsoft YaHei"/>
                <a:cs typeface="Microsoft YaHei"/>
              </a:defRPr>
            </a:pPr>
            <a:r>
              <a:rPr sz="2400" b="1">
                <a:solidFill>
                  <a:srgbClr val="119A92"/>
                </a:solidFill>
                <a:latin typeface="Microsoft YaHei"/>
                <a:ea typeface="Microsoft YaHei"/>
                <a:cs typeface="Microsoft YaHei"/>
              </a:rPr>
              <a:t>执行可靠</a:t>
            </a:r>
          </a:p>
        </p:txBody>
      </p:sp>
      <p:sp>
        <p:nvSpPr>
          <p:cNvPr id="24" name="object-23">
            <a:extLst xmlns:a="http://schemas.openxmlformats.org/drawingml/2006/main">
              <a:ext uri="{FF2B5EF4-FFF2-40B4-BE49-F238E27FC236}">
                <a16:creationId xmlns:a16="http://schemas.microsoft.com/office/drawing/2014/main" id="{A15461DA-0A03-4C34-A1D6-34462FF68E87}"/>
              </a:ext>
            </a:extLst>
          </p:cNvPr>
          <p:cNvSpPr>
            <a:spLocks xmlns:a="http://schemas.openxmlformats.org/drawingml/2006/main" noGrp="1"/>
          </p:cNvSpPr>
          <p:nvPr/>
        </p:nvSpPr>
        <p:spPr>
          <a:xfrm xmlns:a="http://schemas.openxmlformats.org/drawingml/2006/main">
            <a:off x="6534150" y="4667250"/>
            <a:ext cx="5048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0">
                <a:solidFill>
                  <a:srgbClr val="12263B"/>
                </a:solidFill>
                <a:latin typeface="Microsoft YaHei"/>
                <a:ea typeface="Microsoft YaHei"/>
                <a:cs typeface="Microsoft YaHei"/>
              </a:defRPr>
            </a:defPPr>
            <a:lvl1pPr algn="l">
              <a:defRPr sz="2175" b="0">
                <a:solidFill>
                  <a:srgbClr val="12263B"/>
                </a:solidFill>
                <a:latin typeface="Microsoft YaHei"/>
                <a:ea typeface="Microsoft YaHei"/>
                <a:cs typeface="Microsoft YaHei"/>
              </a:defRPr>
            </a:lvl1pPr>
            <a:lvl2pPr algn="l">
              <a:defRPr sz="2175" b="0">
                <a:solidFill>
                  <a:srgbClr val="12263B"/>
                </a:solidFill>
                <a:latin typeface="Microsoft YaHei"/>
                <a:ea typeface="Microsoft YaHei"/>
                <a:cs typeface="Microsoft YaHei"/>
              </a:defRPr>
            </a:lvl2pPr>
            <a:lvl3pPr algn="l">
              <a:defRPr sz="2175" b="0">
                <a:solidFill>
                  <a:srgbClr val="12263B"/>
                </a:solidFill>
                <a:latin typeface="Microsoft YaHei"/>
                <a:ea typeface="Microsoft YaHei"/>
                <a:cs typeface="Microsoft YaHei"/>
              </a:defRPr>
            </a:lvl3pPr>
            <a:lvl4pPr algn="l">
              <a:defRPr sz="2175" b="0">
                <a:solidFill>
                  <a:srgbClr val="12263B"/>
                </a:solidFill>
                <a:latin typeface="Microsoft YaHei"/>
                <a:ea typeface="Microsoft YaHei"/>
                <a:cs typeface="Microsoft YaHei"/>
              </a:defRPr>
            </a:lvl4pPr>
            <a:lvl5pPr algn="l">
              <a:defRPr sz="2175" b="0">
                <a:solidFill>
                  <a:srgbClr val="12263B"/>
                </a:solidFill>
                <a:latin typeface="Microsoft YaHei"/>
                <a:ea typeface="Microsoft YaHei"/>
                <a:cs typeface="Microsoft YaHei"/>
              </a:defRPr>
            </a:lvl5pPr>
            <a:lvl6pPr algn="l">
              <a:defRPr sz="2175" b="0">
                <a:solidFill>
                  <a:srgbClr val="12263B"/>
                </a:solidFill>
                <a:latin typeface="Microsoft YaHei"/>
                <a:ea typeface="Microsoft YaHei"/>
                <a:cs typeface="Microsoft YaHei"/>
              </a:defRPr>
            </a:lvl6pPr>
            <a:lvl7pPr algn="l">
              <a:defRPr sz="2175" b="0">
                <a:solidFill>
                  <a:srgbClr val="12263B"/>
                </a:solidFill>
                <a:latin typeface="Microsoft YaHei"/>
                <a:ea typeface="Microsoft YaHei"/>
                <a:cs typeface="Microsoft YaHei"/>
              </a:defRPr>
            </a:lvl7pPr>
            <a:lvl8pPr algn="l">
              <a:defRPr sz="2175" b="0">
                <a:solidFill>
                  <a:srgbClr val="12263B"/>
                </a:solidFill>
                <a:latin typeface="Microsoft YaHei"/>
                <a:ea typeface="Microsoft YaHei"/>
                <a:cs typeface="Microsoft YaHei"/>
              </a:defRPr>
            </a:lvl8pPr>
            <a:lvl9pPr algn="l">
              <a:defRPr sz="2175" b="0">
                <a:solidFill>
                  <a:srgbClr val="12263B"/>
                </a:solidFill>
                <a:latin typeface="Microsoft YaHei"/>
                <a:ea typeface="Microsoft YaHei"/>
                <a:cs typeface="Microsoft YaHei"/>
              </a:defRPr>
            </a:lvl9pPr>
          </a:lstStyle>
          <a:p xmlns:a="http://schemas.openxmlformats.org/drawingml/2006/main">
            <a:pPr algn="l">
              <a:defRPr sz="2175" b="0">
                <a:solidFill>
                  <a:srgbClr val="12263B"/>
                </a:solidFill>
                <a:latin typeface="Microsoft YaHei"/>
                <a:ea typeface="Microsoft YaHei"/>
                <a:cs typeface="Microsoft YaHei"/>
              </a:defRPr>
            </a:pPr>
            <a:r>
              <a:rPr sz="2175" b="0">
                <a:solidFill>
                  <a:srgbClr val="12263B"/>
                </a:solidFill>
                <a:latin typeface="Microsoft YaHei"/>
                <a:ea typeface="Microsoft YaHei"/>
                <a:cs typeface="Microsoft YaHei"/>
              </a:rPr>
              <a:t>响应及时、播放连续</a:t>
            </a:r>
          </a:p>
          <a:p xmlns:a="http://schemas.openxmlformats.org/drawingml/2006/main">
            <a:pPr algn="l">
              <a:defRPr sz="2175" b="0">
                <a:solidFill>
                  <a:srgbClr val="12263B"/>
                </a:solidFill>
                <a:latin typeface="Microsoft YaHei"/>
                <a:ea typeface="Microsoft YaHei"/>
                <a:cs typeface="Microsoft YaHei"/>
              </a:defRPr>
            </a:pPr>
            <a:r>
              <a:rPr sz="2175" b="0">
                <a:solidFill>
                  <a:srgbClr val="12263B"/>
                </a:solidFill>
                <a:latin typeface="Microsoft YaHei"/>
                <a:ea typeface="Microsoft YaHei"/>
                <a:cs typeface="Microsoft YaHei"/>
              </a:rPr>
              <a:t>资源开销可控</a:t>
            </a:r>
          </a:p>
        </p:txBody>
      </p:sp>
      <p:sp>
        <p:nvSpPr>
          <p:cNvPr id="25" name="line-24">
            <a:extLst xmlns:a="http://schemas.openxmlformats.org/drawingml/2006/main">
              <a:ext uri="{FF2B5EF4-FFF2-40B4-BE49-F238E27FC236}">
                <a16:creationId xmlns:a16="http://schemas.microsoft.com/office/drawing/2014/main" id="{B7B4E013-8BA0-4B1A-BDA7-E6D726EEDD8A}"/>
              </a:ext>
            </a:extLst>
          </p:cNvPr>
          <p:cNvSpPr>
            <a:spLocks xmlns:a="http://schemas.openxmlformats.org/drawingml/2006/main" noGrp="1"/>
          </p:cNvSpPr>
          <p:nvPr/>
        </p:nvSpPr>
        <p:spPr>
          <a:xfrm xmlns:a="http://schemas.openxmlformats.org/drawingml/2006/main">
            <a:off x="6010275" y="4048125"/>
            <a:ext cx="9525" cy="1533525"/>
          </a:xfrm>
          <a:custGeom xmlns:a="http://schemas.openxmlformats.org/drawingml/2006/main">
            <a:pathLst>
              <a:path w="9525" h="1533525">
                <a:moveTo>
                  <a:pt x="0" y="0"/>
                </a:moveTo>
                <a:lnTo>
                  <a:pt x="0" y="1533525"/>
                </a:lnTo>
              </a:path>
            </a:pathLst>
          </a:custGeom>
          <a:noFill xmlns:a="http://schemas.openxmlformats.org/drawingml/2006/main"/>
          <a:ln xmlns:a="http://schemas.openxmlformats.org/drawingml/2006/main" w="19050">
            <a:solidFill>
              <a:srgbClr val="DCE5EE"/>
            </a:solidFill>
            <a:prstDash val="solid"/>
          </a:ln>
        </p:spPr>
      </p:sp>
      <p:sp>
        <p:nvSpPr>
          <p:cNvPr id="26" name="object-25">
            <a:extLst xmlns:a="http://schemas.openxmlformats.org/drawingml/2006/main">
              <a:ext uri="{FF2B5EF4-FFF2-40B4-BE49-F238E27FC236}">
                <a16:creationId xmlns:a16="http://schemas.microsoft.com/office/drawing/2014/main" id="{91DC5A34-0182-4291-BF5B-6320B5239288}"/>
              </a:ext>
            </a:extLst>
          </p:cNvPr>
          <p:cNvSpPr>
            <a:spLocks xmlns:a="http://schemas.openxmlformats.org/drawingml/2006/main" noGrp="1"/>
          </p:cNvSpPr>
          <p:nvPr/>
        </p:nvSpPr>
        <p:spPr>
          <a:xfrm xmlns:a="http://schemas.openxmlformats.org/drawingml/2006/main">
            <a:off x="609600" y="5772150"/>
            <a:ext cx="1085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3379EB"/>
                </a:solidFill>
                <a:latin typeface="Microsoft YaHei"/>
                <a:ea typeface="Microsoft YaHei"/>
                <a:cs typeface="Microsoft YaHei"/>
              </a:defRPr>
            </a:defPPr>
            <a:lvl1pPr algn="l">
              <a:defRPr sz="2025" b="1">
                <a:solidFill>
                  <a:srgbClr val="3379EB"/>
                </a:solidFill>
                <a:latin typeface="Microsoft YaHei"/>
                <a:ea typeface="Microsoft YaHei"/>
                <a:cs typeface="Microsoft YaHei"/>
              </a:defRPr>
            </a:lvl1pPr>
            <a:lvl2pPr algn="l">
              <a:defRPr sz="2025" b="1">
                <a:solidFill>
                  <a:srgbClr val="3379EB"/>
                </a:solidFill>
                <a:latin typeface="Microsoft YaHei"/>
                <a:ea typeface="Microsoft YaHei"/>
                <a:cs typeface="Microsoft YaHei"/>
              </a:defRPr>
            </a:lvl2pPr>
            <a:lvl3pPr algn="l">
              <a:defRPr sz="2025" b="1">
                <a:solidFill>
                  <a:srgbClr val="3379EB"/>
                </a:solidFill>
                <a:latin typeface="Microsoft YaHei"/>
                <a:ea typeface="Microsoft YaHei"/>
                <a:cs typeface="Microsoft YaHei"/>
              </a:defRPr>
            </a:lvl3pPr>
            <a:lvl4pPr algn="l">
              <a:defRPr sz="2025" b="1">
                <a:solidFill>
                  <a:srgbClr val="3379EB"/>
                </a:solidFill>
                <a:latin typeface="Microsoft YaHei"/>
                <a:ea typeface="Microsoft YaHei"/>
                <a:cs typeface="Microsoft YaHei"/>
              </a:defRPr>
            </a:lvl4pPr>
            <a:lvl5pPr algn="l">
              <a:defRPr sz="2025" b="1">
                <a:solidFill>
                  <a:srgbClr val="3379EB"/>
                </a:solidFill>
                <a:latin typeface="Microsoft YaHei"/>
                <a:ea typeface="Microsoft YaHei"/>
                <a:cs typeface="Microsoft YaHei"/>
              </a:defRPr>
            </a:lvl5pPr>
            <a:lvl6pPr algn="l">
              <a:defRPr sz="2025" b="1">
                <a:solidFill>
                  <a:srgbClr val="3379EB"/>
                </a:solidFill>
                <a:latin typeface="Microsoft YaHei"/>
                <a:ea typeface="Microsoft YaHei"/>
                <a:cs typeface="Microsoft YaHei"/>
              </a:defRPr>
            </a:lvl6pPr>
            <a:lvl7pPr algn="l">
              <a:defRPr sz="2025" b="1">
                <a:solidFill>
                  <a:srgbClr val="3379EB"/>
                </a:solidFill>
                <a:latin typeface="Microsoft YaHei"/>
                <a:ea typeface="Microsoft YaHei"/>
                <a:cs typeface="Microsoft YaHei"/>
              </a:defRPr>
            </a:lvl7pPr>
            <a:lvl8pPr algn="l">
              <a:defRPr sz="2025" b="1">
                <a:solidFill>
                  <a:srgbClr val="3379EB"/>
                </a:solidFill>
                <a:latin typeface="Microsoft YaHei"/>
                <a:ea typeface="Microsoft YaHei"/>
                <a:cs typeface="Microsoft YaHei"/>
              </a:defRPr>
            </a:lvl8pPr>
            <a:lvl9pPr algn="l">
              <a:defRPr sz="2025" b="1">
                <a:solidFill>
                  <a:srgbClr val="3379EB"/>
                </a:solidFill>
                <a:latin typeface="Microsoft YaHei"/>
                <a:ea typeface="Microsoft YaHei"/>
                <a:cs typeface="Microsoft YaHei"/>
              </a:defRPr>
            </a:lvl9pPr>
          </a:lstStyle>
          <a:p xmlns:a="http://schemas.openxmlformats.org/drawingml/2006/main">
            <a:pPr algn="l">
              <a:defRPr sz="2025" b="1">
                <a:solidFill>
                  <a:srgbClr val="3379EB"/>
                </a:solidFill>
                <a:latin typeface="Microsoft YaHei"/>
                <a:ea typeface="Microsoft YaHei"/>
                <a:cs typeface="Microsoft YaHei"/>
              </a:defRPr>
            </a:pPr>
            <a:r>
              <a:rPr sz="2025" b="1">
                <a:solidFill>
                  <a:srgbClr val="3379EB"/>
                </a:solidFill>
                <a:latin typeface="Microsoft YaHei"/>
                <a:ea typeface="Microsoft YaHei"/>
                <a:cs typeface="Microsoft YaHei"/>
              </a:rPr>
              <a:t>先看全局协同，再看自研引擎怎样改善执行效率</a:t>
            </a:r>
          </a:p>
        </p:txBody>
      </p:sp>
      <p:sp>
        <p:nvSpPr>
          <p:cNvPr id="27" name="object-26">
            <a:extLst xmlns:a="http://schemas.openxmlformats.org/drawingml/2006/main">
              <a:ext uri="{FF2B5EF4-FFF2-40B4-BE49-F238E27FC236}">
                <a16:creationId xmlns:a16="http://schemas.microsoft.com/office/drawing/2014/main" id="{23D72445-E413-47ED-8B59-45616F74683B}"/>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贯穿场景为教学示例；具体并发、闪避与路由结果取决于策略</a:t>
            </a:r>
          </a:p>
        </p:txBody>
      </p:sp>
      <p:sp>
        <p:nvSpPr>
          <p:cNvPr id="28" name="object-27">
            <a:extLst xmlns:a="http://schemas.openxmlformats.org/drawingml/2006/main">
              <a:ext uri="{FF2B5EF4-FFF2-40B4-BE49-F238E27FC236}">
                <a16:creationId xmlns:a16="http://schemas.microsoft.com/office/drawing/2014/main" id="{357ACD68-2896-4543-9107-2FE076CCF490}"/>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01</a:t>
            </a:r>
          </a:p>
        </p:txBody>
      </p:sp>
    </p:spTree>
    <p:extLst>
      <p:ext uri="{BB962C8B-B14F-4D97-AF65-F5344CB8AC3E}">
        <p14:creationId xmlns:p14="http://schemas.microsoft.com/office/powerpoint/2010/main" val="1213967039"/>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9" name="object-28">
            <a:extLst xmlns:a="http://schemas.openxmlformats.org/drawingml/2006/main">
              <a:ext uri="{FF2B5EF4-FFF2-40B4-BE49-F238E27FC236}">
                <a16:creationId xmlns:a16="http://schemas.microsoft.com/office/drawing/2014/main" id="{B0548F53-DD4D-48C6-AEE2-F69F060670DF}"/>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第一部分 · 全局协同</a:t>
            </a:r>
          </a:p>
        </p:txBody>
      </p:sp>
      <p:sp>
        <p:nvSpPr>
          <p:cNvPr id="2" name="object-29">
            <a:extLst xmlns:a="http://schemas.openxmlformats.org/drawingml/2006/main">
              <a:ext uri="{FF2B5EF4-FFF2-40B4-BE49-F238E27FC236}">
                <a16:creationId xmlns:a16="http://schemas.microsoft.com/office/drawing/2014/main" id="{0DA39459-3171-471F-BA76-3C4492A52EA2}"/>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鸿蒙音频底座：谁决策，谁管理，谁执行</a:t>
            </a:r>
          </a:p>
        </p:txBody>
      </p:sp>
      <p:sp>
        <p:nvSpPr>
          <p:cNvPr id="3" name="object-30">
            <a:extLst xmlns:a="http://schemas.openxmlformats.org/drawingml/2006/main">
              <a:ext uri="{FF2B5EF4-FFF2-40B4-BE49-F238E27FC236}">
                <a16:creationId xmlns:a16="http://schemas.microsoft.com/office/drawing/2014/main" id="{D74EF0B1-D169-42D2-B153-7BD75F3F7A40}"/>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策略组织系统行为，流服务管理状态，引擎处理数据，设备兑现输出</a:t>
            </a:r>
          </a:p>
        </p:txBody>
      </p:sp>
      <p:sp>
        <p:nvSpPr>
          <p:cNvPr id="4" name="object-31">
            <a:extLst xmlns:a="http://schemas.openxmlformats.org/drawingml/2006/main">
              <a:ext uri="{FF2B5EF4-FFF2-40B4-BE49-F238E27FC236}">
                <a16:creationId xmlns:a16="http://schemas.microsoft.com/office/drawing/2014/main" id="{809F2969-2B86-47EA-811F-26EF147A9D0D}"/>
              </a:ext>
            </a:extLst>
          </p:cNvPr>
          <p:cNvSpPr>
            <a:spLocks xmlns:a="http://schemas.openxmlformats.org/drawingml/2006/main" noGrp="1"/>
          </p:cNvSpPr>
          <p:nvPr/>
        </p:nvSpPr>
        <p:spPr>
          <a:xfrm xmlns:a="http://schemas.openxmlformats.org/drawingml/2006/main">
            <a:off x="3486150" y="2390775"/>
            <a:ext cx="5219700" cy="69532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5" name="object-32">
            <a:extLst xmlns:a="http://schemas.openxmlformats.org/drawingml/2006/main">
              <a:ext uri="{FF2B5EF4-FFF2-40B4-BE49-F238E27FC236}">
                <a16:creationId xmlns:a16="http://schemas.microsoft.com/office/drawing/2014/main" id="{1DEE16D8-6592-44ED-B657-4B264034B0B9}"/>
              </a:ext>
            </a:extLst>
          </p:cNvPr>
          <p:cNvSpPr>
            <a:spLocks xmlns:a="http://schemas.openxmlformats.org/drawingml/2006/main" noGrp="1"/>
          </p:cNvSpPr>
          <p:nvPr/>
        </p:nvSpPr>
        <p:spPr>
          <a:xfrm xmlns:a="http://schemas.openxmlformats.org/drawingml/2006/main">
            <a:off x="3600450" y="2447925"/>
            <a:ext cx="4991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音频策略：焦点 / 路由 / 音量</a:t>
            </a:r>
          </a:p>
        </p:txBody>
      </p:sp>
      <p:sp>
        <p:nvSpPr>
          <p:cNvPr id="6" name="line-33">
            <a:extLst xmlns:a="http://schemas.openxmlformats.org/drawingml/2006/main">
              <a:ext uri="{FF2B5EF4-FFF2-40B4-BE49-F238E27FC236}">
                <a16:creationId xmlns:a16="http://schemas.microsoft.com/office/drawing/2014/main" id="{057CF371-302D-468D-B819-CAC8F953B3BD}"/>
              </a:ext>
            </a:extLst>
          </p:cNvPr>
          <p:cNvSpPr>
            <a:spLocks xmlns:a="http://schemas.openxmlformats.org/drawingml/2006/main" noGrp="1"/>
          </p:cNvSpPr>
          <p:nvPr/>
        </p:nvSpPr>
        <p:spPr>
          <a:xfrm xmlns:a="http://schemas.openxmlformats.org/drawingml/2006/main">
            <a:off x="4095750" y="3162300"/>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7" name="line-34">
            <a:extLst xmlns:a="http://schemas.openxmlformats.org/drawingml/2006/main">
              <a:ext uri="{FF2B5EF4-FFF2-40B4-BE49-F238E27FC236}">
                <a16:creationId xmlns:a16="http://schemas.microsoft.com/office/drawing/2014/main" id="{5A8E58BF-1097-4C05-BCE4-AA6D0B69E4C6}"/>
              </a:ext>
            </a:extLst>
          </p:cNvPr>
          <p:cNvSpPr>
            <a:spLocks xmlns:a="http://schemas.openxmlformats.org/drawingml/2006/main" noGrp="1"/>
          </p:cNvSpPr>
          <p:nvPr/>
        </p:nvSpPr>
        <p:spPr>
          <a:xfrm xmlns:a="http://schemas.openxmlformats.org/drawingml/2006/main">
            <a:off x="4095750" y="3228975"/>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8" name="line-35">
            <a:extLst xmlns:a="http://schemas.openxmlformats.org/drawingml/2006/main">
              <a:ext uri="{FF2B5EF4-FFF2-40B4-BE49-F238E27FC236}">
                <a16:creationId xmlns:a16="http://schemas.microsoft.com/office/drawing/2014/main" id="{43B86C65-0BF1-4297-BA2E-8EE080233A5D}"/>
              </a:ext>
            </a:extLst>
          </p:cNvPr>
          <p:cNvSpPr>
            <a:spLocks xmlns:a="http://schemas.openxmlformats.org/drawingml/2006/main" noGrp="1"/>
          </p:cNvSpPr>
          <p:nvPr/>
        </p:nvSpPr>
        <p:spPr>
          <a:xfrm xmlns:a="http://schemas.openxmlformats.org/drawingml/2006/main">
            <a:off x="4095750" y="3295650"/>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9" name="line-36">
            <a:extLst xmlns:a="http://schemas.openxmlformats.org/drawingml/2006/main">
              <a:ext uri="{FF2B5EF4-FFF2-40B4-BE49-F238E27FC236}">
                <a16:creationId xmlns:a16="http://schemas.microsoft.com/office/drawing/2014/main" id="{0AF27C11-23A0-4D52-A964-1148AF9906C0}"/>
              </a:ext>
            </a:extLst>
          </p:cNvPr>
          <p:cNvSpPr>
            <a:spLocks xmlns:a="http://schemas.openxmlformats.org/drawingml/2006/main" noGrp="1"/>
          </p:cNvSpPr>
          <p:nvPr/>
        </p:nvSpPr>
        <p:spPr>
          <a:xfrm xmlns:a="http://schemas.openxmlformats.org/drawingml/2006/main">
            <a:off x="4095750" y="3362325"/>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10" name="line-37">
            <a:extLst xmlns:a="http://schemas.openxmlformats.org/drawingml/2006/main">
              <a:ext uri="{FF2B5EF4-FFF2-40B4-BE49-F238E27FC236}">
                <a16:creationId xmlns:a16="http://schemas.microsoft.com/office/drawing/2014/main" id="{F64833BA-E560-496D-9768-2A72FF253023}"/>
              </a:ext>
            </a:extLst>
          </p:cNvPr>
          <p:cNvSpPr>
            <a:spLocks xmlns:a="http://schemas.openxmlformats.org/drawingml/2006/main" noGrp="1"/>
          </p:cNvSpPr>
          <p:nvPr/>
        </p:nvSpPr>
        <p:spPr>
          <a:xfrm xmlns:a="http://schemas.openxmlformats.org/drawingml/2006/main">
            <a:off x="4095750" y="3429000"/>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11" name="line-38">
            <a:extLst xmlns:a="http://schemas.openxmlformats.org/drawingml/2006/main">
              <a:ext uri="{FF2B5EF4-FFF2-40B4-BE49-F238E27FC236}">
                <a16:creationId xmlns:a16="http://schemas.microsoft.com/office/drawing/2014/main" id="{FE7EF3A7-CB4F-409F-9590-F86CD3E3C72C}"/>
              </a:ext>
            </a:extLst>
          </p:cNvPr>
          <p:cNvSpPr>
            <a:spLocks xmlns:a="http://schemas.openxmlformats.org/drawingml/2006/main" noGrp="1"/>
          </p:cNvSpPr>
          <p:nvPr/>
        </p:nvSpPr>
        <p:spPr>
          <a:xfrm xmlns:a="http://schemas.openxmlformats.org/drawingml/2006/main">
            <a:off x="4095750" y="3495675"/>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12" name="line-39">
            <a:extLst xmlns:a="http://schemas.openxmlformats.org/drawingml/2006/main">
              <a:ext uri="{FF2B5EF4-FFF2-40B4-BE49-F238E27FC236}">
                <a16:creationId xmlns:a16="http://schemas.microsoft.com/office/drawing/2014/main" id="{EE71B912-35AB-476F-BB91-9DFF0F66E145}"/>
              </a:ext>
            </a:extLst>
          </p:cNvPr>
          <p:cNvSpPr>
            <a:spLocks xmlns:a="http://schemas.openxmlformats.org/drawingml/2006/main" noGrp="1"/>
          </p:cNvSpPr>
          <p:nvPr/>
        </p:nvSpPr>
        <p:spPr>
          <a:xfrm xmlns:a="http://schemas.openxmlformats.org/drawingml/2006/main">
            <a:off x="4054320" y="3476582"/>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13" name="line-40">
            <a:extLst xmlns:a="http://schemas.openxmlformats.org/drawingml/2006/main">
              <a:ext uri="{FF2B5EF4-FFF2-40B4-BE49-F238E27FC236}">
                <a16:creationId xmlns:a16="http://schemas.microsoft.com/office/drawing/2014/main" id="{31045E7D-98A5-49FE-B07E-686FA1874553}"/>
              </a:ext>
            </a:extLst>
          </p:cNvPr>
          <p:cNvSpPr>
            <a:spLocks xmlns:a="http://schemas.openxmlformats.org/drawingml/2006/main" noGrp="1"/>
          </p:cNvSpPr>
          <p:nvPr/>
        </p:nvSpPr>
        <p:spPr>
          <a:xfrm xmlns:a="http://schemas.openxmlformats.org/drawingml/2006/main">
            <a:off x="4095750" y="3476582"/>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14" name="line-41">
            <a:extLst xmlns:a="http://schemas.openxmlformats.org/drawingml/2006/main">
              <a:ext uri="{FF2B5EF4-FFF2-40B4-BE49-F238E27FC236}">
                <a16:creationId xmlns:a16="http://schemas.microsoft.com/office/drawing/2014/main" id="{D879F5C4-8A50-455F-8649-8507C3A4AE7C}"/>
              </a:ext>
            </a:extLst>
          </p:cNvPr>
          <p:cNvSpPr>
            <a:spLocks xmlns:a="http://schemas.openxmlformats.org/drawingml/2006/main" noGrp="1"/>
          </p:cNvSpPr>
          <p:nvPr/>
        </p:nvSpPr>
        <p:spPr>
          <a:xfrm xmlns:a="http://schemas.openxmlformats.org/drawingml/2006/main">
            <a:off x="7477125" y="3162300"/>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15" name="line-42">
            <a:extLst xmlns:a="http://schemas.openxmlformats.org/drawingml/2006/main">
              <a:ext uri="{FF2B5EF4-FFF2-40B4-BE49-F238E27FC236}">
                <a16:creationId xmlns:a16="http://schemas.microsoft.com/office/drawing/2014/main" id="{457BE6A2-D828-4CE8-A641-AE652864FD3F}"/>
              </a:ext>
            </a:extLst>
          </p:cNvPr>
          <p:cNvSpPr>
            <a:spLocks xmlns:a="http://schemas.openxmlformats.org/drawingml/2006/main" noGrp="1"/>
          </p:cNvSpPr>
          <p:nvPr/>
        </p:nvSpPr>
        <p:spPr>
          <a:xfrm xmlns:a="http://schemas.openxmlformats.org/drawingml/2006/main">
            <a:off x="7477125" y="3228975"/>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16" name="line-43">
            <a:extLst xmlns:a="http://schemas.openxmlformats.org/drawingml/2006/main">
              <a:ext uri="{FF2B5EF4-FFF2-40B4-BE49-F238E27FC236}">
                <a16:creationId xmlns:a16="http://schemas.microsoft.com/office/drawing/2014/main" id="{2CA2DC98-F2BC-4D0F-9891-11A43B22B00A}"/>
              </a:ext>
            </a:extLst>
          </p:cNvPr>
          <p:cNvSpPr>
            <a:spLocks xmlns:a="http://schemas.openxmlformats.org/drawingml/2006/main" noGrp="1"/>
          </p:cNvSpPr>
          <p:nvPr/>
        </p:nvSpPr>
        <p:spPr>
          <a:xfrm xmlns:a="http://schemas.openxmlformats.org/drawingml/2006/main">
            <a:off x="7477125" y="3295650"/>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17" name="line-44">
            <a:extLst xmlns:a="http://schemas.openxmlformats.org/drawingml/2006/main">
              <a:ext uri="{FF2B5EF4-FFF2-40B4-BE49-F238E27FC236}">
                <a16:creationId xmlns:a16="http://schemas.microsoft.com/office/drawing/2014/main" id="{B052F902-8508-4E4C-B240-54150A2B7D7D}"/>
              </a:ext>
            </a:extLst>
          </p:cNvPr>
          <p:cNvSpPr>
            <a:spLocks xmlns:a="http://schemas.openxmlformats.org/drawingml/2006/main" noGrp="1"/>
          </p:cNvSpPr>
          <p:nvPr/>
        </p:nvSpPr>
        <p:spPr>
          <a:xfrm xmlns:a="http://schemas.openxmlformats.org/drawingml/2006/main">
            <a:off x="7477125" y="3362325"/>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18" name="line-45">
            <a:extLst xmlns:a="http://schemas.openxmlformats.org/drawingml/2006/main">
              <a:ext uri="{FF2B5EF4-FFF2-40B4-BE49-F238E27FC236}">
                <a16:creationId xmlns:a16="http://schemas.microsoft.com/office/drawing/2014/main" id="{7B8FE03D-8BF2-427B-9C64-731D21D396FC}"/>
              </a:ext>
            </a:extLst>
          </p:cNvPr>
          <p:cNvSpPr>
            <a:spLocks xmlns:a="http://schemas.openxmlformats.org/drawingml/2006/main" noGrp="1"/>
          </p:cNvSpPr>
          <p:nvPr/>
        </p:nvSpPr>
        <p:spPr>
          <a:xfrm xmlns:a="http://schemas.openxmlformats.org/drawingml/2006/main">
            <a:off x="7477125" y="3429000"/>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19" name="line-46">
            <a:extLst xmlns:a="http://schemas.openxmlformats.org/drawingml/2006/main">
              <a:ext uri="{FF2B5EF4-FFF2-40B4-BE49-F238E27FC236}">
                <a16:creationId xmlns:a16="http://schemas.microsoft.com/office/drawing/2014/main" id="{3FCFA87C-2215-4214-83DA-6539381866C1}"/>
              </a:ext>
            </a:extLst>
          </p:cNvPr>
          <p:cNvSpPr>
            <a:spLocks xmlns:a="http://schemas.openxmlformats.org/drawingml/2006/main" noGrp="1"/>
          </p:cNvSpPr>
          <p:nvPr/>
        </p:nvSpPr>
        <p:spPr>
          <a:xfrm xmlns:a="http://schemas.openxmlformats.org/drawingml/2006/main">
            <a:off x="7477125" y="3495675"/>
            <a:ext cx="9525" cy="33338"/>
          </a:xfrm>
          <a:custGeom xmlns:a="http://schemas.openxmlformats.org/drawingml/2006/main">
            <a:pathLst>
              <a:path w="9525" h="33338">
                <a:moveTo>
                  <a:pt x="0" y="0"/>
                </a:moveTo>
                <a:lnTo>
                  <a:pt x="0" y="33338"/>
                </a:lnTo>
              </a:path>
            </a:pathLst>
          </a:custGeom>
          <a:noFill xmlns:a="http://schemas.openxmlformats.org/drawingml/2006/main"/>
          <a:ln xmlns:a="http://schemas.openxmlformats.org/drawingml/2006/main" w="19050">
            <a:solidFill>
              <a:srgbClr val="887798"/>
            </a:solidFill>
            <a:prstDash val="solid"/>
          </a:ln>
        </p:spPr>
      </p:sp>
      <p:sp>
        <p:nvSpPr>
          <p:cNvPr id="20" name="line-47">
            <a:extLst xmlns:a="http://schemas.openxmlformats.org/drawingml/2006/main">
              <a:ext uri="{FF2B5EF4-FFF2-40B4-BE49-F238E27FC236}">
                <a16:creationId xmlns:a16="http://schemas.microsoft.com/office/drawing/2014/main" id="{7AADA5DB-F086-45BF-874E-1A1F81A030A2}"/>
              </a:ext>
            </a:extLst>
          </p:cNvPr>
          <p:cNvSpPr>
            <a:spLocks xmlns:a="http://schemas.openxmlformats.org/drawingml/2006/main" noGrp="1"/>
          </p:cNvSpPr>
          <p:nvPr/>
        </p:nvSpPr>
        <p:spPr>
          <a:xfrm xmlns:a="http://schemas.openxmlformats.org/drawingml/2006/main">
            <a:off x="7435695" y="3476582"/>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21" name="line-48">
            <a:extLst xmlns:a="http://schemas.openxmlformats.org/drawingml/2006/main">
              <a:ext uri="{FF2B5EF4-FFF2-40B4-BE49-F238E27FC236}">
                <a16:creationId xmlns:a16="http://schemas.microsoft.com/office/drawing/2014/main" id="{76C0CFFC-7907-4132-85C8-C7BD148A7A19}"/>
              </a:ext>
            </a:extLst>
          </p:cNvPr>
          <p:cNvSpPr>
            <a:spLocks xmlns:a="http://schemas.openxmlformats.org/drawingml/2006/main" noGrp="1"/>
          </p:cNvSpPr>
          <p:nvPr/>
        </p:nvSpPr>
        <p:spPr>
          <a:xfrm xmlns:a="http://schemas.openxmlformats.org/drawingml/2006/main">
            <a:off x="7477125" y="3476582"/>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22" name="object-49">
            <a:extLst xmlns:a="http://schemas.openxmlformats.org/drawingml/2006/main">
              <a:ext uri="{FF2B5EF4-FFF2-40B4-BE49-F238E27FC236}">
                <a16:creationId xmlns:a16="http://schemas.microsoft.com/office/drawing/2014/main" id="{2A5E6CA9-64F7-42FD-A935-2913978AB119}"/>
              </a:ext>
            </a:extLst>
          </p:cNvPr>
          <p:cNvSpPr>
            <a:spLocks xmlns:a="http://schemas.openxmlformats.org/drawingml/2006/main" noGrp="1"/>
          </p:cNvSpPr>
          <p:nvPr/>
        </p:nvSpPr>
        <p:spPr>
          <a:xfrm xmlns:a="http://schemas.openxmlformats.org/drawingml/2006/main">
            <a:off x="609600" y="3686175"/>
            <a:ext cx="2000250" cy="1047750"/>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23" name="object-50">
            <a:extLst xmlns:a="http://schemas.openxmlformats.org/drawingml/2006/main">
              <a:ext uri="{FF2B5EF4-FFF2-40B4-BE49-F238E27FC236}">
                <a16:creationId xmlns:a16="http://schemas.microsoft.com/office/drawing/2014/main" id="{0F751CE4-E131-48E0-A076-4BF4CF9F8008}"/>
              </a:ext>
            </a:extLst>
          </p:cNvPr>
          <p:cNvSpPr>
            <a:spLocks xmlns:a="http://schemas.openxmlformats.org/drawingml/2006/main" noGrp="1"/>
          </p:cNvSpPr>
          <p:nvPr/>
        </p:nvSpPr>
        <p:spPr>
          <a:xfrm xmlns:a="http://schemas.openxmlformats.org/drawingml/2006/main">
            <a:off x="723900" y="3743325"/>
            <a:ext cx="17716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75" b="1">
                <a:solidFill>
                  <a:srgbClr val="FFFFFF"/>
                </a:solidFill>
                <a:latin typeface="Microsoft YaHei"/>
                <a:ea typeface="Microsoft YaHei"/>
                <a:cs typeface="Microsoft YaHei"/>
              </a:defRPr>
            </a:defPPr>
            <a:lvl1pPr algn="ctr">
              <a:defRPr sz="1875" b="1">
                <a:solidFill>
                  <a:srgbClr val="FFFFFF"/>
                </a:solidFill>
                <a:latin typeface="Microsoft YaHei"/>
                <a:ea typeface="Microsoft YaHei"/>
                <a:cs typeface="Microsoft YaHei"/>
              </a:defRPr>
            </a:lvl1pPr>
            <a:lvl2pPr algn="ctr">
              <a:defRPr sz="1875" b="1">
                <a:solidFill>
                  <a:srgbClr val="FFFFFF"/>
                </a:solidFill>
                <a:latin typeface="Microsoft YaHei"/>
                <a:ea typeface="Microsoft YaHei"/>
                <a:cs typeface="Microsoft YaHei"/>
              </a:defRPr>
            </a:lvl2pPr>
            <a:lvl3pPr algn="ctr">
              <a:defRPr sz="1875" b="1">
                <a:solidFill>
                  <a:srgbClr val="FFFFFF"/>
                </a:solidFill>
                <a:latin typeface="Microsoft YaHei"/>
                <a:ea typeface="Microsoft YaHei"/>
                <a:cs typeface="Microsoft YaHei"/>
              </a:defRPr>
            </a:lvl3pPr>
            <a:lvl4pPr algn="ctr">
              <a:defRPr sz="1875" b="1">
                <a:solidFill>
                  <a:srgbClr val="FFFFFF"/>
                </a:solidFill>
                <a:latin typeface="Microsoft YaHei"/>
                <a:ea typeface="Microsoft YaHei"/>
                <a:cs typeface="Microsoft YaHei"/>
              </a:defRPr>
            </a:lvl4pPr>
            <a:lvl5pPr algn="ctr">
              <a:defRPr sz="1875" b="1">
                <a:solidFill>
                  <a:srgbClr val="FFFFFF"/>
                </a:solidFill>
                <a:latin typeface="Microsoft YaHei"/>
                <a:ea typeface="Microsoft YaHei"/>
                <a:cs typeface="Microsoft YaHei"/>
              </a:defRPr>
            </a:lvl5pPr>
            <a:lvl6pPr algn="ctr">
              <a:defRPr sz="1875" b="1">
                <a:solidFill>
                  <a:srgbClr val="FFFFFF"/>
                </a:solidFill>
                <a:latin typeface="Microsoft YaHei"/>
                <a:ea typeface="Microsoft YaHei"/>
                <a:cs typeface="Microsoft YaHei"/>
              </a:defRPr>
            </a:lvl6pPr>
            <a:lvl7pPr algn="ctr">
              <a:defRPr sz="1875" b="1">
                <a:solidFill>
                  <a:srgbClr val="FFFFFF"/>
                </a:solidFill>
                <a:latin typeface="Microsoft YaHei"/>
                <a:ea typeface="Microsoft YaHei"/>
                <a:cs typeface="Microsoft YaHei"/>
              </a:defRPr>
            </a:lvl7pPr>
            <a:lvl8pPr algn="ctr">
              <a:defRPr sz="1875" b="1">
                <a:solidFill>
                  <a:srgbClr val="FFFFFF"/>
                </a:solidFill>
                <a:latin typeface="Microsoft YaHei"/>
                <a:ea typeface="Microsoft YaHei"/>
                <a:cs typeface="Microsoft YaHei"/>
              </a:defRPr>
            </a:lvl8pPr>
            <a:lvl9pPr algn="ctr">
              <a:defRPr sz="1875" b="1">
                <a:solidFill>
                  <a:srgbClr val="FFFFFF"/>
                </a:solidFill>
                <a:latin typeface="Microsoft YaHei"/>
                <a:ea typeface="Microsoft YaHei"/>
                <a:cs typeface="Microsoft YaHei"/>
              </a:defRPr>
            </a:lvl9pPr>
          </a:lstStyle>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应用接口</a:t>
            </a:r>
          </a:p>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AudioRenderer</a:t>
            </a:r>
          </a:p>
        </p:txBody>
      </p:sp>
      <p:sp>
        <p:nvSpPr>
          <p:cNvPr id="24" name="object-51">
            <a:extLst xmlns:a="http://schemas.openxmlformats.org/drawingml/2006/main">
              <a:ext uri="{FF2B5EF4-FFF2-40B4-BE49-F238E27FC236}">
                <a16:creationId xmlns:a16="http://schemas.microsoft.com/office/drawing/2014/main" id="{3E0B5BE2-62FC-4F8C-88E3-6E3609265FD5}"/>
              </a:ext>
            </a:extLst>
          </p:cNvPr>
          <p:cNvSpPr>
            <a:spLocks xmlns:a="http://schemas.openxmlformats.org/drawingml/2006/main" noGrp="1"/>
          </p:cNvSpPr>
          <p:nvPr/>
        </p:nvSpPr>
        <p:spPr>
          <a:xfrm xmlns:a="http://schemas.openxmlformats.org/drawingml/2006/main">
            <a:off x="3333750" y="3686175"/>
            <a:ext cx="2286000" cy="1047750"/>
          </a:xfrm>
          <a:prstGeom xmlns:a="http://schemas.openxmlformats.org/drawingml/2006/main" prst="rect">
            <a:avLst/>
          </a:prstGeom>
          <a:solidFill xmlns:a="http://schemas.openxmlformats.org/drawingml/2006/main">
            <a:srgbClr val="12263B"/>
          </a:solidFill>
          <a:ln xmlns:a="http://schemas.openxmlformats.org/drawingml/2006/main" w="0">
            <a:noFill/>
            <a:prstDash val="solid"/>
          </a:ln>
        </p:spPr>
      </p:sp>
      <p:sp>
        <p:nvSpPr>
          <p:cNvPr id="25" name="object-52">
            <a:extLst xmlns:a="http://schemas.openxmlformats.org/drawingml/2006/main">
              <a:ext uri="{FF2B5EF4-FFF2-40B4-BE49-F238E27FC236}">
                <a16:creationId xmlns:a16="http://schemas.microsoft.com/office/drawing/2014/main" id="{F71E405F-6DB7-4F84-80C5-FC2167E2A08E}"/>
              </a:ext>
            </a:extLst>
          </p:cNvPr>
          <p:cNvSpPr>
            <a:spLocks xmlns:a="http://schemas.openxmlformats.org/drawingml/2006/main" noGrp="1"/>
          </p:cNvSpPr>
          <p:nvPr/>
        </p:nvSpPr>
        <p:spPr>
          <a:xfrm xmlns:a="http://schemas.openxmlformats.org/drawingml/2006/main">
            <a:off x="3448050" y="3743325"/>
            <a:ext cx="20574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流服务</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接入 / 状态 / 缓冲</a:t>
            </a:r>
          </a:p>
        </p:txBody>
      </p:sp>
      <p:sp>
        <p:nvSpPr>
          <p:cNvPr id="26" name="object-53">
            <a:extLst xmlns:a="http://schemas.openxmlformats.org/drawingml/2006/main">
              <a:ext uri="{FF2B5EF4-FFF2-40B4-BE49-F238E27FC236}">
                <a16:creationId xmlns:a16="http://schemas.microsoft.com/office/drawing/2014/main" id="{1CD6EF7E-BF50-44A8-A607-E294D9C66C32}"/>
              </a:ext>
            </a:extLst>
          </p:cNvPr>
          <p:cNvSpPr>
            <a:spLocks xmlns:a="http://schemas.openxmlformats.org/drawingml/2006/main" noGrp="1"/>
          </p:cNvSpPr>
          <p:nvPr/>
        </p:nvSpPr>
        <p:spPr>
          <a:xfrm xmlns:a="http://schemas.openxmlformats.org/drawingml/2006/main">
            <a:off x="6343650" y="3686175"/>
            <a:ext cx="2286000" cy="104775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27" name="object-54">
            <a:extLst xmlns:a="http://schemas.openxmlformats.org/drawingml/2006/main">
              <a:ext uri="{FF2B5EF4-FFF2-40B4-BE49-F238E27FC236}">
                <a16:creationId xmlns:a16="http://schemas.microsoft.com/office/drawing/2014/main" id="{61FF7F76-A64F-48A9-A831-EDA620A9BD21}"/>
              </a:ext>
            </a:extLst>
          </p:cNvPr>
          <p:cNvSpPr>
            <a:spLocks xmlns:a="http://schemas.openxmlformats.org/drawingml/2006/main" noGrp="1"/>
          </p:cNvSpPr>
          <p:nvPr/>
        </p:nvSpPr>
        <p:spPr>
          <a:xfrm xmlns:a="http://schemas.openxmlformats.org/drawingml/2006/main">
            <a:off x="6457950" y="3743325"/>
            <a:ext cx="20574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FFFFFF"/>
                </a:solidFill>
                <a:latin typeface="Microsoft YaHei"/>
                <a:ea typeface="Microsoft YaHei"/>
                <a:cs typeface="Microsoft YaHei"/>
              </a:defRPr>
            </a:defPPr>
            <a:lvl1pPr algn="ctr">
              <a:defRPr sz="2025" b="1">
                <a:solidFill>
                  <a:srgbClr val="FFFFFF"/>
                </a:solidFill>
                <a:latin typeface="Microsoft YaHei"/>
                <a:ea typeface="Microsoft YaHei"/>
                <a:cs typeface="Microsoft YaHei"/>
              </a:defRPr>
            </a:lvl1pPr>
            <a:lvl2pPr algn="ctr">
              <a:defRPr sz="2025" b="1">
                <a:solidFill>
                  <a:srgbClr val="FFFFFF"/>
                </a:solidFill>
                <a:latin typeface="Microsoft YaHei"/>
                <a:ea typeface="Microsoft YaHei"/>
                <a:cs typeface="Microsoft YaHei"/>
              </a:defRPr>
            </a:lvl2pPr>
            <a:lvl3pPr algn="ctr">
              <a:defRPr sz="2025" b="1">
                <a:solidFill>
                  <a:srgbClr val="FFFFFF"/>
                </a:solidFill>
                <a:latin typeface="Microsoft YaHei"/>
                <a:ea typeface="Microsoft YaHei"/>
                <a:cs typeface="Microsoft YaHei"/>
              </a:defRPr>
            </a:lvl3pPr>
            <a:lvl4pPr algn="ctr">
              <a:defRPr sz="2025" b="1">
                <a:solidFill>
                  <a:srgbClr val="FFFFFF"/>
                </a:solidFill>
                <a:latin typeface="Microsoft YaHei"/>
                <a:ea typeface="Microsoft YaHei"/>
                <a:cs typeface="Microsoft YaHei"/>
              </a:defRPr>
            </a:lvl4pPr>
            <a:lvl5pPr algn="ctr">
              <a:defRPr sz="2025" b="1">
                <a:solidFill>
                  <a:srgbClr val="FFFFFF"/>
                </a:solidFill>
                <a:latin typeface="Microsoft YaHei"/>
                <a:ea typeface="Microsoft YaHei"/>
                <a:cs typeface="Microsoft YaHei"/>
              </a:defRPr>
            </a:lvl5pPr>
            <a:lvl6pPr algn="ctr">
              <a:defRPr sz="2025" b="1">
                <a:solidFill>
                  <a:srgbClr val="FFFFFF"/>
                </a:solidFill>
                <a:latin typeface="Microsoft YaHei"/>
                <a:ea typeface="Microsoft YaHei"/>
                <a:cs typeface="Microsoft YaHei"/>
              </a:defRPr>
            </a:lvl6pPr>
            <a:lvl7pPr algn="ctr">
              <a:defRPr sz="2025" b="1">
                <a:solidFill>
                  <a:srgbClr val="FFFFFF"/>
                </a:solidFill>
                <a:latin typeface="Microsoft YaHei"/>
                <a:ea typeface="Microsoft YaHei"/>
                <a:cs typeface="Microsoft YaHei"/>
              </a:defRPr>
            </a:lvl7pPr>
            <a:lvl8pPr algn="ctr">
              <a:defRPr sz="2025" b="1">
                <a:solidFill>
                  <a:srgbClr val="FFFFFF"/>
                </a:solidFill>
                <a:latin typeface="Microsoft YaHei"/>
                <a:ea typeface="Microsoft YaHei"/>
                <a:cs typeface="Microsoft YaHei"/>
              </a:defRPr>
            </a:lvl8pPr>
            <a:lvl9pPr algn="ctr">
              <a:defRPr sz="2025" b="1">
                <a:solidFill>
                  <a:srgbClr val="FFFFFF"/>
                </a:solidFill>
                <a:latin typeface="Microsoft YaHei"/>
                <a:ea typeface="Microsoft YaHei"/>
                <a:cs typeface="Microsoft YaHei"/>
              </a:defRPr>
            </a:lvl9pPr>
          </a:lstStyle>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自研引擎</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处理 / 调度</a:t>
            </a:r>
          </a:p>
        </p:txBody>
      </p:sp>
      <p:sp>
        <p:nvSpPr>
          <p:cNvPr id="28" name="object-55">
            <a:extLst xmlns:a="http://schemas.openxmlformats.org/drawingml/2006/main">
              <a:ext uri="{FF2B5EF4-FFF2-40B4-BE49-F238E27FC236}">
                <a16:creationId xmlns:a16="http://schemas.microsoft.com/office/drawing/2014/main" id="{16F18241-C208-4222-8330-05B5B5B22774}"/>
              </a:ext>
            </a:extLst>
          </p:cNvPr>
          <p:cNvSpPr>
            <a:spLocks xmlns:a="http://schemas.openxmlformats.org/drawingml/2006/main" noGrp="1"/>
          </p:cNvSpPr>
          <p:nvPr/>
        </p:nvSpPr>
        <p:spPr>
          <a:xfrm xmlns:a="http://schemas.openxmlformats.org/drawingml/2006/main">
            <a:off x="9353550" y="3686175"/>
            <a:ext cx="2209800" cy="1047750"/>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29" name="object-56">
            <a:extLst xmlns:a="http://schemas.openxmlformats.org/drawingml/2006/main">
              <a:ext uri="{FF2B5EF4-FFF2-40B4-BE49-F238E27FC236}">
                <a16:creationId xmlns:a16="http://schemas.microsoft.com/office/drawing/2014/main" id="{4F3E5D17-FBC3-4E0C-B8CE-60D2C46569E9}"/>
              </a:ext>
            </a:extLst>
          </p:cNvPr>
          <p:cNvSpPr>
            <a:spLocks xmlns:a="http://schemas.openxmlformats.org/drawingml/2006/main" noGrp="1"/>
          </p:cNvSpPr>
          <p:nvPr/>
        </p:nvSpPr>
        <p:spPr>
          <a:xfrm xmlns:a="http://schemas.openxmlformats.org/drawingml/2006/main">
            <a:off x="9467850" y="3743325"/>
            <a:ext cx="19812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设备适配 / 驱动</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硬件输出</a:t>
            </a:r>
          </a:p>
        </p:txBody>
      </p:sp>
      <p:sp>
        <p:nvSpPr>
          <p:cNvPr id="30" name="line-57">
            <a:extLst xmlns:a="http://schemas.openxmlformats.org/drawingml/2006/main">
              <a:ext uri="{FF2B5EF4-FFF2-40B4-BE49-F238E27FC236}">
                <a16:creationId xmlns:a16="http://schemas.microsoft.com/office/drawing/2014/main" id="{B78FFAE7-717D-4624-B792-414E4F7AFD7B}"/>
              </a:ext>
            </a:extLst>
          </p:cNvPr>
          <p:cNvSpPr>
            <a:spLocks xmlns:a="http://schemas.openxmlformats.org/drawingml/2006/main" noGrp="1"/>
          </p:cNvSpPr>
          <p:nvPr/>
        </p:nvSpPr>
        <p:spPr>
          <a:xfrm xmlns:a="http://schemas.openxmlformats.org/drawingml/2006/main">
            <a:off x="2705100" y="4210050"/>
            <a:ext cx="514350" cy="9525"/>
          </a:xfrm>
          <a:custGeom xmlns:a="http://schemas.openxmlformats.org/drawingml/2006/main">
            <a:pathLst>
              <a:path w="514350" h="9525">
                <a:moveTo>
                  <a:pt x="0" y="0"/>
                </a:moveTo>
                <a:lnTo>
                  <a:pt x="514350" y="0"/>
                </a:lnTo>
              </a:path>
            </a:pathLst>
          </a:custGeom>
          <a:noFill xmlns:a="http://schemas.openxmlformats.org/drawingml/2006/main"/>
          <a:ln xmlns:a="http://schemas.openxmlformats.org/drawingml/2006/main" w="28575">
            <a:solidFill>
              <a:srgbClr val="3379EB"/>
            </a:solidFill>
            <a:prstDash val="solid"/>
          </a:ln>
        </p:spPr>
      </p:sp>
      <p:sp>
        <p:nvSpPr>
          <p:cNvPr id="31" name="line-58">
            <a:extLst xmlns:a="http://schemas.openxmlformats.org/drawingml/2006/main">
              <a:ext uri="{FF2B5EF4-FFF2-40B4-BE49-F238E27FC236}">
                <a16:creationId xmlns:a16="http://schemas.microsoft.com/office/drawing/2014/main" id="{67BB5656-40CE-4DC9-882A-299AB4E2103B}"/>
              </a:ext>
            </a:extLst>
          </p:cNvPr>
          <p:cNvSpPr>
            <a:spLocks xmlns:a="http://schemas.openxmlformats.org/drawingml/2006/main" noGrp="1"/>
          </p:cNvSpPr>
          <p:nvPr/>
        </p:nvSpPr>
        <p:spPr>
          <a:xfrm xmlns:a="http://schemas.openxmlformats.org/drawingml/2006/main">
            <a:off x="3133682" y="42100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2" name="line-59">
            <a:extLst xmlns:a="http://schemas.openxmlformats.org/drawingml/2006/main">
              <a:ext uri="{FF2B5EF4-FFF2-40B4-BE49-F238E27FC236}">
                <a16:creationId xmlns:a16="http://schemas.microsoft.com/office/drawing/2014/main" id="{40277952-36B1-4A0C-8B34-6B60AAFC7DA8}"/>
              </a:ext>
            </a:extLst>
          </p:cNvPr>
          <p:cNvSpPr>
            <a:spLocks xmlns:a="http://schemas.openxmlformats.org/drawingml/2006/main" noGrp="1"/>
          </p:cNvSpPr>
          <p:nvPr/>
        </p:nvSpPr>
        <p:spPr>
          <a:xfrm xmlns:a="http://schemas.openxmlformats.org/drawingml/2006/main">
            <a:off x="3133682" y="41686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3" name="line-60">
            <a:extLst xmlns:a="http://schemas.openxmlformats.org/drawingml/2006/main">
              <a:ext uri="{FF2B5EF4-FFF2-40B4-BE49-F238E27FC236}">
                <a16:creationId xmlns:a16="http://schemas.microsoft.com/office/drawing/2014/main" id="{F02422C2-9701-4556-98AE-B85C29E14256}"/>
              </a:ext>
            </a:extLst>
          </p:cNvPr>
          <p:cNvSpPr>
            <a:spLocks xmlns:a="http://schemas.openxmlformats.org/drawingml/2006/main" noGrp="1"/>
          </p:cNvSpPr>
          <p:nvPr/>
        </p:nvSpPr>
        <p:spPr>
          <a:xfrm xmlns:a="http://schemas.openxmlformats.org/drawingml/2006/main">
            <a:off x="5715000" y="4210050"/>
            <a:ext cx="514350" cy="9525"/>
          </a:xfrm>
          <a:custGeom xmlns:a="http://schemas.openxmlformats.org/drawingml/2006/main">
            <a:pathLst>
              <a:path w="514350" h="9525">
                <a:moveTo>
                  <a:pt x="0" y="0"/>
                </a:moveTo>
                <a:lnTo>
                  <a:pt x="514350" y="0"/>
                </a:lnTo>
              </a:path>
            </a:pathLst>
          </a:custGeom>
          <a:noFill xmlns:a="http://schemas.openxmlformats.org/drawingml/2006/main"/>
          <a:ln xmlns:a="http://schemas.openxmlformats.org/drawingml/2006/main" w="28575">
            <a:solidFill>
              <a:srgbClr val="3379EB"/>
            </a:solidFill>
            <a:prstDash val="solid"/>
          </a:ln>
        </p:spPr>
      </p:sp>
      <p:sp>
        <p:nvSpPr>
          <p:cNvPr id="34" name="line-61">
            <a:extLst xmlns:a="http://schemas.openxmlformats.org/drawingml/2006/main">
              <a:ext uri="{FF2B5EF4-FFF2-40B4-BE49-F238E27FC236}">
                <a16:creationId xmlns:a16="http://schemas.microsoft.com/office/drawing/2014/main" id="{C81C5CBF-8FB0-4114-A196-024558C4E233}"/>
              </a:ext>
            </a:extLst>
          </p:cNvPr>
          <p:cNvSpPr>
            <a:spLocks xmlns:a="http://schemas.openxmlformats.org/drawingml/2006/main" noGrp="1"/>
          </p:cNvSpPr>
          <p:nvPr/>
        </p:nvSpPr>
        <p:spPr>
          <a:xfrm xmlns:a="http://schemas.openxmlformats.org/drawingml/2006/main">
            <a:off x="6143582" y="42100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5" name="line-62">
            <a:extLst xmlns:a="http://schemas.openxmlformats.org/drawingml/2006/main">
              <a:ext uri="{FF2B5EF4-FFF2-40B4-BE49-F238E27FC236}">
                <a16:creationId xmlns:a16="http://schemas.microsoft.com/office/drawing/2014/main" id="{AF3A2335-982D-44FB-9611-389EBEC851A5}"/>
              </a:ext>
            </a:extLst>
          </p:cNvPr>
          <p:cNvSpPr>
            <a:spLocks xmlns:a="http://schemas.openxmlformats.org/drawingml/2006/main" noGrp="1"/>
          </p:cNvSpPr>
          <p:nvPr/>
        </p:nvSpPr>
        <p:spPr>
          <a:xfrm xmlns:a="http://schemas.openxmlformats.org/drawingml/2006/main">
            <a:off x="6143582" y="41686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6" name="line-63">
            <a:extLst xmlns:a="http://schemas.openxmlformats.org/drawingml/2006/main">
              <a:ext uri="{FF2B5EF4-FFF2-40B4-BE49-F238E27FC236}">
                <a16:creationId xmlns:a16="http://schemas.microsoft.com/office/drawing/2014/main" id="{702BF44E-CD19-47CC-AA47-232ABABA58EC}"/>
              </a:ext>
            </a:extLst>
          </p:cNvPr>
          <p:cNvSpPr>
            <a:spLocks xmlns:a="http://schemas.openxmlformats.org/drawingml/2006/main" noGrp="1"/>
          </p:cNvSpPr>
          <p:nvPr/>
        </p:nvSpPr>
        <p:spPr>
          <a:xfrm xmlns:a="http://schemas.openxmlformats.org/drawingml/2006/main">
            <a:off x="8724900" y="4210050"/>
            <a:ext cx="514350" cy="9525"/>
          </a:xfrm>
          <a:custGeom xmlns:a="http://schemas.openxmlformats.org/drawingml/2006/main">
            <a:pathLst>
              <a:path w="514350" h="9525">
                <a:moveTo>
                  <a:pt x="0" y="0"/>
                </a:moveTo>
                <a:lnTo>
                  <a:pt x="514350" y="0"/>
                </a:lnTo>
              </a:path>
            </a:pathLst>
          </a:custGeom>
          <a:noFill xmlns:a="http://schemas.openxmlformats.org/drawingml/2006/main"/>
          <a:ln xmlns:a="http://schemas.openxmlformats.org/drawingml/2006/main" w="28575">
            <a:solidFill>
              <a:srgbClr val="3379EB"/>
            </a:solidFill>
            <a:prstDash val="solid"/>
          </a:ln>
        </p:spPr>
      </p:sp>
      <p:sp>
        <p:nvSpPr>
          <p:cNvPr id="37" name="line-64">
            <a:extLst xmlns:a="http://schemas.openxmlformats.org/drawingml/2006/main">
              <a:ext uri="{FF2B5EF4-FFF2-40B4-BE49-F238E27FC236}">
                <a16:creationId xmlns:a16="http://schemas.microsoft.com/office/drawing/2014/main" id="{F7C0C6F8-8524-4E61-8939-7049C3EF97EE}"/>
              </a:ext>
            </a:extLst>
          </p:cNvPr>
          <p:cNvSpPr>
            <a:spLocks xmlns:a="http://schemas.openxmlformats.org/drawingml/2006/main" noGrp="1"/>
          </p:cNvSpPr>
          <p:nvPr/>
        </p:nvSpPr>
        <p:spPr>
          <a:xfrm xmlns:a="http://schemas.openxmlformats.org/drawingml/2006/main">
            <a:off x="9153482" y="42100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8" name="line-65">
            <a:extLst xmlns:a="http://schemas.openxmlformats.org/drawingml/2006/main">
              <a:ext uri="{FF2B5EF4-FFF2-40B4-BE49-F238E27FC236}">
                <a16:creationId xmlns:a16="http://schemas.microsoft.com/office/drawing/2014/main" id="{F62E6BC5-B927-495D-924D-B1B8E18EAC95}"/>
              </a:ext>
            </a:extLst>
          </p:cNvPr>
          <p:cNvSpPr>
            <a:spLocks xmlns:a="http://schemas.openxmlformats.org/drawingml/2006/main" noGrp="1"/>
          </p:cNvSpPr>
          <p:nvPr/>
        </p:nvSpPr>
        <p:spPr>
          <a:xfrm xmlns:a="http://schemas.openxmlformats.org/drawingml/2006/main">
            <a:off x="9153482" y="41686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9" name="line-66">
            <a:extLst xmlns:a="http://schemas.openxmlformats.org/drawingml/2006/main">
              <a:ext uri="{FF2B5EF4-FFF2-40B4-BE49-F238E27FC236}">
                <a16:creationId xmlns:a16="http://schemas.microsoft.com/office/drawing/2014/main" id="{05D97273-9C10-4013-8414-0E75BB303DD4}"/>
              </a:ext>
            </a:extLst>
          </p:cNvPr>
          <p:cNvSpPr>
            <a:spLocks xmlns:a="http://schemas.openxmlformats.org/drawingml/2006/main" noGrp="1"/>
          </p:cNvSpPr>
          <p:nvPr/>
        </p:nvSpPr>
        <p:spPr>
          <a:xfrm xmlns:a="http://schemas.openxmlformats.org/drawingml/2006/main">
            <a:off x="3329781" y="2733675"/>
            <a:ext cx="156369" cy="9525"/>
          </a:xfrm>
          <a:custGeom xmlns:a="http://schemas.openxmlformats.org/drawingml/2006/main">
            <a:pathLst>
              <a:path w="156369" h="9525">
                <a:moveTo>
                  <a:pt x="156369" y="0"/>
                </a:moveTo>
                <a:lnTo>
                  <a:pt x="0" y="0"/>
                </a:lnTo>
              </a:path>
            </a:pathLst>
          </a:custGeom>
          <a:noFill xmlns:a="http://schemas.openxmlformats.org/drawingml/2006/main"/>
          <a:ln xmlns:a="http://schemas.openxmlformats.org/drawingml/2006/main" w="19050">
            <a:solidFill>
              <a:srgbClr val="887798"/>
            </a:solidFill>
            <a:prstDash val="solid"/>
          </a:ln>
        </p:spPr>
      </p:sp>
      <p:sp>
        <p:nvSpPr>
          <p:cNvPr id="40" name="line-67">
            <a:extLst xmlns:a="http://schemas.openxmlformats.org/drawingml/2006/main">
              <a:ext uri="{FF2B5EF4-FFF2-40B4-BE49-F238E27FC236}">
                <a16:creationId xmlns:a16="http://schemas.microsoft.com/office/drawing/2014/main" id="{13DEEFF6-90AF-40FA-A894-885905E96CA2}"/>
              </a:ext>
            </a:extLst>
          </p:cNvPr>
          <p:cNvSpPr>
            <a:spLocks xmlns:a="http://schemas.openxmlformats.org/drawingml/2006/main" noGrp="1"/>
          </p:cNvSpPr>
          <p:nvPr/>
        </p:nvSpPr>
        <p:spPr>
          <a:xfrm xmlns:a="http://schemas.openxmlformats.org/drawingml/2006/main">
            <a:off x="3017044" y="2733675"/>
            <a:ext cx="156369" cy="9525"/>
          </a:xfrm>
          <a:custGeom xmlns:a="http://schemas.openxmlformats.org/drawingml/2006/main">
            <a:pathLst>
              <a:path w="156369" h="9525">
                <a:moveTo>
                  <a:pt x="156369" y="0"/>
                </a:moveTo>
                <a:lnTo>
                  <a:pt x="0" y="0"/>
                </a:lnTo>
              </a:path>
            </a:pathLst>
          </a:custGeom>
          <a:noFill xmlns:a="http://schemas.openxmlformats.org/drawingml/2006/main"/>
          <a:ln xmlns:a="http://schemas.openxmlformats.org/drawingml/2006/main" w="19050">
            <a:solidFill>
              <a:srgbClr val="887798"/>
            </a:solidFill>
            <a:prstDash val="solid"/>
          </a:ln>
        </p:spPr>
      </p:sp>
      <p:sp>
        <p:nvSpPr>
          <p:cNvPr id="41" name="line-68">
            <a:extLst xmlns:a="http://schemas.openxmlformats.org/drawingml/2006/main">
              <a:ext uri="{FF2B5EF4-FFF2-40B4-BE49-F238E27FC236}">
                <a16:creationId xmlns:a16="http://schemas.microsoft.com/office/drawing/2014/main" id="{E08A081C-BBC8-4B01-83BD-835866E7D6B1}"/>
              </a:ext>
            </a:extLst>
          </p:cNvPr>
          <p:cNvSpPr>
            <a:spLocks xmlns:a="http://schemas.openxmlformats.org/drawingml/2006/main" noGrp="1"/>
          </p:cNvSpPr>
          <p:nvPr/>
        </p:nvSpPr>
        <p:spPr>
          <a:xfrm xmlns:a="http://schemas.openxmlformats.org/drawingml/2006/main">
            <a:off x="2704306" y="2733675"/>
            <a:ext cx="156369" cy="9525"/>
          </a:xfrm>
          <a:custGeom xmlns:a="http://schemas.openxmlformats.org/drawingml/2006/main">
            <a:pathLst>
              <a:path w="156369" h="9525">
                <a:moveTo>
                  <a:pt x="156369" y="0"/>
                </a:moveTo>
                <a:lnTo>
                  <a:pt x="0" y="0"/>
                </a:lnTo>
              </a:path>
            </a:pathLst>
          </a:custGeom>
          <a:noFill xmlns:a="http://schemas.openxmlformats.org/drawingml/2006/main"/>
          <a:ln xmlns:a="http://schemas.openxmlformats.org/drawingml/2006/main" w="19050">
            <a:solidFill>
              <a:srgbClr val="887798"/>
            </a:solidFill>
            <a:prstDash val="solid"/>
          </a:ln>
        </p:spPr>
      </p:sp>
      <p:sp>
        <p:nvSpPr>
          <p:cNvPr id="42" name="line-69">
            <a:extLst xmlns:a="http://schemas.openxmlformats.org/drawingml/2006/main">
              <a:ext uri="{FF2B5EF4-FFF2-40B4-BE49-F238E27FC236}">
                <a16:creationId xmlns:a16="http://schemas.microsoft.com/office/drawing/2014/main" id="{83AAB338-9C1A-4A38-BD13-69FDC13D95B9}"/>
              </a:ext>
            </a:extLst>
          </p:cNvPr>
          <p:cNvSpPr>
            <a:spLocks xmlns:a="http://schemas.openxmlformats.org/drawingml/2006/main" noGrp="1"/>
          </p:cNvSpPr>
          <p:nvPr/>
        </p:nvSpPr>
        <p:spPr>
          <a:xfrm xmlns:a="http://schemas.openxmlformats.org/drawingml/2006/main">
            <a:off x="2391569" y="2733675"/>
            <a:ext cx="156369" cy="9525"/>
          </a:xfrm>
          <a:custGeom xmlns:a="http://schemas.openxmlformats.org/drawingml/2006/main">
            <a:pathLst>
              <a:path w="156369" h="9525">
                <a:moveTo>
                  <a:pt x="156369" y="0"/>
                </a:moveTo>
                <a:lnTo>
                  <a:pt x="0" y="0"/>
                </a:lnTo>
              </a:path>
            </a:pathLst>
          </a:custGeom>
          <a:noFill xmlns:a="http://schemas.openxmlformats.org/drawingml/2006/main"/>
          <a:ln xmlns:a="http://schemas.openxmlformats.org/drawingml/2006/main" w="19050">
            <a:solidFill>
              <a:srgbClr val="887798"/>
            </a:solidFill>
            <a:prstDash val="solid"/>
          </a:ln>
        </p:spPr>
      </p:sp>
      <p:sp>
        <p:nvSpPr>
          <p:cNvPr id="43" name="line-70">
            <a:extLst xmlns:a="http://schemas.openxmlformats.org/drawingml/2006/main">
              <a:ext uri="{FF2B5EF4-FFF2-40B4-BE49-F238E27FC236}">
                <a16:creationId xmlns:a16="http://schemas.microsoft.com/office/drawing/2014/main" id="{631EB1BA-D949-442A-A8DD-102BBD0CC543}"/>
              </a:ext>
            </a:extLst>
          </p:cNvPr>
          <p:cNvSpPr>
            <a:spLocks xmlns:a="http://schemas.openxmlformats.org/drawingml/2006/main" noGrp="1"/>
          </p:cNvSpPr>
          <p:nvPr/>
        </p:nvSpPr>
        <p:spPr>
          <a:xfrm xmlns:a="http://schemas.openxmlformats.org/drawingml/2006/main">
            <a:off x="2078831" y="2733675"/>
            <a:ext cx="156369" cy="9525"/>
          </a:xfrm>
          <a:custGeom xmlns:a="http://schemas.openxmlformats.org/drawingml/2006/main">
            <a:pathLst>
              <a:path w="156369" h="9525">
                <a:moveTo>
                  <a:pt x="156369" y="0"/>
                </a:moveTo>
                <a:lnTo>
                  <a:pt x="0" y="0"/>
                </a:lnTo>
              </a:path>
            </a:pathLst>
          </a:custGeom>
          <a:noFill xmlns:a="http://schemas.openxmlformats.org/drawingml/2006/main"/>
          <a:ln xmlns:a="http://schemas.openxmlformats.org/drawingml/2006/main" w="19050">
            <a:solidFill>
              <a:srgbClr val="887798"/>
            </a:solidFill>
            <a:prstDash val="solid"/>
          </a:ln>
        </p:spPr>
      </p:sp>
      <p:sp>
        <p:nvSpPr>
          <p:cNvPr id="44" name="line-71">
            <a:extLst xmlns:a="http://schemas.openxmlformats.org/drawingml/2006/main">
              <a:ext uri="{FF2B5EF4-FFF2-40B4-BE49-F238E27FC236}">
                <a16:creationId xmlns:a16="http://schemas.microsoft.com/office/drawing/2014/main" id="{7BE985CB-B160-49C0-BA71-4B7584972BA8}"/>
              </a:ext>
            </a:extLst>
          </p:cNvPr>
          <p:cNvSpPr>
            <a:spLocks xmlns:a="http://schemas.openxmlformats.org/drawingml/2006/main" noGrp="1"/>
          </p:cNvSpPr>
          <p:nvPr/>
        </p:nvSpPr>
        <p:spPr>
          <a:xfrm xmlns:a="http://schemas.openxmlformats.org/drawingml/2006/main">
            <a:off x="1766094" y="2733675"/>
            <a:ext cx="156369" cy="9525"/>
          </a:xfrm>
          <a:custGeom xmlns:a="http://schemas.openxmlformats.org/drawingml/2006/main">
            <a:pathLst>
              <a:path w="156369" h="9525">
                <a:moveTo>
                  <a:pt x="156369" y="0"/>
                </a:moveTo>
                <a:lnTo>
                  <a:pt x="0" y="0"/>
                </a:lnTo>
              </a:path>
            </a:pathLst>
          </a:custGeom>
          <a:noFill xmlns:a="http://schemas.openxmlformats.org/drawingml/2006/main"/>
          <a:ln xmlns:a="http://schemas.openxmlformats.org/drawingml/2006/main" w="19050">
            <a:solidFill>
              <a:srgbClr val="887798"/>
            </a:solidFill>
            <a:prstDash val="solid"/>
          </a:ln>
        </p:spPr>
      </p:sp>
      <p:sp>
        <p:nvSpPr>
          <p:cNvPr id="45" name="line-72">
            <a:extLst xmlns:a="http://schemas.openxmlformats.org/drawingml/2006/main">
              <a:ext uri="{FF2B5EF4-FFF2-40B4-BE49-F238E27FC236}">
                <a16:creationId xmlns:a16="http://schemas.microsoft.com/office/drawing/2014/main" id="{7419C377-22A4-4300-B7C5-EEF68BF4D040}"/>
              </a:ext>
            </a:extLst>
          </p:cNvPr>
          <p:cNvSpPr>
            <a:spLocks xmlns:a="http://schemas.openxmlformats.org/drawingml/2006/main" noGrp="1"/>
          </p:cNvSpPr>
          <p:nvPr/>
        </p:nvSpPr>
        <p:spPr>
          <a:xfrm xmlns:a="http://schemas.openxmlformats.org/drawingml/2006/main">
            <a:off x="1609725" y="2692245"/>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28575">
            <a:solidFill>
              <a:srgbClr val="887798"/>
            </a:solidFill>
            <a:prstDash val="solid"/>
          </a:ln>
        </p:spPr>
      </p:sp>
      <p:sp>
        <p:nvSpPr>
          <p:cNvPr id="46" name="line-73">
            <a:extLst xmlns:a="http://schemas.openxmlformats.org/drawingml/2006/main">
              <a:ext uri="{FF2B5EF4-FFF2-40B4-BE49-F238E27FC236}">
                <a16:creationId xmlns:a16="http://schemas.microsoft.com/office/drawing/2014/main" id="{6695D182-4832-41AC-8534-EDC3CE8BD247}"/>
              </a:ext>
            </a:extLst>
          </p:cNvPr>
          <p:cNvSpPr>
            <a:spLocks xmlns:a="http://schemas.openxmlformats.org/drawingml/2006/main" noGrp="1"/>
          </p:cNvSpPr>
          <p:nvPr/>
        </p:nvSpPr>
        <p:spPr>
          <a:xfrm xmlns:a="http://schemas.openxmlformats.org/drawingml/2006/main">
            <a:off x="1609725" y="2733675"/>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28575">
            <a:solidFill>
              <a:srgbClr val="887798"/>
            </a:solidFill>
            <a:prstDash val="solid"/>
          </a:ln>
        </p:spPr>
      </p:sp>
      <p:sp>
        <p:nvSpPr>
          <p:cNvPr id="47" name="line-74">
            <a:extLst xmlns:a="http://schemas.openxmlformats.org/drawingml/2006/main">
              <a:ext uri="{FF2B5EF4-FFF2-40B4-BE49-F238E27FC236}">
                <a16:creationId xmlns:a16="http://schemas.microsoft.com/office/drawing/2014/main" id="{8EAE26FA-18F2-48D4-A703-DB0300D0D45E}"/>
              </a:ext>
            </a:extLst>
          </p:cNvPr>
          <p:cNvSpPr>
            <a:spLocks xmlns:a="http://schemas.openxmlformats.org/drawingml/2006/main" noGrp="1"/>
          </p:cNvSpPr>
          <p:nvPr/>
        </p:nvSpPr>
        <p:spPr>
          <a:xfrm xmlns:a="http://schemas.openxmlformats.org/drawingml/2006/main">
            <a:off x="1609725" y="2733675"/>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9050">
            <a:solidFill>
              <a:srgbClr val="887798"/>
            </a:solidFill>
            <a:prstDash val="solid"/>
          </a:ln>
        </p:spPr>
      </p:sp>
      <p:sp>
        <p:nvSpPr>
          <p:cNvPr id="48" name="line-75">
            <a:extLst xmlns:a="http://schemas.openxmlformats.org/drawingml/2006/main">
              <a:ext uri="{FF2B5EF4-FFF2-40B4-BE49-F238E27FC236}">
                <a16:creationId xmlns:a16="http://schemas.microsoft.com/office/drawing/2014/main" id="{65486F86-0B7C-422F-B888-AC036D0E8937}"/>
              </a:ext>
            </a:extLst>
          </p:cNvPr>
          <p:cNvSpPr>
            <a:spLocks xmlns:a="http://schemas.openxmlformats.org/drawingml/2006/main" noGrp="1"/>
          </p:cNvSpPr>
          <p:nvPr/>
        </p:nvSpPr>
        <p:spPr>
          <a:xfrm xmlns:a="http://schemas.openxmlformats.org/drawingml/2006/main">
            <a:off x="1609725" y="2873375"/>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9050">
            <a:solidFill>
              <a:srgbClr val="887798"/>
            </a:solidFill>
            <a:prstDash val="solid"/>
          </a:ln>
        </p:spPr>
      </p:sp>
      <p:sp>
        <p:nvSpPr>
          <p:cNvPr id="49" name="line-76">
            <a:extLst xmlns:a="http://schemas.openxmlformats.org/drawingml/2006/main">
              <a:ext uri="{FF2B5EF4-FFF2-40B4-BE49-F238E27FC236}">
                <a16:creationId xmlns:a16="http://schemas.microsoft.com/office/drawing/2014/main" id="{B1706B5F-1BF8-402A-8523-5D35924391FA}"/>
              </a:ext>
            </a:extLst>
          </p:cNvPr>
          <p:cNvSpPr>
            <a:spLocks xmlns:a="http://schemas.openxmlformats.org/drawingml/2006/main" noGrp="1"/>
          </p:cNvSpPr>
          <p:nvPr/>
        </p:nvSpPr>
        <p:spPr>
          <a:xfrm xmlns:a="http://schemas.openxmlformats.org/drawingml/2006/main">
            <a:off x="1609725" y="3013075"/>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9050">
            <a:solidFill>
              <a:srgbClr val="887798"/>
            </a:solidFill>
            <a:prstDash val="solid"/>
          </a:ln>
        </p:spPr>
      </p:sp>
      <p:sp>
        <p:nvSpPr>
          <p:cNvPr id="50" name="line-77">
            <a:extLst xmlns:a="http://schemas.openxmlformats.org/drawingml/2006/main">
              <a:ext uri="{FF2B5EF4-FFF2-40B4-BE49-F238E27FC236}">
                <a16:creationId xmlns:a16="http://schemas.microsoft.com/office/drawing/2014/main" id="{DFA9E642-309D-495F-991D-7BE9090E2EEB}"/>
              </a:ext>
            </a:extLst>
          </p:cNvPr>
          <p:cNvSpPr>
            <a:spLocks xmlns:a="http://schemas.openxmlformats.org/drawingml/2006/main" noGrp="1"/>
          </p:cNvSpPr>
          <p:nvPr/>
        </p:nvSpPr>
        <p:spPr>
          <a:xfrm xmlns:a="http://schemas.openxmlformats.org/drawingml/2006/main">
            <a:off x="1609725" y="3152775"/>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9050">
            <a:solidFill>
              <a:srgbClr val="887798"/>
            </a:solidFill>
            <a:prstDash val="solid"/>
          </a:ln>
        </p:spPr>
      </p:sp>
      <p:sp>
        <p:nvSpPr>
          <p:cNvPr id="51" name="line-78">
            <a:extLst xmlns:a="http://schemas.openxmlformats.org/drawingml/2006/main">
              <a:ext uri="{FF2B5EF4-FFF2-40B4-BE49-F238E27FC236}">
                <a16:creationId xmlns:a16="http://schemas.microsoft.com/office/drawing/2014/main" id="{17044F06-20F5-4207-8B6E-211F2C12B21A}"/>
              </a:ext>
            </a:extLst>
          </p:cNvPr>
          <p:cNvSpPr>
            <a:spLocks xmlns:a="http://schemas.openxmlformats.org/drawingml/2006/main" noGrp="1"/>
          </p:cNvSpPr>
          <p:nvPr/>
        </p:nvSpPr>
        <p:spPr>
          <a:xfrm xmlns:a="http://schemas.openxmlformats.org/drawingml/2006/main">
            <a:off x="1609725" y="3292475"/>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9050">
            <a:solidFill>
              <a:srgbClr val="887798"/>
            </a:solidFill>
            <a:prstDash val="solid"/>
          </a:ln>
        </p:spPr>
      </p:sp>
      <p:sp>
        <p:nvSpPr>
          <p:cNvPr id="52" name="line-79">
            <a:extLst xmlns:a="http://schemas.openxmlformats.org/drawingml/2006/main">
              <a:ext uri="{FF2B5EF4-FFF2-40B4-BE49-F238E27FC236}">
                <a16:creationId xmlns:a16="http://schemas.microsoft.com/office/drawing/2014/main" id="{12F89BB4-BAE4-4B6A-B731-31C6B4668256}"/>
              </a:ext>
            </a:extLst>
          </p:cNvPr>
          <p:cNvSpPr>
            <a:spLocks xmlns:a="http://schemas.openxmlformats.org/drawingml/2006/main" noGrp="1"/>
          </p:cNvSpPr>
          <p:nvPr/>
        </p:nvSpPr>
        <p:spPr>
          <a:xfrm xmlns:a="http://schemas.openxmlformats.org/drawingml/2006/main">
            <a:off x="1609725" y="3432175"/>
            <a:ext cx="9525" cy="69850"/>
          </a:xfrm>
          <a:custGeom xmlns:a="http://schemas.openxmlformats.org/drawingml/2006/main">
            <a:pathLst>
              <a:path w="9525" h="69850">
                <a:moveTo>
                  <a:pt x="0" y="0"/>
                </a:moveTo>
                <a:lnTo>
                  <a:pt x="0" y="69850"/>
                </a:lnTo>
              </a:path>
            </a:pathLst>
          </a:custGeom>
          <a:noFill xmlns:a="http://schemas.openxmlformats.org/drawingml/2006/main"/>
          <a:ln xmlns:a="http://schemas.openxmlformats.org/drawingml/2006/main" w="19050">
            <a:solidFill>
              <a:srgbClr val="887798"/>
            </a:solidFill>
            <a:prstDash val="solid"/>
          </a:ln>
        </p:spPr>
      </p:sp>
      <p:sp>
        <p:nvSpPr>
          <p:cNvPr id="53" name="line-80">
            <a:extLst xmlns:a="http://schemas.openxmlformats.org/drawingml/2006/main">
              <a:ext uri="{FF2B5EF4-FFF2-40B4-BE49-F238E27FC236}">
                <a16:creationId xmlns:a16="http://schemas.microsoft.com/office/drawing/2014/main" id="{426A9BFB-66DD-406B-A3C2-B354EEEE8EB1}"/>
              </a:ext>
            </a:extLst>
          </p:cNvPr>
          <p:cNvSpPr>
            <a:spLocks xmlns:a="http://schemas.openxmlformats.org/drawingml/2006/main" noGrp="1"/>
          </p:cNvSpPr>
          <p:nvPr/>
        </p:nvSpPr>
        <p:spPr>
          <a:xfrm xmlns:a="http://schemas.openxmlformats.org/drawingml/2006/main">
            <a:off x="1568295" y="3486107"/>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54" name="line-81">
            <a:extLst xmlns:a="http://schemas.openxmlformats.org/drawingml/2006/main">
              <a:ext uri="{FF2B5EF4-FFF2-40B4-BE49-F238E27FC236}">
                <a16:creationId xmlns:a16="http://schemas.microsoft.com/office/drawing/2014/main" id="{7C415F5A-92DE-43BC-876D-D3320624394F}"/>
              </a:ext>
            </a:extLst>
          </p:cNvPr>
          <p:cNvSpPr>
            <a:spLocks xmlns:a="http://schemas.openxmlformats.org/drawingml/2006/main" noGrp="1"/>
          </p:cNvSpPr>
          <p:nvPr/>
        </p:nvSpPr>
        <p:spPr>
          <a:xfrm xmlns:a="http://schemas.openxmlformats.org/drawingml/2006/main">
            <a:off x="1609725" y="3486107"/>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55" name="object-82">
            <a:extLst xmlns:a="http://schemas.openxmlformats.org/drawingml/2006/main">
              <a:ext uri="{FF2B5EF4-FFF2-40B4-BE49-F238E27FC236}">
                <a16:creationId xmlns:a16="http://schemas.microsoft.com/office/drawing/2014/main" id="{3F739BF1-3345-4F0A-A91F-F051F17D9965}"/>
              </a:ext>
            </a:extLst>
          </p:cNvPr>
          <p:cNvSpPr>
            <a:spLocks xmlns:a="http://schemas.openxmlformats.org/drawingml/2006/main" noGrp="1"/>
          </p:cNvSpPr>
          <p:nvPr/>
        </p:nvSpPr>
        <p:spPr>
          <a:xfrm xmlns:a="http://schemas.openxmlformats.org/drawingml/2006/main">
            <a:off x="609600" y="5286375"/>
            <a:ext cx="1095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12263B"/>
                </a:solidFill>
                <a:latin typeface="Microsoft YaHei"/>
                <a:ea typeface="Microsoft YaHei"/>
                <a:cs typeface="Microsoft YaHei"/>
              </a:defRPr>
            </a:defPPr>
            <a:lvl1pPr algn="l">
              <a:defRPr sz="2025" b="0">
                <a:solidFill>
                  <a:srgbClr val="12263B"/>
                </a:solidFill>
                <a:latin typeface="Microsoft YaHei"/>
                <a:ea typeface="Microsoft YaHei"/>
                <a:cs typeface="Microsoft YaHei"/>
              </a:defRPr>
            </a:lvl1pPr>
            <a:lvl2pPr algn="l">
              <a:defRPr sz="2025" b="0">
                <a:solidFill>
                  <a:srgbClr val="12263B"/>
                </a:solidFill>
                <a:latin typeface="Microsoft YaHei"/>
                <a:ea typeface="Microsoft YaHei"/>
                <a:cs typeface="Microsoft YaHei"/>
              </a:defRPr>
            </a:lvl2pPr>
            <a:lvl3pPr algn="l">
              <a:defRPr sz="2025" b="0">
                <a:solidFill>
                  <a:srgbClr val="12263B"/>
                </a:solidFill>
                <a:latin typeface="Microsoft YaHei"/>
                <a:ea typeface="Microsoft YaHei"/>
                <a:cs typeface="Microsoft YaHei"/>
              </a:defRPr>
            </a:lvl3pPr>
            <a:lvl4pPr algn="l">
              <a:defRPr sz="2025" b="0">
                <a:solidFill>
                  <a:srgbClr val="12263B"/>
                </a:solidFill>
                <a:latin typeface="Microsoft YaHei"/>
                <a:ea typeface="Microsoft YaHei"/>
                <a:cs typeface="Microsoft YaHei"/>
              </a:defRPr>
            </a:lvl4pPr>
            <a:lvl5pPr algn="l">
              <a:defRPr sz="2025" b="0">
                <a:solidFill>
                  <a:srgbClr val="12263B"/>
                </a:solidFill>
                <a:latin typeface="Microsoft YaHei"/>
                <a:ea typeface="Microsoft YaHei"/>
                <a:cs typeface="Microsoft YaHei"/>
              </a:defRPr>
            </a:lvl5pPr>
            <a:lvl6pPr algn="l">
              <a:defRPr sz="2025" b="0">
                <a:solidFill>
                  <a:srgbClr val="12263B"/>
                </a:solidFill>
                <a:latin typeface="Microsoft YaHei"/>
                <a:ea typeface="Microsoft YaHei"/>
                <a:cs typeface="Microsoft YaHei"/>
              </a:defRPr>
            </a:lvl6pPr>
            <a:lvl7pPr algn="l">
              <a:defRPr sz="2025" b="0">
                <a:solidFill>
                  <a:srgbClr val="12263B"/>
                </a:solidFill>
                <a:latin typeface="Microsoft YaHei"/>
                <a:ea typeface="Microsoft YaHei"/>
                <a:cs typeface="Microsoft YaHei"/>
              </a:defRPr>
            </a:lvl7pPr>
            <a:lvl8pPr algn="l">
              <a:defRPr sz="2025" b="0">
                <a:solidFill>
                  <a:srgbClr val="12263B"/>
                </a:solidFill>
                <a:latin typeface="Microsoft YaHei"/>
                <a:ea typeface="Microsoft YaHei"/>
                <a:cs typeface="Microsoft YaHei"/>
              </a:defRPr>
            </a:lvl8pPr>
            <a:lvl9pPr algn="l">
              <a:defRPr sz="2025" b="0">
                <a:solidFill>
                  <a:srgbClr val="12263B"/>
                </a:solidFill>
                <a:latin typeface="Microsoft YaHei"/>
                <a:ea typeface="Microsoft YaHei"/>
                <a:cs typeface="Microsoft YaHei"/>
              </a:defRPr>
            </a:lvl9pPr>
          </a:lstStyle>
          <a:p xmlns:a="http://schemas.openxmlformats.org/drawingml/2006/main">
            <a:pPr algn="l">
              <a:defRPr sz="2025" b="0">
                <a:solidFill>
                  <a:srgbClr val="12263B"/>
                </a:solidFill>
                <a:latin typeface="Microsoft YaHei"/>
                <a:ea typeface="Microsoft YaHei"/>
                <a:cs typeface="Microsoft YaHei"/>
              </a:defRPr>
            </a:pPr>
            <a:r>
              <a:rPr sz="2025" b="0">
                <a:solidFill>
                  <a:srgbClr val="12263B"/>
                </a:solidFill>
                <a:latin typeface="Microsoft YaHei"/>
                <a:ea typeface="Microsoft YaHei"/>
                <a:cs typeface="Microsoft YaHei"/>
              </a:rPr>
              <a:t>实线：播放数据职责链       虚线：控制影响（接口路径有折叠）</a:t>
            </a:r>
          </a:p>
        </p:txBody>
      </p:sp>
      <p:sp>
        <p:nvSpPr>
          <p:cNvPr id="56" name="object-83">
            <a:extLst xmlns:a="http://schemas.openxmlformats.org/drawingml/2006/main">
              <a:ext uri="{FF2B5EF4-FFF2-40B4-BE49-F238E27FC236}">
                <a16:creationId xmlns:a16="http://schemas.microsoft.com/office/drawing/2014/main" id="{7CE709DC-62E2-4CB4-A957-2C6989AD1176}"/>
              </a:ext>
            </a:extLst>
          </p:cNvPr>
          <p:cNvSpPr>
            <a:spLocks xmlns:a="http://schemas.openxmlformats.org/drawingml/2006/main" noGrp="1"/>
          </p:cNvSpPr>
          <p:nvPr/>
        </p:nvSpPr>
        <p:spPr>
          <a:xfrm xmlns:a="http://schemas.openxmlformats.org/drawingml/2006/main">
            <a:off x="609600" y="5819775"/>
            <a:ext cx="1095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950" b="1">
                <a:solidFill>
                  <a:srgbClr val="3379EB"/>
                </a:solidFill>
                <a:latin typeface="Microsoft YaHei"/>
                <a:ea typeface="Microsoft YaHei"/>
                <a:cs typeface="Microsoft YaHei"/>
              </a:defRPr>
            </a:defPPr>
            <a:lvl1pPr algn="l">
              <a:defRPr sz="1950" b="1">
                <a:solidFill>
                  <a:srgbClr val="3379EB"/>
                </a:solidFill>
                <a:latin typeface="Microsoft YaHei"/>
                <a:ea typeface="Microsoft YaHei"/>
                <a:cs typeface="Microsoft YaHei"/>
              </a:defRPr>
            </a:lvl1pPr>
            <a:lvl2pPr algn="l">
              <a:defRPr sz="1950" b="1">
                <a:solidFill>
                  <a:srgbClr val="3379EB"/>
                </a:solidFill>
                <a:latin typeface="Microsoft YaHei"/>
                <a:ea typeface="Microsoft YaHei"/>
                <a:cs typeface="Microsoft YaHei"/>
              </a:defRPr>
            </a:lvl2pPr>
            <a:lvl3pPr algn="l">
              <a:defRPr sz="1950" b="1">
                <a:solidFill>
                  <a:srgbClr val="3379EB"/>
                </a:solidFill>
                <a:latin typeface="Microsoft YaHei"/>
                <a:ea typeface="Microsoft YaHei"/>
                <a:cs typeface="Microsoft YaHei"/>
              </a:defRPr>
            </a:lvl3pPr>
            <a:lvl4pPr algn="l">
              <a:defRPr sz="1950" b="1">
                <a:solidFill>
                  <a:srgbClr val="3379EB"/>
                </a:solidFill>
                <a:latin typeface="Microsoft YaHei"/>
                <a:ea typeface="Microsoft YaHei"/>
                <a:cs typeface="Microsoft YaHei"/>
              </a:defRPr>
            </a:lvl4pPr>
            <a:lvl5pPr algn="l">
              <a:defRPr sz="1950" b="1">
                <a:solidFill>
                  <a:srgbClr val="3379EB"/>
                </a:solidFill>
                <a:latin typeface="Microsoft YaHei"/>
                <a:ea typeface="Microsoft YaHei"/>
                <a:cs typeface="Microsoft YaHei"/>
              </a:defRPr>
            </a:lvl5pPr>
            <a:lvl6pPr algn="l">
              <a:defRPr sz="1950" b="1">
                <a:solidFill>
                  <a:srgbClr val="3379EB"/>
                </a:solidFill>
                <a:latin typeface="Microsoft YaHei"/>
                <a:ea typeface="Microsoft YaHei"/>
                <a:cs typeface="Microsoft YaHei"/>
              </a:defRPr>
            </a:lvl6pPr>
            <a:lvl7pPr algn="l">
              <a:defRPr sz="1950" b="1">
                <a:solidFill>
                  <a:srgbClr val="3379EB"/>
                </a:solidFill>
                <a:latin typeface="Microsoft YaHei"/>
                <a:ea typeface="Microsoft YaHei"/>
                <a:cs typeface="Microsoft YaHei"/>
              </a:defRPr>
            </a:lvl7pPr>
            <a:lvl8pPr algn="l">
              <a:defRPr sz="1950" b="1">
                <a:solidFill>
                  <a:srgbClr val="3379EB"/>
                </a:solidFill>
                <a:latin typeface="Microsoft YaHei"/>
                <a:ea typeface="Microsoft YaHei"/>
                <a:cs typeface="Microsoft YaHei"/>
              </a:defRPr>
            </a:lvl8pPr>
            <a:lvl9pPr algn="l">
              <a:defRPr sz="1950" b="1">
                <a:solidFill>
                  <a:srgbClr val="3379EB"/>
                </a:solidFill>
                <a:latin typeface="Microsoft YaHei"/>
                <a:ea typeface="Microsoft YaHei"/>
                <a:cs typeface="Microsoft YaHei"/>
              </a:defRPr>
            </a:lvl9pPr>
          </a:lstStyle>
          <a:p xmlns:a="http://schemas.openxmlformats.org/drawingml/2006/main">
            <a:pPr algn="l">
              <a:defRPr sz="1950" b="1">
                <a:solidFill>
                  <a:srgbClr val="3379EB"/>
                </a:solidFill>
                <a:latin typeface="Microsoft YaHei"/>
                <a:ea typeface="Microsoft YaHei"/>
                <a:cs typeface="Microsoft YaHei"/>
              </a:defRPr>
            </a:pPr>
            <a:r>
              <a:rPr sz="1950" b="1">
                <a:solidFill>
                  <a:srgbClr val="3379EB"/>
                </a:solidFill>
                <a:latin typeface="Microsoft YaHei"/>
                <a:ea typeface="Microsoft YaHei"/>
                <a:cs typeface="Microsoft YaHei"/>
              </a:rPr>
              <a:t>本次重点在引擎，评价对象始终是整个音频底座</a:t>
            </a:r>
          </a:p>
        </p:txBody>
      </p:sp>
      <p:sp>
        <p:nvSpPr>
          <p:cNvPr id="57" name="object-84">
            <a:extLst xmlns:a="http://schemas.openxmlformats.org/drawingml/2006/main">
              <a:ext uri="{FF2B5EF4-FFF2-40B4-BE49-F238E27FC236}">
                <a16:creationId xmlns:a16="http://schemas.microsoft.com/office/drawing/2014/main" id="{9B6B2D2F-BAEA-47F9-965D-5EAB4A250FEE}"/>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职责示意，非进程边界或完整调用栈；限定普通播放，策略反馈与控制路径有折叠</a:t>
            </a:r>
          </a:p>
        </p:txBody>
      </p:sp>
      <p:sp>
        <p:nvSpPr>
          <p:cNvPr id="58" name="object-85">
            <a:extLst xmlns:a="http://schemas.openxmlformats.org/drawingml/2006/main">
              <a:ext uri="{FF2B5EF4-FFF2-40B4-BE49-F238E27FC236}">
                <a16:creationId xmlns:a16="http://schemas.microsoft.com/office/drawing/2014/main" id="{41999256-A45E-4C94-A929-F62F28715121}"/>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02</a:t>
            </a:r>
          </a:p>
        </p:txBody>
      </p:sp>
    </p:spTree>
    <p:extLst>
      <p:ext uri="{BB962C8B-B14F-4D97-AF65-F5344CB8AC3E}">
        <p14:creationId xmlns:p14="http://schemas.microsoft.com/office/powerpoint/2010/main" val="1057654545"/>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6" name="object-86">
            <a:extLst xmlns:a="http://schemas.openxmlformats.org/drawingml/2006/main">
              <a:ext uri="{FF2B5EF4-FFF2-40B4-BE49-F238E27FC236}">
                <a16:creationId xmlns:a16="http://schemas.microsoft.com/office/drawing/2014/main" id="{22F5DC60-174E-436E-BB99-DF421EE70DE8}"/>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第一部分 · 同一个场景贯穿各层</a:t>
            </a:r>
          </a:p>
        </p:txBody>
      </p:sp>
      <p:sp>
        <p:nvSpPr>
          <p:cNvPr id="2" name="object-87">
            <a:extLst xmlns:a="http://schemas.openxmlformats.org/drawingml/2006/main">
              <a:ext uri="{FF2B5EF4-FFF2-40B4-BE49-F238E27FC236}">
                <a16:creationId xmlns:a16="http://schemas.microsoft.com/office/drawing/2014/main" id="{44E49193-0BF2-4FA3-A50E-7F36CBBD7E8B}"/>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一次场景变化，怎样传遍整个系统</a:t>
            </a:r>
          </a:p>
        </p:txBody>
      </p:sp>
      <p:sp>
        <p:nvSpPr>
          <p:cNvPr id="3" name="object-88">
            <a:extLst xmlns:a="http://schemas.openxmlformats.org/drawingml/2006/main">
              <a:ext uri="{FF2B5EF4-FFF2-40B4-BE49-F238E27FC236}">
                <a16:creationId xmlns:a16="http://schemas.microsoft.com/office/drawing/2014/main" id="{694692F8-73C3-4958-AC1B-C6265DFE92B2}"/>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策略决定行为，服务协调状态，引擎与设备共同落实变化</a:t>
            </a:r>
          </a:p>
        </p:txBody>
      </p:sp>
      <p:sp>
        <p:nvSpPr>
          <p:cNvPr id="4" name="object-89">
            <a:extLst xmlns:a="http://schemas.openxmlformats.org/drawingml/2006/main">
              <a:ext uri="{FF2B5EF4-FFF2-40B4-BE49-F238E27FC236}">
                <a16:creationId xmlns:a16="http://schemas.microsoft.com/office/drawing/2014/main" id="{289846AF-DB0B-47AF-848A-BE783FB085D8}"/>
              </a:ext>
            </a:extLst>
          </p:cNvPr>
          <p:cNvSpPr>
            <a:spLocks xmlns:a="http://schemas.openxmlformats.org/drawingml/2006/main" noGrp="1"/>
          </p:cNvSpPr>
          <p:nvPr/>
        </p:nvSpPr>
        <p:spPr>
          <a:xfrm xmlns:a="http://schemas.openxmlformats.org/drawingml/2006/main">
            <a:off x="2781300" y="2419350"/>
            <a:ext cx="20288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887798"/>
                </a:solidFill>
                <a:latin typeface="Microsoft YaHei"/>
                <a:ea typeface="Microsoft YaHei"/>
                <a:cs typeface="Microsoft YaHei"/>
              </a:defRPr>
            </a:defPPr>
            <a:lvl1pPr algn="ctr">
              <a:defRPr sz="2100" b="1">
                <a:solidFill>
                  <a:srgbClr val="887798"/>
                </a:solidFill>
                <a:latin typeface="Microsoft YaHei"/>
                <a:ea typeface="Microsoft YaHei"/>
                <a:cs typeface="Microsoft YaHei"/>
              </a:defRPr>
            </a:lvl1pPr>
            <a:lvl2pPr algn="ctr">
              <a:defRPr sz="2100" b="1">
                <a:solidFill>
                  <a:srgbClr val="887798"/>
                </a:solidFill>
                <a:latin typeface="Microsoft YaHei"/>
                <a:ea typeface="Microsoft YaHei"/>
                <a:cs typeface="Microsoft YaHei"/>
              </a:defRPr>
            </a:lvl2pPr>
            <a:lvl3pPr algn="ctr">
              <a:defRPr sz="2100" b="1">
                <a:solidFill>
                  <a:srgbClr val="887798"/>
                </a:solidFill>
                <a:latin typeface="Microsoft YaHei"/>
                <a:ea typeface="Microsoft YaHei"/>
                <a:cs typeface="Microsoft YaHei"/>
              </a:defRPr>
            </a:lvl3pPr>
            <a:lvl4pPr algn="ctr">
              <a:defRPr sz="2100" b="1">
                <a:solidFill>
                  <a:srgbClr val="887798"/>
                </a:solidFill>
                <a:latin typeface="Microsoft YaHei"/>
                <a:ea typeface="Microsoft YaHei"/>
                <a:cs typeface="Microsoft YaHei"/>
              </a:defRPr>
            </a:lvl4pPr>
            <a:lvl5pPr algn="ctr">
              <a:defRPr sz="2100" b="1">
                <a:solidFill>
                  <a:srgbClr val="887798"/>
                </a:solidFill>
                <a:latin typeface="Microsoft YaHei"/>
                <a:ea typeface="Microsoft YaHei"/>
                <a:cs typeface="Microsoft YaHei"/>
              </a:defRPr>
            </a:lvl5pPr>
            <a:lvl6pPr algn="ctr">
              <a:defRPr sz="2100" b="1">
                <a:solidFill>
                  <a:srgbClr val="887798"/>
                </a:solidFill>
                <a:latin typeface="Microsoft YaHei"/>
                <a:ea typeface="Microsoft YaHei"/>
                <a:cs typeface="Microsoft YaHei"/>
              </a:defRPr>
            </a:lvl6pPr>
            <a:lvl7pPr algn="ctr">
              <a:defRPr sz="2100" b="1">
                <a:solidFill>
                  <a:srgbClr val="887798"/>
                </a:solidFill>
                <a:latin typeface="Microsoft YaHei"/>
                <a:ea typeface="Microsoft YaHei"/>
                <a:cs typeface="Microsoft YaHei"/>
              </a:defRPr>
            </a:lvl7pPr>
            <a:lvl8pPr algn="ctr">
              <a:defRPr sz="2100" b="1">
                <a:solidFill>
                  <a:srgbClr val="887798"/>
                </a:solidFill>
                <a:latin typeface="Microsoft YaHei"/>
                <a:ea typeface="Microsoft YaHei"/>
                <a:cs typeface="Microsoft YaHei"/>
              </a:defRPr>
            </a:lvl8pPr>
            <a:lvl9pPr algn="ctr">
              <a:defRPr sz="2100" b="1">
                <a:solidFill>
                  <a:srgbClr val="887798"/>
                </a:solidFill>
                <a:latin typeface="Microsoft YaHei"/>
                <a:ea typeface="Microsoft YaHei"/>
                <a:cs typeface="Microsoft YaHei"/>
              </a:defRPr>
            </a:lvl9pPr>
          </a:lstStyle>
          <a:p xmlns:a="http://schemas.openxmlformats.org/drawingml/2006/main">
            <a:pPr algn="ctr">
              <a:defRPr sz="2100" b="1">
                <a:solidFill>
                  <a:srgbClr val="887798"/>
                </a:solidFill>
                <a:latin typeface="Microsoft YaHei"/>
                <a:ea typeface="Microsoft YaHei"/>
                <a:cs typeface="Microsoft YaHei"/>
              </a:defRPr>
            </a:pPr>
            <a:r>
              <a:rPr sz="2100" b="1">
                <a:solidFill>
                  <a:srgbClr val="887798"/>
                </a:solidFill>
                <a:latin typeface="Microsoft YaHei"/>
                <a:ea typeface="Microsoft YaHei"/>
                <a:cs typeface="Microsoft YaHei"/>
              </a:rPr>
              <a:t>策略决策</a:t>
            </a:r>
          </a:p>
        </p:txBody>
      </p:sp>
      <p:sp>
        <p:nvSpPr>
          <p:cNvPr id="5" name="object-90">
            <a:extLst xmlns:a="http://schemas.openxmlformats.org/drawingml/2006/main">
              <a:ext uri="{FF2B5EF4-FFF2-40B4-BE49-F238E27FC236}">
                <a16:creationId xmlns:a16="http://schemas.microsoft.com/office/drawing/2014/main" id="{316B6EFA-8FEA-46D6-8D59-606FD900A9C6}"/>
              </a:ext>
            </a:extLst>
          </p:cNvPr>
          <p:cNvSpPr>
            <a:spLocks xmlns:a="http://schemas.openxmlformats.org/drawingml/2006/main" noGrp="1"/>
          </p:cNvSpPr>
          <p:nvPr/>
        </p:nvSpPr>
        <p:spPr>
          <a:xfrm xmlns:a="http://schemas.openxmlformats.org/drawingml/2006/main">
            <a:off x="5038725" y="2419350"/>
            <a:ext cx="20288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12263B"/>
                </a:solidFill>
                <a:latin typeface="Microsoft YaHei"/>
                <a:ea typeface="Microsoft YaHei"/>
                <a:cs typeface="Microsoft YaHei"/>
              </a:defRPr>
            </a:defPPr>
            <a:lvl1pPr algn="ctr">
              <a:defRPr sz="2100" b="1">
                <a:solidFill>
                  <a:srgbClr val="12263B"/>
                </a:solidFill>
                <a:latin typeface="Microsoft YaHei"/>
                <a:ea typeface="Microsoft YaHei"/>
                <a:cs typeface="Microsoft YaHei"/>
              </a:defRPr>
            </a:lvl1pPr>
            <a:lvl2pPr algn="ctr">
              <a:defRPr sz="2100" b="1">
                <a:solidFill>
                  <a:srgbClr val="12263B"/>
                </a:solidFill>
                <a:latin typeface="Microsoft YaHei"/>
                <a:ea typeface="Microsoft YaHei"/>
                <a:cs typeface="Microsoft YaHei"/>
              </a:defRPr>
            </a:lvl2pPr>
            <a:lvl3pPr algn="ctr">
              <a:defRPr sz="2100" b="1">
                <a:solidFill>
                  <a:srgbClr val="12263B"/>
                </a:solidFill>
                <a:latin typeface="Microsoft YaHei"/>
                <a:ea typeface="Microsoft YaHei"/>
                <a:cs typeface="Microsoft YaHei"/>
              </a:defRPr>
            </a:lvl3pPr>
            <a:lvl4pPr algn="ctr">
              <a:defRPr sz="2100" b="1">
                <a:solidFill>
                  <a:srgbClr val="12263B"/>
                </a:solidFill>
                <a:latin typeface="Microsoft YaHei"/>
                <a:ea typeface="Microsoft YaHei"/>
                <a:cs typeface="Microsoft YaHei"/>
              </a:defRPr>
            </a:lvl4pPr>
            <a:lvl5pPr algn="ctr">
              <a:defRPr sz="2100" b="1">
                <a:solidFill>
                  <a:srgbClr val="12263B"/>
                </a:solidFill>
                <a:latin typeface="Microsoft YaHei"/>
                <a:ea typeface="Microsoft YaHei"/>
                <a:cs typeface="Microsoft YaHei"/>
              </a:defRPr>
            </a:lvl5pPr>
            <a:lvl6pPr algn="ctr">
              <a:defRPr sz="2100" b="1">
                <a:solidFill>
                  <a:srgbClr val="12263B"/>
                </a:solidFill>
                <a:latin typeface="Microsoft YaHei"/>
                <a:ea typeface="Microsoft YaHei"/>
                <a:cs typeface="Microsoft YaHei"/>
              </a:defRPr>
            </a:lvl6pPr>
            <a:lvl7pPr algn="ctr">
              <a:defRPr sz="2100" b="1">
                <a:solidFill>
                  <a:srgbClr val="12263B"/>
                </a:solidFill>
                <a:latin typeface="Microsoft YaHei"/>
                <a:ea typeface="Microsoft YaHei"/>
                <a:cs typeface="Microsoft YaHei"/>
              </a:defRPr>
            </a:lvl7pPr>
            <a:lvl8pPr algn="ctr">
              <a:defRPr sz="2100" b="1">
                <a:solidFill>
                  <a:srgbClr val="12263B"/>
                </a:solidFill>
                <a:latin typeface="Microsoft YaHei"/>
                <a:ea typeface="Microsoft YaHei"/>
                <a:cs typeface="Microsoft YaHei"/>
              </a:defRPr>
            </a:lvl8pPr>
            <a:lvl9pPr algn="ctr">
              <a:defRPr sz="2100" b="1">
                <a:solidFill>
                  <a:srgbClr val="12263B"/>
                </a:solidFill>
                <a:latin typeface="Microsoft YaHei"/>
                <a:ea typeface="Microsoft YaHei"/>
                <a:cs typeface="Microsoft YaHei"/>
              </a:defRPr>
            </a:lvl9pPr>
          </a:lstStyle>
          <a:p xmlns:a="http://schemas.openxmlformats.org/drawingml/2006/main">
            <a:pPr algn="ctr">
              <a:defRPr sz="2100" b="1">
                <a:solidFill>
                  <a:srgbClr val="12263B"/>
                </a:solidFill>
                <a:latin typeface="Microsoft YaHei"/>
                <a:ea typeface="Microsoft YaHei"/>
                <a:cs typeface="Microsoft YaHei"/>
              </a:defRPr>
            </a:pPr>
            <a:r>
              <a:rPr sz="2100" b="1">
                <a:solidFill>
                  <a:srgbClr val="12263B"/>
                </a:solidFill>
                <a:latin typeface="Microsoft YaHei"/>
                <a:ea typeface="Microsoft YaHei"/>
                <a:cs typeface="Microsoft YaHei"/>
              </a:rPr>
              <a:t>流服务</a:t>
            </a:r>
          </a:p>
        </p:txBody>
      </p:sp>
      <p:sp>
        <p:nvSpPr>
          <p:cNvPr id="6" name="object-91">
            <a:extLst xmlns:a="http://schemas.openxmlformats.org/drawingml/2006/main">
              <a:ext uri="{FF2B5EF4-FFF2-40B4-BE49-F238E27FC236}">
                <a16:creationId xmlns:a16="http://schemas.microsoft.com/office/drawing/2014/main" id="{34FB1597-3693-4C37-815C-B1FA3961CAC3}"/>
              </a:ext>
            </a:extLst>
          </p:cNvPr>
          <p:cNvSpPr>
            <a:spLocks xmlns:a="http://schemas.openxmlformats.org/drawingml/2006/main" noGrp="1"/>
          </p:cNvSpPr>
          <p:nvPr/>
        </p:nvSpPr>
        <p:spPr>
          <a:xfrm xmlns:a="http://schemas.openxmlformats.org/drawingml/2006/main">
            <a:off x="7296150" y="2419350"/>
            <a:ext cx="20288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3379EB"/>
                </a:solidFill>
                <a:latin typeface="Microsoft YaHei"/>
                <a:ea typeface="Microsoft YaHei"/>
                <a:cs typeface="Microsoft YaHei"/>
              </a:defRPr>
            </a:defPPr>
            <a:lvl1pPr algn="ctr">
              <a:defRPr sz="2100" b="1">
                <a:solidFill>
                  <a:srgbClr val="3379EB"/>
                </a:solidFill>
                <a:latin typeface="Microsoft YaHei"/>
                <a:ea typeface="Microsoft YaHei"/>
                <a:cs typeface="Microsoft YaHei"/>
              </a:defRPr>
            </a:lvl1pPr>
            <a:lvl2pPr algn="ctr">
              <a:defRPr sz="2100" b="1">
                <a:solidFill>
                  <a:srgbClr val="3379EB"/>
                </a:solidFill>
                <a:latin typeface="Microsoft YaHei"/>
                <a:ea typeface="Microsoft YaHei"/>
                <a:cs typeface="Microsoft YaHei"/>
              </a:defRPr>
            </a:lvl2pPr>
            <a:lvl3pPr algn="ctr">
              <a:defRPr sz="2100" b="1">
                <a:solidFill>
                  <a:srgbClr val="3379EB"/>
                </a:solidFill>
                <a:latin typeface="Microsoft YaHei"/>
                <a:ea typeface="Microsoft YaHei"/>
                <a:cs typeface="Microsoft YaHei"/>
              </a:defRPr>
            </a:lvl3pPr>
            <a:lvl4pPr algn="ctr">
              <a:defRPr sz="2100" b="1">
                <a:solidFill>
                  <a:srgbClr val="3379EB"/>
                </a:solidFill>
                <a:latin typeface="Microsoft YaHei"/>
                <a:ea typeface="Microsoft YaHei"/>
                <a:cs typeface="Microsoft YaHei"/>
              </a:defRPr>
            </a:lvl4pPr>
            <a:lvl5pPr algn="ctr">
              <a:defRPr sz="2100" b="1">
                <a:solidFill>
                  <a:srgbClr val="3379EB"/>
                </a:solidFill>
                <a:latin typeface="Microsoft YaHei"/>
                <a:ea typeface="Microsoft YaHei"/>
                <a:cs typeface="Microsoft YaHei"/>
              </a:defRPr>
            </a:lvl5pPr>
            <a:lvl6pPr algn="ctr">
              <a:defRPr sz="2100" b="1">
                <a:solidFill>
                  <a:srgbClr val="3379EB"/>
                </a:solidFill>
                <a:latin typeface="Microsoft YaHei"/>
                <a:ea typeface="Microsoft YaHei"/>
                <a:cs typeface="Microsoft YaHei"/>
              </a:defRPr>
            </a:lvl6pPr>
            <a:lvl7pPr algn="ctr">
              <a:defRPr sz="2100" b="1">
                <a:solidFill>
                  <a:srgbClr val="3379EB"/>
                </a:solidFill>
                <a:latin typeface="Microsoft YaHei"/>
                <a:ea typeface="Microsoft YaHei"/>
                <a:cs typeface="Microsoft YaHei"/>
              </a:defRPr>
            </a:lvl7pPr>
            <a:lvl8pPr algn="ctr">
              <a:defRPr sz="2100" b="1">
                <a:solidFill>
                  <a:srgbClr val="3379EB"/>
                </a:solidFill>
                <a:latin typeface="Microsoft YaHei"/>
                <a:ea typeface="Microsoft YaHei"/>
                <a:cs typeface="Microsoft YaHei"/>
              </a:defRPr>
            </a:lvl8pPr>
            <a:lvl9pPr algn="ctr">
              <a:defRPr sz="2100" b="1">
                <a:solidFill>
                  <a:srgbClr val="3379EB"/>
                </a:solidFill>
                <a:latin typeface="Microsoft YaHei"/>
                <a:ea typeface="Microsoft YaHei"/>
                <a:cs typeface="Microsoft YaHei"/>
              </a:defRPr>
            </a:lvl9pPr>
          </a:lstStyle>
          <a:p xmlns:a="http://schemas.openxmlformats.org/drawingml/2006/main">
            <a:pPr algn="ctr">
              <a:defRPr sz="2100" b="1">
                <a:solidFill>
                  <a:srgbClr val="3379EB"/>
                </a:solidFill>
                <a:latin typeface="Microsoft YaHei"/>
                <a:ea typeface="Microsoft YaHei"/>
                <a:cs typeface="Microsoft YaHei"/>
              </a:defRPr>
            </a:pPr>
            <a:r>
              <a:rPr sz="2100" b="1">
                <a:solidFill>
                  <a:srgbClr val="3379EB"/>
                </a:solidFill>
                <a:latin typeface="Microsoft YaHei"/>
                <a:ea typeface="Microsoft YaHei"/>
                <a:cs typeface="Microsoft YaHei"/>
              </a:rPr>
              <a:t>引擎执行</a:t>
            </a:r>
          </a:p>
        </p:txBody>
      </p:sp>
      <p:sp>
        <p:nvSpPr>
          <p:cNvPr id="7" name="object-92">
            <a:extLst xmlns:a="http://schemas.openxmlformats.org/drawingml/2006/main">
              <a:ext uri="{FF2B5EF4-FFF2-40B4-BE49-F238E27FC236}">
                <a16:creationId xmlns:a16="http://schemas.microsoft.com/office/drawing/2014/main" id="{7A6F93C8-B226-4B97-8533-A755FCF4A5D8}"/>
              </a:ext>
            </a:extLst>
          </p:cNvPr>
          <p:cNvSpPr>
            <a:spLocks xmlns:a="http://schemas.openxmlformats.org/drawingml/2006/main" noGrp="1"/>
          </p:cNvSpPr>
          <p:nvPr/>
        </p:nvSpPr>
        <p:spPr>
          <a:xfrm xmlns:a="http://schemas.openxmlformats.org/drawingml/2006/main">
            <a:off x="9553575" y="2419350"/>
            <a:ext cx="20288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119A92"/>
                </a:solidFill>
                <a:latin typeface="Microsoft YaHei"/>
                <a:ea typeface="Microsoft YaHei"/>
                <a:cs typeface="Microsoft YaHei"/>
              </a:defRPr>
            </a:defPPr>
            <a:lvl1pPr algn="ctr">
              <a:defRPr sz="2100" b="1">
                <a:solidFill>
                  <a:srgbClr val="119A92"/>
                </a:solidFill>
                <a:latin typeface="Microsoft YaHei"/>
                <a:ea typeface="Microsoft YaHei"/>
                <a:cs typeface="Microsoft YaHei"/>
              </a:defRPr>
            </a:lvl1pPr>
            <a:lvl2pPr algn="ctr">
              <a:defRPr sz="2100" b="1">
                <a:solidFill>
                  <a:srgbClr val="119A92"/>
                </a:solidFill>
                <a:latin typeface="Microsoft YaHei"/>
                <a:ea typeface="Microsoft YaHei"/>
                <a:cs typeface="Microsoft YaHei"/>
              </a:defRPr>
            </a:lvl2pPr>
            <a:lvl3pPr algn="ctr">
              <a:defRPr sz="2100" b="1">
                <a:solidFill>
                  <a:srgbClr val="119A92"/>
                </a:solidFill>
                <a:latin typeface="Microsoft YaHei"/>
                <a:ea typeface="Microsoft YaHei"/>
                <a:cs typeface="Microsoft YaHei"/>
              </a:defRPr>
            </a:lvl3pPr>
            <a:lvl4pPr algn="ctr">
              <a:defRPr sz="2100" b="1">
                <a:solidFill>
                  <a:srgbClr val="119A92"/>
                </a:solidFill>
                <a:latin typeface="Microsoft YaHei"/>
                <a:ea typeface="Microsoft YaHei"/>
                <a:cs typeface="Microsoft YaHei"/>
              </a:defRPr>
            </a:lvl4pPr>
            <a:lvl5pPr algn="ctr">
              <a:defRPr sz="2100" b="1">
                <a:solidFill>
                  <a:srgbClr val="119A92"/>
                </a:solidFill>
                <a:latin typeface="Microsoft YaHei"/>
                <a:ea typeface="Microsoft YaHei"/>
                <a:cs typeface="Microsoft YaHei"/>
              </a:defRPr>
            </a:lvl5pPr>
            <a:lvl6pPr algn="ctr">
              <a:defRPr sz="2100" b="1">
                <a:solidFill>
                  <a:srgbClr val="119A92"/>
                </a:solidFill>
                <a:latin typeface="Microsoft YaHei"/>
                <a:ea typeface="Microsoft YaHei"/>
                <a:cs typeface="Microsoft YaHei"/>
              </a:defRPr>
            </a:lvl6pPr>
            <a:lvl7pPr algn="ctr">
              <a:defRPr sz="2100" b="1">
                <a:solidFill>
                  <a:srgbClr val="119A92"/>
                </a:solidFill>
                <a:latin typeface="Microsoft YaHei"/>
                <a:ea typeface="Microsoft YaHei"/>
                <a:cs typeface="Microsoft YaHei"/>
              </a:defRPr>
            </a:lvl7pPr>
            <a:lvl8pPr algn="ctr">
              <a:defRPr sz="2100" b="1">
                <a:solidFill>
                  <a:srgbClr val="119A92"/>
                </a:solidFill>
                <a:latin typeface="Microsoft YaHei"/>
                <a:ea typeface="Microsoft YaHei"/>
                <a:cs typeface="Microsoft YaHei"/>
              </a:defRPr>
            </a:lvl8pPr>
            <a:lvl9pPr algn="ctr">
              <a:defRPr sz="2100" b="1">
                <a:solidFill>
                  <a:srgbClr val="119A92"/>
                </a:solidFill>
                <a:latin typeface="Microsoft YaHei"/>
                <a:ea typeface="Microsoft YaHei"/>
                <a:cs typeface="Microsoft YaHei"/>
              </a:defRPr>
            </a:lvl9pPr>
          </a:lstStyle>
          <a:p xmlns:a="http://schemas.openxmlformats.org/drawingml/2006/main">
            <a:pPr algn="ctr">
              <a:defRPr sz="2100" b="1">
                <a:solidFill>
                  <a:srgbClr val="119A92"/>
                </a:solidFill>
                <a:latin typeface="Microsoft YaHei"/>
                <a:ea typeface="Microsoft YaHei"/>
                <a:cs typeface="Microsoft YaHei"/>
              </a:defRPr>
            </a:pPr>
            <a:r>
              <a:rPr sz="2100" b="1">
                <a:solidFill>
                  <a:srgbClr val="119A92"/>
                </a:solidFill>
                <a:latin typeface="Microsoft YaHei"/>
                <a:ea typeface="Microsoft YaHei"/>
                <a:cs typeface="Microsoft YaHei"/>
              </a:rPr>
              <a:t>设备输出</a:t>
            </a:r>
          </a:p>
        </p:txBody>
      </p:sp>
      <p:sp>
        <p:nvSpPr>
          <p:cNvPr id="8" name="object-93">
            <a:extLst xmlns:a="http://schemas.openxmlformats.org/drawingml/2006/main">
              <a:ext uri="{FF2B5EF4-FFF2-40B4-BE49-F238E27FC236}">
                <a16:creationId xmlns:a16="http://schemas.microsoft.com/office/drawing/2014/main" id="{F627F2DF-13E3-46C1-B2D8-FF62FEB387CE}"/>
              </a:ext>
            </a:extLst>
          </p:cNvPr>
          <p:cNvSpPr>
            <a:spLocks xmlns:a="http://schemas.openxmlformats.org/drawingml/2006/main" noGrp="1"/>
          </p:cNvSpPr>
          <p:nvPr/>
        </p:nvSpPr>
        <p:spPr>
          <a:xfrm xmlns:a="http://schemas.openxmlformats.org/drawingml/2006/main">
            <a:off x="609600" y="3257550"/>
            <a:ext cx="1952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12263B"/>
                </a:solidFill>
                <a:latin typeface="Microsoft YaHei"/>
                <a:ea typeface="Microsoft YaHei"/>
                <a:cs typeface="Microsoft YaHei"/>
              </a:defRPr>
            </a:defPPr>
            <a:lvl1pPr algn="l">
              <a:defRPr sz="2175" b="1">
                <a:solidFill>
                  <a:srgbClr val="12263B"/>
                </a:solidFill>
                <a:latin typeface="Microsoft YaHei"/>
                <a:ea typeface="Microsoft YaHei"/>
                <a:cs typeface="Microsoft YaHei"/>
              </a:defRPr>
            </a:lvl1pPr>
            <a:lvl2pPr algn="l">
              <a:defRPr sz="2175" b="1">
                <a:solidFill>
                  <a:srgbClr val="12263B"/>
                </a:solidFill>
                <a:latin typeface="Microsoft YaHei"/>
                <a:ea typeface="Microsoft YaHei"/>
                <a:cs typeface="Microsoft YaHei"/>
              </a:defRPr>
            </a:lvl2pPr>
            <a:lvl3pPr algn="l">
              <a:defRPr sz="2175" b="1">
                <a:solidFill>
                  <a:srgbClr val="12263B"/>
                </a:solidFill>
                <a:latin typeface="Microsoft YaHei"/>
                <a:ea typeface="Microsoft YaHei"/>
                <a:cs typeface="Microsoft YaHei"/>
              </a:defRPr>
            </a:lvl3pPr>
            <a:lvl4pPr algn="l">
              <a:defRPr sz="2175" b="1">
                <a:solidFill>
                  <a:srgbClr val="12263B"/>
                </a:solidFill>
                <a:latin typeface="Microsoft YaHei"/>
                <a:ea typeface="Microsoft YaHei"/>
                <a:cs typeface="Microsoft YaHei"/>
              </a:defRPr>
            </a:lvl4pPr>
            <a:lvl5pPr algn="l">
              <a:defRPr sz="2175" b="1">
                <a:solidFill>
                  <a:srgbClr val="12263B"/>
                </a:solidFill>
                <a:latin typeface="Microsoft YaHei"/>
                <a:ea typeface="Microsoft YaHei"/>
                <a:cs typeface="Microsoft YaHei"/>
              </a:defRPr>
            </a:lvl5pPr>
            <a:lvl6pPr algn="l">
              <a:defRPr sz="2175" b="1">
                <a:solidFill>
                  <a:srgbClr val="12263B"/>
                </a:solidFill>
                <a:latin typeface="Microsoft YaHei"/>
                <a:ea typeface="Microsoft YaHei"/>
                <a:cs typeface="Microsoft YaHei"/>
              </a:defRPr>
            </a:lvl6pPr>
            <a:lvl7pPr algn="l">
              <a:defRPr sz="2175" b="1">
                <a:solidFill>
                  <a:srgbClr val="12263B"/>
                </a:solidFill>
                <a:latin typeface="Microsoft YaHei"/>
                <a:ea typeface="Microsoft YaHei"/>
                <a:cs typeface="Microsoft YaHei"/>
              </a:defRPr>
            </a:lvl7pPr>
            <a:lvl8pPr algn="l">
              <a:defRPr sz="2175" b="1">
                <a:solidFill>
                  <a:srgbClr val="12263B"/>
                </a:solidFill>
                <a:latin typeface="Microsoft YaHei"/>
                <a:ea typeface="Microsoft YaHei"/>
                <a:cs typeface="Microsoft YaHei"/>
              </a:defRPr>
            </a:lvl8pPr>
            <a:lvl9pPr algn="l">
              <a:defRPr sz="2175" b="1">
                <a:solidFill>
                  <a:srgbClr val="12263B"/>
                </a:solidFill>
                <a:latin typeface="Microsoft YaHei"/>
                <a:ea typeface="Microsoft YaHei"/>
                <a:cs typeface="Microsoft YaHei"/>
              </a:defRPr>
            </a:lvl9pPr>
          </a:lstStyle>
          <a:p xmlns:a="http://schemas.openxmlformats.org/drawingml/2006/main">
            <a:pPr algn="l">
              <a:defRPr sz="2175" b="1">
                <a:solidFill>
                  <a:srgbClr val="12263B"/>
                </a:solidFill>
                <a:latin typeface="Microsoft YaHei"/>
                <a:ea typeface="Microsoft YaHei"/>
                <a:cs typeface="Microsoft YaHei"/>
              </a:defRPr>
            </a:pPr>
            <a:r>
              <a:rPr sz="2175" b="1">
                <a:solidFill>
                  <a:srgbClr val="12263B"/>
                </a:solidFill>
                <a:latin typeface="Microsoft YaHei"/>
                <a:ea typeface="Microsoft YaHei"/>
                <a:cs typeface="Microsoft YaHei"/>
              </a:rPr>
              <a:t>游戏加入</a:t>
            </a:r>
          </a:p>
        </p:txBody>
      </p:sp>
      <p:sp>
        <p:nvSpPr>
          <p:cNvPr id="9" name="object-94">
            <a:extLst xmlns:a="http://schemas.openxmlformats.org/drawingml/2006/main">
              <a:ext uri="{FF2B5EF4-FFF2-40B4-BE49-F238E27FC236}">
                <a16:creationId xmlns:a16="http://schemas.microsoft.com/office/drawing/2014/main" id="{40256D70-4620-4DEC-9E80-3A1F94DA0457}"/>
              </a:ext>
            </a:extLst>
          </p:cNvPr>
          <p:cNvSpPr>
            <a:spLocks xmlns:a="http://schemas.openxmlformats.org/drawingml/2006/main" noGrp="1"/>
          </p:cNvSpPr>
          <p:nvPr/>
        </p:nvSpPr>
        <p:spPr>
          <a:xfrm xmlns:a="http://schemas.openxmlformats.org/drawingml/2006/main">
            <a:off x="2781300" y="3209925"/>
            <a:ext cx="2028825" cy="86677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10" name="object-95">
            <a:extLst xmlns:a="http://schemas.openxmlformats.org/drawingml/2006/main">
              <a:ext uri="{FF2B5EF4-FFF2-40B4-BE49-F238E27FC236}">
                <a16:creationId xmlns:a16="http://schemas.microsoft.com/office/drawing/2014/main" id="{E5732D20-EC92-40E4-BECC-1160C0758899}"/>
              </a:ext>
            </a:extLst>
          </p:cNvPr>
          <p:cNvSpPr>
            <a:spLocks xmlns:a="http://schemas.openxmlformats.org/drawingml/2006/main" noGrp="1"/>
          </p:cNvSpPr>
          <p:nvPr/>
        </p:nvSpPr>
        <p:spPr>
          <a:xfrm xmlns:a="http://schemas.openxmlformats.org/drawingml/2006/main">
            <a:off x="2895600" y="3267075"/>
            <a:ext cx="18002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焦点 / 并发</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通知相关应用</a:t>
            </a:r>
          </a:p>
        </p:txBody>
      </p:sp>
      <p:sp>
        <p:nvSpPr>
          <p:cNvPr id="11" name="object-96">
            <a:extLst xmlns:a="http://schemas.openxmlformats.org/drawingml/2006/main">
              <a:ext uri="{FF2B5EF4-FFF2-40B4-BE49-F238E27FC236}">
                <a16:creationId xmlns:a16="http://schemas.microsoft.com/office/drawing/2014/main" id="{CF0CBA65-9D3B-49F7-9631-D5CFB19BCAF0}"/>
              </a:ext>
            </a:extLst>
          </p:cNvPr>
          <p:cNvSpPr>
            <a:spLocks xmlns:a="http://schemas.openxmlformats.org/drawingml/2006/main" noGrp="1"/>
          </p:cNvSpPr>
          <p:nvPr/>
        </p:nvSpPr>
        <p:spPr>
          <a:xfrm xmlns:a="http://schemas.openxmlformats.org/drawingml/2006/main">
            <a:off x="5038725" y="3209925"/>
            <a:ext cx="2028825" cy="866775"/>
          </a:xfrm>
          <a:prstGeom xmlns:a="http://schemas.openxmlformats.org/drawingml/2006/main" prst="rect">
            <a:avLst/>
          </a:prstGeom>
          <a:solidFill xmlns:a="http://schemas.openxmlformats.org/drawingml/2006/main">
            <a:srgbClr val="12263B"/>
          </a:solidFill>
          <a:ln xmlns:a="http://schemas.openxmlformats.org/drawingml/2006/main" w="0">
            <a:noFill/>
            <a:prstDash val="solid"/>
          </a:ln>
        </p:spPr>
      </p:sp>
      <p:sp>
        <p:nvSpPr>
          <p:cNvPr id="12" name="object-97">
            <a:extLst xmlns:a="http://schemas.openxmlformats.org/drawingml/2006/main">
              <a:ext uri="{FF2B5EF4-FFF2-40B4-BE49-F238E27FC236}">
                <a16:creationId xmlns:a16="http://schemas.microsoft.com/office/drawing/2014/main" id="{EDAA807A-1C36-497C-ACDF-B2410884A204}"/>
              </a:ext>
            </a:extLst>
          </p:cNvPr>
          <p:cNvSpPr>
            <a:spLocks xmlns:a="http://schemas.openxmlformats.org/drawingml/2006/main" noGrp="1"/>
          </p:cNvSpPr>
          <p:nvPr/>
        </p:nvSpPr>
        <p:spPr>
          <a:xfrm xmlns:a="http://schemas.openxmlformats.org/drawingml/2006/main">
            <a:off x="5153025" y="3267075"/>
            <a:ext cx="18002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协调流的</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启动与状态</a:t>
            </a:r>
          </a:p>
        </p:txBody>
      </p:sp>
      <p:sp>
        <p:nvSpPr>
          <p:cNvPr id="13" name="object-98">
            <a:extLst xmlns:a="http://schemas.openxmlformats.org/drawingml/2006/main">
              <a:ext uri="{FF2B5EF4-FFF2-40B4-BE49-F238E27FC236}">
                <a16:creationId xmlns:a16="http://schemas.microsoft.com/office/drawing/2014/main" id="{BB0F11E7-3F20-4116-9249-0A8F0216AFFF}"/>
              </a:ext>
            </a:extLst>
          </p:cNvPr>
          <p:cNvSpPr>
            <a:spLocks xmlns:a="http://schemas.openxmlformats.org/drawingml/2006/main" noGrp="1"/>
          </p:cNvSpPr>
          <p:nvPr/>
        </p:nvSpPr>
        <p:spPr>
          <a:xfrm xmlns:a="http://schemas.openxmlformats.org/drawingml/2006/main">
            <a:off x="7296150" y="3209925"/>
            <a:ext cx="2028825" cy="86677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14" name="object-99">
            <a:extLst xmlns:a="http://schemas.openxmlformats.org/drawingml/2006/main">
              <a:ext uri="{FF2B5EF4-FFF2-40B4-BE49-F238E27FC236}">
                <a16:creationId xmlns:a16="http://schemas.microsoft.com/office/drawing/2014/main" id="{0AC3FC35-BC7F-450E-A520-214EAEDFBD3D}"/>
              </a:ext>
            </a:extLst>
          </p:cNvPr>
          <p:cNvSpPr>
            <a:spLocks xmlns:a="http://schemas.openxmlformats.org/drawingml/2006/main" noGrp="1"/>
          </p:cNvSpPr>
          <p:nvPr/>
        </p:nvSpPr>
        <p:spPr>
          <a:xfrm xmlns:a="http://schemas.openxmlformats.org/drawingml/2006/main">
            <a:off x="7410450" y="3267075"/>
            <a:ext cx="18002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连接允许播放</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的输入节点</a:t>
            </a:r>
          </a:p>
        </p:txBody>
      </p:sp>
      <p:sp>
        <p:nvSpPr>
          <p:cNvPr id="15" name="object-100">
            <a:extLst xmlns:a="http://schemas.openxmlformats.org/drawingml/2006/main">
              <a:ext uri="{FF2B5EF4-FFF2-40B4-BE49-F238E27FC236}">
                <a16:creationId xmlns:a16="http://schemas.microsoft.com/office/drawing/2014/main" id="{E09E7496-A635-4A43-B47C-316414ADEC7E}"/>
              </a:ext>
            </a:extLst>
          </p:cNvPr>
          <p:cNvSpPr>
            <a:spLocks xmlns:a="http://schemas.openxmlformats.org/drawingml/2006/main" noGrp="1"/>
          </p:cNvSpPr>
          <p:nvPr/>
        </p:nvSpPr>
        <p:spPr>
          <a:xfrm xmlns:a="http://schemas.openxmlformats.org/drawingml/2006/main">
            <a:off x="9553575" y="3209925"/>
            <a:ext cx="2028825" cy="866775"/>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16" name="object-101">
            <a:extLst xmlns:a="http://schemas.openxmlformats.org/drawingml/2006/main">
              <a:ext uri="{FF2B5EF4-FFF2-40B4-BE49-F238E27FC236}">
                <a16:creationId xmlns:a16="http://schemas.microsoft.com/office/drawing/2014/main" id="{CE7B28A4-F721-448B-B4CC-6DBF3B175D1B}"/>
              </a:ext>
            </a:extLst>
          </p:cNvPr>
          <p:cNvSpPr>
            <a:spLocks xmlns:a="http://schemas.openxmlformats.org/drawingml/2006/main" noGrp="1"/>
          </p:cNvSpPr>
          <p:nvPr/>
        </p:nvSpPr>
        <p:spPr>
          <a:xfrm xmlns:a="http://schemas.openxmlformats.org/drawingml/2006/main">
            <a:off x="9667875" y="3267075"/>
            <a:ext cx="18002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持续消费</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处理结果</a:t>
            </a:r>
          </a:p>
        </p:txBody>
      </p:sp>
      <p:sp>
        <p:nvSpPr>
          <p:cNvPr id="17" name="line-102">
            <a:extLst xmlns:a="http://schemas.openxmlformats.org/drawingml/2006/main">
              <a:ext uri="{FF2B5EF4-FFF2-40B4-BE49-F238E27FC236}">
                <a16:creationId xmlns:a16="http://schemas.microsoft.com/office/drawing/2014/main" id="{153EAAD7-9DB4-4D42-A586-7255BADA1BD1}"/>
              </a:ext>
            </a:extLst>
          </p:cNvPr>
          <p:cNvSpPr>
            <a:spLocks xmlns:a="http://schemas.openxmlformats.org/drawingml/2006/main" noGrp="1"/>
          </p:cNvSpPr>
          <p:nvPr/>
        </p:nvSpPr>
        <p:spPr>
          <a:xfrm xmlns:a="http://schemas.openxmlformats.org/drawingml/2006/main">
            <a:off x="4848225" y="363855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18" name="line-103">
            <a:extLst xmlns:a="http://schemas.openxmlformats.org/drawingml/2006/main">
              <a:ext uri="{FF2B5EF4-FFF2-40B4-BE49-F238E27FC236}">
                <a16:creationId xmlns:a16="http://schemas.microsoft.com/office/drawing/2014/main" id="{56A410D4-B1B2-4165-8E65-76BBD16A710D}"/>
              </a:ext>
            </a:extLst>
          </p:cNvPr>
          <p:cNvSpPr>
            <a:spLocks xmlns:a="http://schemas.openxmlformats.org/drawingml/2006/main" noGrp="1"/>
          </p:cNvSpPr>
          <p:nvPr/>
        </p:nvSpPr>
        <p:spPr>
          <a:xfrm xmlns:a="http://schemas.openxmlformats.org/drawingml/2006/main">
            <a:off x="4905332" y="36385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9" name="line-104">
            <a:extLst xmlns:a="http://schemas.openxmlformats.org/drawingml/2006/main">
              <a:ext uri="{FF2B5EF4-FFF2-40B4-BE49-F238E27FC236}">
                <a16:creationId xmlns:a16="http://schemas.microsoft.com/office/drawing/2014/main" id="{4E1192B9-02DA-49AD-AD9E-E390F8491627}"/>
              </a:ext>
            </a:extLst>
          </p:cNvPr>
          <p:cNvSpPr>
            <a:spLocks xmlns:a="http://schemas.openxmlformats.org/drawingml/2006/main" noGrp="1"/>
          </p:cNvSpPr>
          <p:nvPr/>
        </p:nvSpPr>
        <p:spPr>
          <a:xfrm xmlns:a="http://schemas.openxmlformats.org/drawingml/2006/main">
            <a:off x="4905332" y="35971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0" name="line-105">
            <a:extLst xmlns:a="http://schemas.openxmlformats.org/drawingml/2006/main">
              <a:ext uri="{FF2B5EF4-FFF2-40B4-BE49-F238E27FC236}">
                <a16:creationId xmlns:a16="http://schemas.microsoft.com/office/drawing/2014/main" id="{E605C81C-5F1E-4833-9D55-40EEDE7FB1D9}"/>
              </a:ext>
            </a:extLst>
          </p:cNvPr>
          <p:cNvSpPr>
            <a:spLocks xmlns:a="http://schemas.openxmlformats.org/drawingml/2006/main" noGrp="1"/>
          </p:cNvSpPr>
          <p:nvPr/>
        </p:nvSpPr>
        <p:spPr>
          <a:xfrm xmlns:a="http://schemas.openxmlformats.org/drawingml/2006/main">
            <a:off x="7105650" y="363855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21" name="line-106">
            <a:extLst xmlns:a="http://schemas.openxmlformats.org/drawingml/2006/main">
              <a:ext uri="{FF2B5EF4-FFF2-40B4-BE49-F238E27FC236}">
                <a16:creationId xmlns:a16="http://schemas.microsoft.com/office/drawing/2014/main" id="{075B1714-DA3F-4D30-A9F6-94B472E5F344}"/>
              </a:ext>
            </a:extLst>
          </p:cNvPr>
          <p:cNvSpPr>
            <a:spLocks xmlns:a="http://schemas.openxmlformats.org/drawingml/2006/main" noGrp="1"/>
          </p:cNvSpPr>
          <p:nvPr/>
        </p:nvSpPr>
        <p:spPr>
          <a:xfrm xmlns:a="http://schemas.openxmlformats.org/drawingml/2006/main">
            <a:off x="7162757" y="36385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2" name="line-107">
            <a:extLst xmlns:a="http://schemas.openxmlformats.org/drawingml/2006/main">
              <a:ext uri="{FF2B5EF4-FFF2-40B4-BE49-F238E27FC236}">
                <a16:creationId xmlns:a16="http://schemas.microsoft.com/office/drawing/2014/main" id="{50A4D4A5-8F8E-4958-88A7-E76EA33FBA24}"/>
              </a:ext>
            </a:extLst>
          </p:cNvPr>
          <p:cNvSpPr>
            <a:spLocks xmlns:a="http://schemas.openxmlformats.org/drawingml/2006/main" noGrp="1"/>
          </p:cNvSpPr>
          <p:nvPr/>
        </p:nvSpPr>
        <p:spPr>
          <a:xfrm xmlns:a="http://schemas.openxmlformats.org/drawingml/2006/main">
            <a:off x="7162757" y="35971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3" name="line-108">
            <a:extLst xmlns:a="http://schemas.openxmlformats.org/drawingml/2006/main">
              <a:ext uri="{FF2B5EF4-FFF2-40B4-BE49-F238E27FC236}">
                <a16:creationId xmlns:a16="http://schemas.microsoft.com/office/drawing/2014/main" id="{DA08E7E3-CD55-4D05-B27B-BE06C53168F4}"/>
              </a:ext>
            </a:extLst>
          </p:cNvPr>
          <p:cNvSpPr>
            <a:spLocks xmlns:a="http://schemas.openxmlformats.org/drawingml/2006/main" noGrp="1"/>
          </p:cNvSpPr>
          <p:nvPr/>
        </p:nvSpPr>
        <p:spPr>
          <a:xfrm xmlns:a="http://schemas.openxmlformats.org/drawingml/2006/main">
            <a:off x="9363075" y="363855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24" name="line-109">
            <a:extLst xmlns:a="http://schemas.openxmlformats.org/drawingml/2006/main">
              <a:ext uri="{FF2B5EF4-FFF2-40B4-BE49-F238E27FC236}">
                <a16:creationId xmlns:a16="http://schemas.microsoft.com/office/drawing/2014/main" id="{2999990E-88C6-46BA-8A94-4D22A6066A72}"/>
              </a:ext>
            </a:extLst>
          </p:cNvPr>
          <p:cNvSpPr>
            <a:spLocks xmlns:a="http://schemas.openxmlformats.org/drawingml/2006/main" noGrp="1"/>
          </p:cNvSpPr>
          <p:nvPr/>
        </p:nvSpPr>
        <p:spPr>
          <a:xfrm xmlns:a="http://schemas.openxmlformats.org/drawingml/2006/main">
            <a:off x="9420182" y="36385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5" name="line-110">
            <a:extLst xmlns:a="http://schemas.openxmlformats.org/drawingml/2006/main">
              <a:ext uri="{FF2B5EF4-FFF2-40B4-BE49-F238E27FC236}">
                <a16:creationId xmlns:a16="http://schemas.microsoft.com/office/drawing/2014/main" id="{76687BE2-7AE2-4A68-9FBB-F100CDFD58D9}"/>
              </a:ext>
            </a:extLst>
          </p:cNvPr>
          <p:cNvSpPr>
            <a:spLocks xmlns:a="http://schemas.openxmlformats.org/drawingml/2006/main" noGrp="1"/>
          </p:cNvSpPr>
          <p:nvPr/>
        </p:nvSpPr>
        <p:spPr>
          <a:xfrm xmlns:a="http://schemas.openxmlformats.org/drawingml/2006/main">
            <a:off x="9420182" y="35971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6" name="object-111">
            <a:extLst xmlns:a="http://schemas.openxmlformats.org/drawingml/2006/main">
              <a:ext uri="{FF2B5EF4-FFF2-40B4-BE49-F238E27FC236}">
                <a16:creationId xmlns:a16="http://schemas.microsoft.com/office/drawing/2014/main" id="{D1EE0767-5BB5-41CF-9088-6CF5DC4D8777}"/>
              </a:ext>
            </a:extLst>
          </p:cNvPr>
          <p:cNvSpPr>
            <a:spLocks xmlns:a="http://schemas.openxmlformats.org/drawingml/2006/main" noGrp="1"/>
          </p:cNvSpPr>
          <p:nvPr/>
        </p:nvSpPr>
        <p:spPr>
          <a:xfrm xmlns:a="http://schemas.openxmlformats.org/drawingml/2006/main">
            <a:off x="609600" y="4810125"/>
            <a:ext cx="1952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12263B"/>
                </a:solidFill>
                <a:latin typeface="Microsoft YaHei"/>
                <a:ea typeface="Microsoft YaHei"/>
                <a:cs typeface="Microsoft YaHei"/>
              </a:defRPr>
            </a:defPPr>
            <a:lvl1pPr algn="l">
              <a:defRPr sz="2175" b="1">
                <a:solidFill>
                  <a:srgbClr val="12263B"/>
                </a:solidFill>
                <a:latin typeface="Microsoft YaHei"/>
                <a:ea typeface="Microsoft YaHei"/>
                <a:cs typeface="Microsoft YaHei"/>
              </a:defRPr>
            </a:lvl1pPr>
            <a:lvl2pPr algn="l">
              <a:defRPr sz="2175" b="1">
                <a:solidFill>
                  <a:srgbClr val="12263B"/>
                </a:solidFill>
                <a:latin typeface="Microsoft YaHei"/>
                <a:ea typeface="Microsoft YaHei"/>
                <a:cs typeface="Microsoft YaHei"/>
              </a:defRPr>
            </a:lvl2pPr>
            <a:lvl3pPr algn="l">
              <a:defRPr sz="2175" b="1">
                <a:solidFill>
                  <a:srgbClr val="12263B"/>
                </a:solidFill>
                <a:latin typeface="Microsoft YaHei"/>
                <a:ea typeface="Microsoft YaHei"/>
                <a:cs typeface="Microsoft YaHei"/>
              </a:defRPr>
            </a:lvl3pPr>
            <a:lvl4pPr algn="l">
              <a:defRPr sz="2175" b="1">
                <a:solidFill>
                  <a:srgbClr val="12263B"/>
                </a:solidFill>
                <a:latin typeface="Microsoft YaHei"/>
                <a:ea typeface="Microsoft YaHei"/>
                <a:cs typeface="Microsoft YaHei"/>
              </a:defRPr>
            </a:lvl4pPr>
            <a:lvl5pPr algn="l">
              <a:defRPr sz="2175" b="1">
                <a:solidFill>
                  <a:srgbClr val="12263B"/>
                </a:solidFill>
                <a:latin typeface="Microsoft YaHei"/>
                <a:ea typeface="Microsoft YaHei"/>
                <a:cs typeface="Microsoft YaHei"/>
              </a:defRPr>
            </a:lvl5pPr>
            <a:lvl6pPr algn="l">
              <a:defRPr sz="2175" b="1">
                <a:solidFill>
                  <a:srgbClr val="12263B"/>
                </a:solidFill>
                <a:latin typeface="Microsoft YaHei"/>
                <a:ea typeface="Microsoft YaHei"/>
                <a:cs typeface="Microsoft YaHei"/>
              </a:defRPr>
            </a:lvl6pPr>
            <a:lvl7pPr algn="l">
              <a:defRPr sz="2175" b="1">
                <a:solidFill>
                  <a:srgbClr val="12263B"/>
                </a:solidFill>
                <a:latin typeface="Microsoft YaHei"/>
                <a:ea typeface="Microsoft YaHei"/>
                <a:cs typeface="Microsoft YaHei"/>
              </a:defRPr>
            </a:lvl7pPr>
            <a:lvl8pPr algn="l">
              <a:defRPr sz="2175" b="1">
                <a:solidFill>
                  <a:srgbClr val="12263B"/>
                </a:solidFill>
                <a:latin typeface="Microsoft YaHei"/>
                <a:ea typeface="Microsoft YaHei"/>
                <a:cs typeface="Microsoft YaHei"/>
              </a:defRPr>
            </a:lvl8pPr>
            <a:lvl9pPr algn="l">
              <a:defRPr sz="2175" b="1">
                <a:solidFill>
                  <a:srgbClr val="12263B"/>
                </a:solidFill>
                <a:latin typeface="Microsoft YaHei"/>
                <a:ea typeface="Microsoft YaHei"/>
                <a:cs typeface="Microsoft YaHei"/>
              </a:defRPr>
            </a:lvl9pPr>
          </a:lstStyle>
          <a:p xmlns:a="http://schemas.openxmlformats.org/drawingml/2006/main">
            <a:pPr algn="l">
              <a:defRPr sz="2175" b="1">
                <a:solidFill>
                  <a:srgbClr val="12263B"/>
                </a:solidFill>
                <a:latin typeface="Microsoft YaHei"/>
                <a:ea typeface="Microsoft YaHei"/>
                <a:cs typeface="Microsoft YaHei"/>
              </a:defRPr>
            </a:pPr>
            <a:r>
              <a:rPr sz="2175" b="1">
                <a:solidFill>
                  <a:srgbClr val="12263B"/>
                </a:solidFill>
                <a:latin typeface="Microsoft YaHei"/>
                <a:ea typeface="Microsoft YaHei"/>
                <a:cs typeface="Microsoft YaHei"/>
              </a:rPr>
              <a:t>切到耳机</a:t>
            </a:r>
          </a:p>
        </p:txBody>
      </p:sp>
      <p:sp>
        <p:nvSpPr>
          <p:cNvPr id="27" name="object-112">
            <a:extLst xmlns:a="http://schemas.openxmlformats.org/drawingml/2006/main">
              <a:ext uri="{FF2B5EF4-FFF2-40B4-BE49-F238E27FC236}">
                <a16:creationId xmlns:a16="http://schemas.microsoft.com/office/drawing/2014/main" id="{29CE8B95-4B4D-4A5C-8C09-5B97700A61B9}"/>
              </a:ext>
            </a:extLst>
          </p:cNvPr>
          <p:cNvSpPr>
            <a:spLocks xmlns:a="http://schemas.openxmlformats.org/drawingml/2006/main" noGrp="1"/>
          </p:cNvSpPr>
          <p:nvPr/>
        </p:nvSpPr>
        <p:spPr>
          <a:xfrm xmlns:a="http://schemas.openxmlformats.org/drawingml/2006/main">
            <a:off x="2781300" y="4762500"/>
            <a:ext cx="2028825" cy="86677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28" name="object-113">
            <a:extLst xmlns:a="http://schemas.openxmlformats.org/drawingml/2006/main">
              <a:ext uri="{FF2B5EF4-FFF2-40B4-BE49-F238E27FC236}">
                <a16:creationId xmlns:a16="http://schemas.microsoft.com/office/drawing/2014/main" id="{8B9B4BAB-444C-47F7-BDA4-33C5BF12D503}"/>
              </a:ext>
            </a:extLst>
          </p:cNvPr>
          <p:cNvSpPr>
            <a:spLocks xmlns:a="http://schemas.openxmlformats.org/drawingml/2006/main" noGrp="1"/>
          </p:cNvSpPr>
          <p:nvPr/>
        </p:nvSpPr>
        <p:spPr>
          <a:xfrm xmlns:a="http://schemas.openxmlformats.org/drawingml/2006/main">
            <a:off x="2895600" y="4819650"/>
            <a:ext cx="18002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可用设备</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路由选择</a:t>
            </a:r>
          </a:p>
        </p:txBody>
      </p:sp>
      <p:sp>
        <p:nvSpPr>
          <p:cNvPr id="29" name="object-114">
            <a:extLst xmlns:a="http://schemas.openxmlformats.org/drawingml/2006/main">
              <a:ext uri="{FF2B5EF4-FFF2-40B4-BE49-F238E27FC236}">
                <a16:creationId xmlns:a16="http://schemas.microsoft.com/office/drawing/2014/main" id="{CDC31C16-8B95-4055-827C-89672AB4FAC7}"/>
              </a:ext>
            </a:extLst>
          </p:cNvPr>
          <p:cNvSpPr>
            <a:spLocks xmlns:a="http://schemas.openxmlformats.org/drawingml/2006/main" noGrp="1"/>
          </p:cNvSpPr>
          <p:nvPr/>
        </p:nvSpPr>
        <p:spPr>
          <a:xfrm xmlns:a="http://schemas.openxmlformats.org/drawingml/2006/main">
            <a:off x="5038725" y="4762500"/>
            <a:ext cx="2028825" cy="866775"/>
          </a:xfrm>
          <a:prstGeom xmlns:a="http://schemas.openxmlformats.org/drawingml/2006/main" prst="rect">
            <a:avLst/>
          </a:prstGeom>
          <a:solidFill xmlns:a="http://schemas.openxmlformats.org/drawingml/2006/main">
            <a:srgbClr val="12263B"/>
          </a:solidFill>
          <a:ln xmlns:a="http://schemas.openxmlformats.org/drawingml/2006/main" w="0">
            <a:noFill/>
            <a:prstDash val="solid"/>
          </a:ln>
        </p:spPr>
      </p:sp>
      <p:sp>
        <p:nvSpPr>
          <p:cNvPr id="30" name="object-115">
            <a:extLst xmlns:a="http://schemas.openxmlformats.org/drawingml/2006/main">
              <a:ext uri="{FF2B5EF4-FFF2-40B4-BE49-F238E27FC236}">
                <a16:creationId xmlns:a16="http://schemas.microsoft.com/office/drawing/2014/main" id="{1E1DFE3D-4071-4055-89CD-FE79C9E53DA3}"/>
              </a:ext>
            </a:extLst>
          </p:cNvPr>
          <p:cNvSpPr>
            <a:spLocks xmlns:a="http://schemas.openxmlformats.org/drawingml/2006/main" noGrp="1"/>
          </p:cNvSpPr>
          <p:nvPr/>
        </p:nvSpPr>
        <p:spPr>
          <a:xfrm xmlns:a="http://schemas.openxmlformats.org/drawingml/2006/main">
            <a:off x="5153025" y="4819650"/>
            <a:ext cx="18002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协调资源</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与状态衔接</a:t>
            </a:r>
          </a:p>
        </p:txBody>
      </p:sp>
      <p:sp>
        <p:nvSpPr>
          <p:cNvPr id="31" name="object-116">
            <a:extLst xmlns:a="http://schemas.openxmlformats.org/drawingml/2006/main">
              <a:ext uri="{FF2B5EF4-FFF2-40B4-BE49-F238E27FC236}">
                <a16:creationId xmlns:a16="http://schemas.microsoft.com/office/drawing/2014/main" id="{0335FFCA-92B3-415B-89C4-C4457011F0B7}"/>
              </a:ext>
            </a:extLst>
          </p:cNvPr>
          <p:cNvSpPr>
            <a:spLocks xmlns:a="http://schemas.openxmlformats.org/drawingml/2006/main" noGrp="1"/>
          </p:cNvSpPr>
          <p:nvPr/>
        </p:nvSpPr>
        <p:spPr>
          <a:xfrm xmlns:a="http://schemas.openxmlformats.org/drawingml/2006/main">
            <a:off x="7296150" y="4762500"/>
            <a:ext cx="2028825" cy="86677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32" name="object-117">
            <a:extLst xmlns:a="http://schemas.openxmlformats.org/drawingml/2006/main">
              <a:ext uri="{FF2B5EF4-FFF2-40B4-BE49-F238E27FC236}">
                <a16:creationId xmlns:a16="http://schemas.microsoft.com/office/drawing/2014/main" id="{DE0C23F2-DCAE-4652-AF69-26B30A0A4ADD}"/>
              </a:ext>
            </a:extLst>
          </p:cNvPr>
          <p:cNvSpPr>
            <a:spLocks xmlns:a="http://schemas.openxmlformats.org/drawingml/2006/main" noGrp="1"/>
          </p:cNvSpPr>
          <p:nvPr/>
        </p:nvSpPr>
        <p:spPr>
          <a:xfrm xmlns:a="http://schemas.openxmlformats.org/drawingml/2006/main">
            <a:off x="7410450" y="4819650"/>
            <a:ext cx="18002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移动输入</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适配新处理图</a:t>
            </a:r>
          </a:p>
        </p:txBody>
      </p:sp>
      <p:sp>
        <p:nvSpPr>
          <p:cNvPr id="33" name="object-118">
            <a:extLst xmlns:a="http://schemas.openxmlformats.org/drawingml/2006/main">
              <a:ext uri="{FF2B5EF4-FFF2-40B4-BE49-F238E27FC236}">
                <a16:creationId xmlns:a16="http://schemas.microsoft.com/office/drawing/2014/main" id="{E9AC84A4-A349-44B5-8A1B-D979D553EDDD}"/>
              </a:ext>
            </a:extLst>
          </p:cNvPr>
          <p:cNvSpPr>
            <a:spLocks xmlns:a="http://schemas.openxmlformats.org/drawingml/2006/main" noGrp="1"/>
          </p:cNvSpPr>
          <p:nvPr/>
        </p:nvSpPr>
        <p:spPr>
          <a:xfrm xmlns:a="http://schemas.openxmlformats.org/drawingml/2006/main">
            <a:off x="9553575" y="4762500"/>
            <a:ext cx="2028825" cy="866775"/>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34" name="object-119">
            <a:extLst xmlns:a="http://schemas.openxmlformats.org/drawingml/2006/main">
              <a:ext uri="{FF2B5EF4-FFF2-40B4-BE49-F238E27FC236}">
                <a16:creationId xmlns:a16="http://schemas.microsoft.com/office/drawing/2014/main" id="{C4F98D49-A118-4916-95F3-EE501B124F50}"/>
              </a:ext>
            </a:extLst>
          </p:cNvPr>
          <p:cNvSpPr>
            <a:spLocks xmlns:a="http://schemas.openxmlformats.org/drawingml/2006/main" noGrp="1"/>
          </p:cNvSpPr>
          <p:nvPr/>
        </p:nvSpPr>
        <p:spPr>
          <a:xfrm xmlns:a="http://schemas.openxmlformats.org/drawingml/2006/main">
            <a:off x="9667875" y="4819650"/>
            <a:ext cx="18002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准备目标输出</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提交声音</a:t>
            </a:r>
          </a:p>
        </p:txBody>
      </p:sp>
      <p:sp>
        <p:nvSpPr>
          <p:cNvPr id="35" name="line-120">
            <a:extLst xmlns:a="http://schemas.openxmlformats.org/drawingml/2006/main">
              <a:ext uri="{FF2B5EF4-FFF2-40B4-BE49-F238E27FC236}">
                <a16:creationId xmlns:a16="http://schemas.microsoft.com/office/drawing/2014/main" id="{500CDE8C-0671-4765-A154-603F8C8F9AAF}"/>
              </a:ext>
            </a:extLst>
          </p:cNvPr>
          <p:cNvSpPr>
            <a:spLocks xmlns:a="http://schemas.openxmlformats.org/drawingml/2006/main" noGrp="1"/>
          </p:cNvSpPr>
          <p:nvPr/>
        </p:nvSpPr>
        <p:spPr>
          <a:xfrm xmlns:a="http://schemas.openxmlformats.org/drawingml/2006/main">
            <a:off x="4848225" y="51911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36" name="line-121">
            <a:extLst xmlns:a="http://schemas.openxmlformats.org/drawingml/2006/main">
              <a:ext uri="{FF2B5EF4-FFF2-40B4-BE49-F238E27FC236}">
                <a16:creationId xmlns:a16="http://schemas.microsoft.com/office/drawing/2014/main" id="{53B73A20-F860-4683-A19F-DA82FEB55645}"/>
              </a:ext>
            </a:extLst>
          </p:cNvPr>
          <p:cNvSpPr>
            <a:spLocks xmlns:a="http://schemas.openxmlformats.org/drawingml/2006/main" noGrp="1"/>
          </p:cNvSpPr>
          <p:nvPr/>
        </p:nvSpPr>
        <p:spPr>
          <a:xfrm xmlns:a="http://schemas.openxmlformats.org/drawingml/2006/main">
            <a:off x="4905332" y="51911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7" name="line-122">
            <a:extLst xmlns:a="http://schemas.openxmlformats.org/drawingml/2006/main">
              <a:ext uri="{FF2B5EF4-FFF2-40B4-BE49-F238E27FC236}">
                <a16:creationId xmlns:a16="http://schemas.microsoft.com/office/drawing/2014/main" id="{1D5CB7C2-E7D9-4402-8132-013D5285DB8A}"/>
              </a:ext>
            </a:extLst>
          </p:cNvPr>
          <p:cNvSpPr>
            <a:spLocks xmlns:a="http://schemas.openxmlformats.org/drawingml/2006/main" noGrp="1"/>
          </p:cNvSpPr>
          <p:nvPr/>
        </p:nvSpPr>
        <p:spPr>
          <a:xfrm xmlns:a="http://schemas.openxmlformats.org/drawingml/2006/main">
            <a:off x="4905332" y="51496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8" name="line-123">
            <a:extLst xmlns:a="http://schemas.openxmlformats.org/drawingml/2006/main">
              <a:ext uri="{FF2B5EF4-FFF2-40B4-BE49-F238E27FC236}">
                <a16:creationId xmlns:a16="http://schemas.microsoft.com/office/drawing/2014/main" id="{5A6997B9-1849-48BC-BE5B-886BCECE5891}"/>
              </a:ext>
            </a:extLst>
          </p:cNvPr>
          <p:cNvSpPr>
            <a:spLocks xmlns:a="http://schemas.openxmlformats.org/drawingml/2006/main" noGrp="1"/>
          </p:cNvSpPr>
          <p:nvPr/>
        </p:nvSpPr>
        <p:spPr>
          <a:xfrm xmlns:a="http://schemas.openxmlformats.org/drawingml/2006/main">
            <a:off x="7105650" y="51911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39" name="line-124">
            <a:extLst xmlns:a="http://schemas.openxmlformats.org/drawingml/2006/main">
              <a:ext uri="{FF2B5EF4-FFF2-40B4-BE49-F238E27FC236}">
                <a16:creationId xmlns:a16="http://schemas.microsoft.com/office/drawing/2014/main" id="{27C71D1B-92E7-4C7F-9161-170B76965DB0}"/>
              </a:ext>
            </a:extLst>
          </p:cNvPr>
          <p:cNvSpPr>
            <a:spLocks xmlns:a="http://schemas.openxmlformats.org/drawingml/2006/main" noGrp="1"/>
          </p:cNvSpPr>
          <p:nvPr/>
        </p:nvSpPr>
        <p:spPr>
          <a:xfrm xmlns:a="http://schemas.openxmlformats.org/drawingml/2006/main">
            <a:off x="7162757" y="51911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40" name="line-125">
            <a:extLst xmlns:a="http://schemas.openxmlformats.org/drawingml/2006/main">
              <a:ext uri="{FF2B5EF4-FFF2-40B4-BE49-F238E27FC236}">
                <a16:creationId xmlns:a16="http://schemas.microsoft.com/office/drawing/2014/main" id="{F429A5F8-2651-42E7-82AE-062104B0D3E7}"/>
              </a:ext>
            </a:extLst>
          </p:cNvPr>
          <p:cNvSpPr>
            <a:spLocks xmlns:a="http://schemas.openxmlformats.org/drawingml/2006/main" noGrp="1"/>
          </p:cNvSpPr>
          <p:nvPr/>
        </p:nvSpPr>
        <p:spPr>
          <a:xfrm xmlns:a="http://schemas.openxmlformats.org/drawingml/2006/main">
            <a:off x="7162757" y="51496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41" name="line-126">
            <a:extLst xmlns:a="http://schemas.openxmlformats.org/drawingml/2006/main">
              <a:ext uri="{FF2B5EF4-FFF2-40B4-BE49-F238E27FC236}">
                <a16:creationId xmlns:a16="http://schemas.microsoft.com/office/drawing/2014/main" id="{5F7AD4C4-B071-4C87-9632-01315BEF8A08}"/>
              </a:ext>
            </a:extLst>
          </p:cNvPr>
          <p:cNvSpPr>
            <a:spLocks xmlns:a="http://schemas.openxmlformats.org/drawingml/2006/main" noGrp="1"/>
          </p:cNvSpPr>
          <p:nvPr/>
        </p:nvSpPr>
        <p:spPr>
          <a:xfrm xmlns:a="http://schemas.openxmlformats.org/drawingml/2006/main">
            <a:off x="9363075" y="5191125"/>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42" name="line-127">
            <a:extLst xmlns:a="http://schemas.openxmlformats.org/drawingml/2006/main">
              <a:ext uri="{FF2B5EF4-FFF2-40B4-BE49-F238E27FC236}">
                <a16:creationId xmlns:a16="http://schemas.microsoft.com/office/drawing/2014/main" id="{B30E029F-03CF-4132-9B91-288831459B1E}"/>
              </a:ext>
            </a:extLst>
          </p:cNvPr>
          <p:cNvSpPr>
            <a:spLocks xmlns:a="http://schemas.openxmlformats.org/drawingml/2006/main" noGrp="1"/>
          </p:cNvSpPr>
          <p:nvPr/>
        </p:nvSpPr>
        <p:spPr>
          <a:xfrm xmlns:a="http://schemas.openxmlformats.org/drawingml/2006/main">
            <a:off x="9420182" y="51911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43" name="line-128">
            <a:extLst xmlns:a="http://schemas.openxmlformats.org/drawingml/2006/main">
              <a:ext uri="{FF2B5EF4-FFF2-40B4-BE49-F238E27FC236}">
                <a16:creationId xmlns:a16="http://schemas.microsoft.com/office/drawing/2014/main" id="{6ED0854A-76D1-454B-85B3-943C90EF92F7}"/>
              </a:ext>
            </a:extLst>
          </p:cNvPr>
          <p:cNvSpPr>
            <a:spLocks xmlns:a="http://schemas.openxmlformats.org/drawingml/2006/main" noGrp="1"/>
          </p:cNvSpPr>
          <p:nvPr/>
        </p:nvSpPr>
        <p:spPr>
          <a:xfrm xmlns:a="http://schemas.openxmlformats.org/drawingml/2006/main">
            <a:off x="9420182" y="51496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44" name="object-129">
            <a:extLst xmlns:a="http://schemas.openxmlformats.org/drawingml/2006/main">
              <a:ext uri="{FF2B5EF4-FFF2-40B4-BE49-F238E27FC236}">
                <a16:creationId xmlns:a16="http://schemas.microsoft.com/office/drawing/2014/main" id="{3BA10151-CE66-4FDE-B4CD-EA6CD02E86B3}"/>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职责关系示意，非完整时序；游戏并发规则与设备可用性取决于具体配置</a:t>
            </a:r>
          </a:p>
        </p:txBody>
      </p:sp>
      <p:sp>
        <p:nvSpPr>
          <p:cNvPr id="45" name="object-130">
            <a:extLst xmlns:a="http://schemas.openxmlformats.org/drawingml/2006/main">
              <a:ext uri="{FF2B5EF4-FFF2-40B4-BE49-F238E27FC236}">
                <a16:creationId xmlns:a16="http://schemas.microsoft.com/office/drawing/2014/main" id="{94CA5638-163B-4CEF-A845-065E0085C143}"/>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03</a:t>
            </a:r>
          </a:p>
        </p:txBody>
      </p:sp>
    </p:spTree>
    <p:extLst>
      <p:ext uri="{BB962C8B-B14F-4D97-AF65-F5344CB8AC3E}">
        <p14:creationId xmlns:p14="http://schemas.microsoft.com/office/powerpoint/2010/main" val="123652576"/>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3" name="object-131">
            <a:extLst xmlns:a="http://schemas.openxmlformats.org/drawingml/2006/main">
              <a:ext uri="{FF2B5EF4-FFF2-40B4-BE49-F238E27FC236}">
                <a16:creationId xmlns:a16="http://schemas.microsoft.com/office/drawing/2014/main" id="{37AC87A3-9ABB-4531-91A3-4424A378B648}"/>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第二部分 · 旧方案与演进压力</a:t>
            </a:r>
          </a:p>
        </p:txBody>
      </p:sp>
      <p:sp>
        <p:nvSpPr>
          <p:cNvPr id="2" name="object-132">
            <a:extLst xmlns:a="http://schemas.openxmlformats.org/drawingml/2006/main">
              <a:ext uri="{FF2B5EF4-FFF2-40B4-BE49-F238E27FC236}">
                <a16:creationId xmlns:a16="http://schemas.microsoft.com/office/drawing/2014/main" id="{8CA8C8B5-2355-47D3-B3DB-D722D433CEF7}"/>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PulseAudio时代，整个底座怎样协同</a:t>
            </a:r>
          </a:p>
        </p:txBody>
      </p:sp>
      <p:sp>
        <p:nvSpPr>
          <p:cNvPr id="3" name="object-133">
            <a:extLst xmlns:a="http://schemas.openxmlformats.org/drawingml/2006/main">
              <a:ext uri="{FF2B5EF4-FFF2-40B4-BE49-F238E27FC236}">
                <a16:creationId xmlns:a16="http://schemas.microsoft.com/office/drawing/2014/main" id="{0E994255-6F5B-438D-BAA2-CAE7AE6030FA}"/>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鸿蒙策略与流服务之下，PA流模型连接自定义音效和HDI适配</a:t>
            </a:r>
          </a:p>
        </p:txBody>
      </p:sp>
      <p:sp>
        <p:nvSpPr>
          <p:cNvPr id="4" name="object-134">
            <a:extLst xmlns:a="http://schemas.openxmlformats.org/drawingml/2006/main">
              <a:ext uri="{FF2B5EF4-FFF2-40B4-BE49-F238E27FC236}">
                <a16:creationId xmlns:a16="http://schemas.microsoft.com/office/drawing/2014/main" id="{B6DC852F-7539-4532-8342-34D535CA6AC7}"/>
              </a:ext>
            </a:extLst>
          </p:cNvPr>
          <p:cNvSpPr>
            <a:spLocks xmlns:a="http://schemas.openxmlformats.org/drawingml/2006/main" noGrp="1"/>
          </p:cNvSpPr>
          <p:nvPr/>
        </p:nvSpPr>
        <p:spPr>
          <a:xfrm xmlns:a="http://schemas.openxmlformats.org/drawingml/2006/main">
            <a:off x="3457575" y="2333625"/>
            <a:ext cx="5257800" cy="704850"/>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5" name="object-135">
            <a:extLst xmlns:a="http://schemas.openxmlformats.org/drawingml/2006/main">
              <a:ext uri="{FF2B5EF4-FFF2-40B4-BE49-F238E27FC236}">
                <a16:creationId xmlns:a16="http://schemas.microsoft.com/office/drawing/2014/main" id="{94B92D16-0728-4162-972F-3EAA7F44C026}"/>
              </a:ext>
            </a:extLst>
          </p:cNvPr>
          <p:cNvSpPr>
            <a:spLocks xmlns:a="http://schemas.openxmlformats.org/drawingml/2006/main" noGrp="1"/>
          </p:cNvSpPr>
          <p:nvPr/>
        </p:nvSpPr>
        <p:spPr>
          <a:xfrm xmlns:a="http://schemas.openxmlformats.org/drawingml/2006/main">
            <a:off x="3571875" y="2390775"/>
            <a:ext cx="5029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FFFFFF"/>
                </a:solidFill>
                <a:latin typeface="Microsoft YaHei"/>
                <a:ea typeface="Microsoft YaHei"/>
                <a:cs typeface="Microsoft YaHei"/>
              </a:defRPr>
            </a:defPPr>
            <a:lvl1pPr algn="ctr">
              <a:defRPr sz="2100" b="1">
                <a:solidFill>
                  <a:srgbClr val="FFFFFF"/>
                </a:solidFill>
                <a:latin typeface="Microsoft YaHei"/>
                <a:ea typeface="Microsoft YaHei"/>
                <a:cs typeface="Microsoft YaHei"/>
              </a:defRPr>
            </a:lvl1pPr>
            <a:lvl2pPr algn="ctr">
              <a:defRPr sz="2100" b="1">
                <a:solidFill>
                  <a:srgbClr val="FFFFFF"/>
                </a:solidFill>
                <a:latin typeface="Microsoft YaHei"/>
                <a:ea typeface="Microsoft YaHei"/>
                <a:cs typeface="Microsoft YaHei"/>
              </a:defRPr>
            </a:lvl2pPr>
            <a:lvl3pPr algn="ctr">
              <a:defRPr sz="2100" b="1">
                <a:solidFill>
                  <a:srgbClr val="FFFFFF"/>
                </a:solidFill>
                <a:latin typeface="Microsoft YaHei"/>
                <a:ea typeface="Microsoft YaHei"/>
                <a:cs typeface="Microsoft YaHei"/>
              </a:defRPr>
            </a:lvl3pPr>
            <a:lvl4pPr algn="ctr">
              <a:defRPr sz="2100" b="1">
                <a:solidFill>
                  <a:srgbClr val="FFFFFF"/>
                </a:solidFill>
                <a:latin typeface="Microsoft YaHei"/>
                <a:ea typeface="Microsoft YaHei"/>
                <a:cs typeface="Microsoft YaHei"/>
              </a:defRPr>
            </a:lvl4pPr>
            <a:lvl5pPr algn="ctr">
              <a:defRPr sz="2100" b="1">
                <a:solidFill>
                  <a:srgbClr val="FFFFFF"/>
                </a:solidFill>
                <a:latin typeface="Microsoft YaHei"/>
                <a:ea typeface="Microsoft YaHei"/>
                <a:cs typeface="Microsoft YaHei"/>
              </a:defRPr>
            </a:lvl5pPr>
            <a:lvl6pPr algn="ctr">
              <a:defRPr sz="2100" b="1">
                <a:solidFill>
                  <a:srgbClr val="FFFFFF"/>
                </a:solidFill>
                <a:latin typeface="Microsoft YaHei"/>
                <a:ea typeface="Microsoft YaHei"/>
                <a:cs typeface="Microsoft YaHei"/>
              </a:defRPr>
            </a:lvl6pPr>
            <a:lvl7pPr algn="ctr">
              <a:defRPr sz="2100" b="1">
                <a:solidFill>
                  <a:srgbClr val="FFFFFF"/>
                </a:solidFill>
                <a:latin typeface="Microsoft YaHei"/>
                <a:ea typeface="Microsoft YaHei"/>
                <a:cs typeface="Microsoft YaHei"/>
              </a:defRPr>
            </a:lvl7pPr>
            <a:lvl8pPr algn="ctr">
              <a:defRPr sz="2100" b="1">
                <a:solidFill>
                  <a:srgbClr val="FFFFFF"/>
                </a:solidFill>
                <a:latin typeface="Microsoft YaHei"/>
                <a:ea typeface="Microsoft YaHei"/>
                <a:cs typeface="Microsoft YaHei"/>
              </a:defRPr>
            </a:lvl8pPr>
            <a:lvl9pPr algn="ctr">
              <a:defRPr sz="2100" b="1">
                <a:solidFill>
                  <a:srgbClr val="FFFFFF"/>
                </a:solidFill>
                <a:latin typeface="Microsoft YaHei"/>
                <a:ea typeface="Microsoft YaHei"/>
                <a:cs typeface="Microsoft YaHei"/>
              </a:defRPr>
            </a:lvl9pPr>
          </a:lstStyle>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鸿蒙音频策略：焦点 / 路由 / 音量</a:t>
            </a:r>
          </a:p>
        </p:txBody>
      </p:sp>
      <p:sp>
        <p:nvSpPr>
          <p:cNvPr id="6" name="line-136">
            <a:extLst xmlns:a="http://schemas.openxmlformats.org/drawingml/2006/main">
              <a:ext uri="{FF2B5EF4-FFF2-40B4-BE49-F238E27FC236}">
                <a16:creationId xmlns:a16="http://schemas.microsoft.com/office/drawing/2014/main" id="{EA3064C6-FEAC-4936-96D2-6970E177CE15}"/>
              </a:ext>
            </a:extLst>
          </p:cNvPr>
          <p:cNvSpPr>
            <a:spLocks xmlns:a="http://schemas.openxmlformats.org/drawingml/2006/main" noGrp="1"/>
          </p:cNvSpPr>
          <p:nvPr/>
        </p:nvSpPr>
        <p:spPr>
          <a:xfrm xmlns:a="http://schemas.openxmlformats.org/drawingml/2006/main">
            <a:off x="4438650" y="3105150"/>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7" name="line-137">
            <a:extLst xmlns:a="http://schemas.openxmlformats.org/drawingml/2006/main">
              <a:ext uri="{FF2B5EF4-FFF2-40B4-BE49-F238E27FC236}">
                <a16:creationId xmlns:a16="http://schemas.microsoft.com/office/drawing/2014/main" id="{9EABD4D6-F8B5-4F11-A3E2-36C95C0C2724}"/>
              </a:ext>
            </a:extLst>
          </p:cNvPr>
          <p:cNvSpPr>
            <a:spLocks xmlns:a="http://schemas.openxmlformats.org/drawingml/2006/main" noGrp="1"/>
          </p:cNvSpPr>
          <p:nvPr/>
        </p:nvSpPr>
        <p:spPr>
          <a:xfrm xmlns:a="http://schemas.openxmlformats.org/drawingml/2006/main">
            <a:off x="4438650" y="3182938"/>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8" name="line-138">
            <a:extLst xmlns:a="http://schemas.openxmlformats.org/drawingml/2006/main">
              <a:ext uri="{FF2B5EF4-FFF2-40B4-BE49-F238E27FC236}">
                <a16:creationId xmlns:a16="http://schemas.microsoft.com/office/drawing/2014/main" id="{8D2C9C95-22B5-487F-813C-014BF40F0D43}"/>
              </a:ext>
            </a:extLst>
          </p:cNvPr>
          <p:cNvSpPr>
            <a:spLocks xmlns:a="http://schemas.openxmlformats.org/drawingml/2006/main" noGrp="1"/>
          </p:cNvSpPr>
          <p:nvPr/>
        </p:nvSpPr>
        <p:spPr>
          <a:xfrm xmlns:a="http://schemas.openxmlformats.org/drawingml/2006/main">
            <a:off x="4438650" y="3260725"/>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9" name="line-139">
            <a:extLst xmlns:a="http://schemas.openxmlformats.org/drawingml/2006/main">
              <a:ext uri="{FF2B5EF4-FFF2-40B4-BE49-F238E27FC236}">
                <a16:creationId xmlns:a16="http://schemas.microsoft.com/office/drawing/2014/main" id="{28C5CFC2-94CC-45AC-B546-374038D29C40}"/>
              </a:ext>
            </a:extLst>
          </p:cNvPr>
          <p:cNvSpPr>
            <a:spLocks xmlns:a="http://schemas.openxmlformats.org/drawingml/2006/main" noGrp="1"/>
          </p:cNvSpPr>
          <p:nvPr/>
        </p:nvSpPr>
        <p:spPr>
          <a:xfrm xmlns:a="http://schemas.openxmlformats.org/drawingml/2006/main">
            <a:off x="4438650" y="3338513"/>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10" name="line-140">
            <a:extLst xmlns:a="http://schemas.openxmlformats.org/drawingml/2006/main">
              <a:ext uri="{FF2B5EF4-FFF2-40B4-BE49-F238E27FC236}">
                <a16:creationId xmlns:a16="http://schemas.microsoft.com/office/drawing/2014/main" id="{BFC5716F-08CC-45C5-809F-021A5FF72248}"/>
              </a:ext>
            </a:extLst>
          </p:cNvPr>
          <p:cNvSpPr>
            <a:spLocks xmlns:a="http://schemas.openxmlformats.org/drawingml/2006/main" noGrp="1"/>
          </p:cNvSpPr>
          <p:nvPr/>
        </p:nvSpPr>
        <p:spPr>
          <a:xfrm xmlns:a="http://schemas.openxmlformats.org/drawingml/2006/main">
            <a:off x="4438650" y="3416300"/>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11" name="line-141">
            <a:extLst xmlns:a="http://schemas.openxmlformats.org/drawingml/2006/main">
              <a:ext uri="{FF2B5EF4-FFF2-40B4-BE49-F238E27FC236}">
                <a16:creationId xmlns:a16="http://schemas.microsoft.com/office/drawing/2014/main" id="{BFC97F7F-3001-4291-9F9D-6CBE50F73015}"/>
              </a:ext>
            </a:extLst>
          </p:cNvPr>
          <p:cNvSpPr>
            <a:spLocks xmlns:a="http://schemas.openxmlformats.org/drawingml/2006/main" noGrp="1"/>
          </p:cNvSpPr>
          <p:nvPr/>
        </p:nvSpPr>
        <p:spPr>
          <a:xfrm xmlns:a="http://schemas.openxmlformats.org/drawingml/2006/main">
            <a:off x="4438650" y="3494088"/>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12" name="line-142">
            <a:extLst xmlns:a="http://schemas.openxmlformats.org/drawingml/2006/main">
              <a:ext uri="{FF2B5EF4-FFF2-40B4-BE49-F238E27FC236}">
                <a16:creationId xmlns:a16="http://schemas.microsoft.com/office/drawing/2014/main" id="{D435D7D6-6B9F-4A38-95B9-F22E905AD705}"/>
              </a:ext>
            </a:extLst>
          </p:cNvPr>
          <p:cNvSpPr>
            <a:spLocks xmlns:a="http://schemas.openxmlformats.org/drawingml/2006/main" noGrp="1"/>
          </p:cNvSpPr>
          <p:nvPr/>
        </p:nvSpPr>
        <p:spPr>
          <a:xfrm xmlns:a="http://schemas.openxmlformats.org/drawingml/2006/main">
            <a:off x="4397220" y="3486107"/>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13" name="line-143">
            <a:extLst xmlns:a="http://schemas.openxmlformats.org/drawingml/2006/main">
              <a:ext uri="{FF2B5EF4-FFF2-40B4-BE49-F238E27FC236}">
                <a16:creationId xmlns:a16="http://schemas.microsoft.com/office/drawing/2014/main" id="{36AB98AC-2C8A-4C82-B25B-22DEBA360698}"/>
              </a:ext>
            </a:extLst>
          </p:cNvPr>
          <p:cNvSpPr>
            <a:spLocks xmlns:a="http://schemas.openxmlformats.org/drawingml/2006/main" noGrp="1"/>
          </p:cNvSpPr>
          <p:nvPr/>
        </p:nvSpPr>
        <p:spPr>
          <a:xfrm xmlns:a="http://schemas.openxmlformats.org/drawingml/2006/main">
            <a:off x="4438650" y="3486107"/>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14" name="line-144">
            <a:extLst xmlns:a="http://schemas.openxmlformats.org/drawingml/2006/main">
              <a:ext uri="{FF2B5EF4-FFF2-40B4-BE49-F238E27FC236}">
                <a16:creationId xmlns:a16="http://schemas.microsoft.com/office/drawing/2014/main" id="{D9E04EA6-4456-42D7-AD9D-287C45BB95DC}"/>
              </a:ext>
            </a:extLst>
          </p:cNvPr>
          <p:cNvSpPr>
            <a:spLocks xmlns:a="http://schemas.openxmlformats.org/drawingml/2006/main" noGrp="1"/>
          </p:cNvSpPr>
          <p:nvPr/>
        </p:nvSpPr>
        <p:spPr>
          <a:xfrm xmlns:a="http://schemas.openxmlformats.org/drawingml/2006/main">
            <a:off x="7553325" y="3105150"/>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15" name="line-145">
            <a:extLst xmlns:a="http://schemas.openxmlformats.org/drawingml/2006/main">
              <a:ext uri="{FF2B5EF4-FFF2-40B4-BE49-F238E27FC236}">
                <a16:creationId xmlns:a16="http://schemas.microsoft.com/office/drawing/2014/main" id="{510F9D5E-05D1-4E0D-A571-1857D0461F56}"/>
              </a:ext>
            </a:extLst>
          </p:cNvPr>
          <p:cNvSpPr>
            <a:spLocks xmlns:a="http://schemas.openxmlformats.org/drawingml/2006/main" noGrp="1"/>
          </p:cNvSpPr>
          <p:nvPr/>
        </p:nvSpPr>
        <p:spPr>
          <a:xfrm xmlns:a="http://schemas.openxmlformats.org/drawingml/2006/main">
            <a:off x="7553325" y="3182938"/>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16" name="line-146">
            <a:extLst xmlns:a="http://schemas.openxmlformats.org/drawingml/2006/main">
              <a:ext uri="{FF2B5EF4-FFF2-40B4-BE49-F238E27FC236}">
                <a16:creationId xmlns:a16="http://schemas.microsoft.com/office/drawing/2014/main" id="{0AEC9CC9-C305-484E-BE3B-3AFB8073F986}"/>
              </a:ext>
            </a:extLst>
          </p:cNvPr>
          <p:cNvSpPr>
            <a:spLocks xmlns:a="http://schemas.openxmlformats.org/drawingml/2006/main" noGrp="1"/>
          </p:cNvSpPr>
          <p:nvPr/>
        </p:nvSpPr>
        <p:spPr>
          <a:xfrm xmlns:a="http://schemas.openxmlformats.org/drawingml/2006/main">
            <a:off x="7553325" y="3260725"/>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17" name="line-147">
            <a:extLst xmlns:a="http://schemas.openxmlformats.org/drawingml/2006/main">
              <a:ext uri="{FF2B5EF4-FFF2-40B4-BE49-F238E27FC236}">
                <a16:creationId xmlns:a16="http://schemas.microsoft.com/office/drawing/2014/main" id="{C1E581C3-05E8-46E5-AC29-12D7AC06819A}"/>
              </a:ext>
            </a:extLst>
          </p:cNvPr>
          <p:cNvSpPr>
            <a:spLocks xmlns:a="http://schemas.openxmlformats.org/drawingml/2006/main" noGrp="1"/>
          </p:cNvSpPr>
          <p:nvPr/>
        </p:nvSpPr>
        <p:spPr>
          <a:xfrm xmlns:a="http://schemas.openxmlformats.org/drawingml/2006/main">
            <a:off x="7553325" y="3338513"/>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18" name="line-148">
            <a:extLst xmlns:a="http://schemas.openxmlformats.org/drawingml/2006/main">
              <a:ext uri="{FF2B5EF4-FFF2-40B4-BE49-F238E27FC236}">
                <a16:creationId xmlns:a16="http://schemas.microsoft.com/office/drawing/2014/main" id="{017BE60B-4D9B-466F-AC66-2518B19ED09D}"/>
              </a:ext>
            </a:extLst>
          </p:cNvPr>
          <p:cNvSpPr>
            <a:spLocks xmlns:a="http://schemas.openxmlformats.org/drawingml/2006/main" noGrp="1"/>
          </p:cNvSpPr>
          <p:nvPr/>
        </p:nvSpPr>
        <p:spPr>
          <a:xfrm xmlns:a="http://schemas.openxmlformats.org/drawingml/2006/main">
            <a:off x="7553325" y="3416300"/>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19" name="line-149">
            <a:extLst xmlns:a="http://schemas.openxmlformats.org/drawingml/2006/main">
              <a:ext uri="{FF2B5EF4-FFF2-40B4-BE49-F238E27FC236}">
                <a16:creationId xmlns:a16="http://schemas.microsoft.com/office/drawing/2014/main" id="{AA44485D-6448-44A9-AB6D-A5293CED5882}"/>
              </a:ext>
            </a:extLst>
          </p:cNvPr>
          <p:cNvSpPr>
            <a:spLocks xmlns:a="http://schemas.openxmlformats.org/drawingml/2006/main" noGrp="1"/>
          </p:cNvSpPr>
          <p:nvPr/>
        </p:nvSpPr>
        <p:spPr>
          <a:xfrm xmlns:a="http://schemas.openxmlformats.org/drawingml/2006/main">
            <a:off x="7553325" y="3494088"/>
            <a:ext cx="9525" cy="38894"/>
          </a:xfrm>
          <a:custGeom xmlns:a="http://schemas.openxmlformats.org/drawingml/2006/main">
            <a:pathLst>
              <a:path w="9525" h="38894">
                <a:moveTo>
                  <a:pt x="0" y="0"/>
                </a:moveTo>
                <a:lnTo>
                  <a:pt x="0" y="38894"/>
                </a:lnTo>
              </a:path>
            </a:pathLst>
          </a:custGeom>
          <a:noFill xmlns:a="http://schemas.openxmlformats.org/drawingml/2006/main"/>
          <a:ln xmlns:a="http://schemas.openxmlformats.org/drawingml/2006/main" w="19050">
            <a:solidFill>
              <a:srgbClr val="887798"/>
            </a:solidFill>
            <a:prstDash val="solid"/>
          </a:ln>
        </p:spPr>
      </p:sp>
      <p:sp>
        <p:nvSpPr>
          <p:cNvPr id="20" name="line-150">
            <a:extLst xmlns:a="http://schemas.openxmlformats.org/drawingml/2006/main">
              <a:ext uri="{FF2B5EF4-FFF2-40B4-BE49-F238E27FC236}">
                <a16:creationId xmlns:a16="http://schemas.microsoft.com/office/drawing/2014/main" id="{70029023-82C1-43ED-A5FA-18EFCB2DEBF9}"/>
              </a:ext>
            </a:extLst>
          </p:cNvPr>
          <p:cNvSpPr>
            <a:spLocks xmlns:a="http://schemas.openxmlformats.org/drawingml/2006/main" noGrp="1"/>
          </p:cNvSpPr>
          <p:nvPr/>
        </p:nvSpPr>
        <p:spPr>
          <a:xfrm xmlns:a="http://schemas.openxmlformats.org/drawingml/2006/main">
            <a:off x="7511895" y="3486107"/>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21" name="line-151">
            <a:extLst xmlns:a="http://schemas.openxmlformats.org/drawingml/2006/main">
              <a:ext uri="{FF2B5EF4-FFF2-40B4-BE49-F238E27FC236}">
                <a16:creationId xmlns:a16="http://schemas.microsoft.com/office/drawing/2014/main" id="{0F4B916E-36F4-4EA5-A055-ABE8D5FE129D}"/>
              </a:ext>
            </a:extLst>
          </p:cNvPr>
          <p:cNvSpPr>
            <a:spLocks xmlns:a="http://schemas.openxmlformats.org/drawingml/2006/main" noGrp="1"/>
          </p:cNvSpPr>
          <p:nvPr/>
        </p:nvSpPr>
        <p:spPr>
          <a:xfrm xmlns:a="http://schemas.openxmlformats.org/drawingml/2006/main">
            <a:off x="7553325" y="3486107"/>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22" name="object-152">
            <a:extLst xmlns:a="http://schemas.openxmlformats.org/drawingml/2006/main">
              <a:ext uri="{FF2B5EF4-FFF2-40B4-BE49-F238E27FC236}">
                <a16:creationId xmlns:a16="http://schemas.microsoft.com/office/drawing/2014/main" id="{E120AAC5-2B57-4235-ABAA-27F68D999642}"/>
              </a:ext>
            </a:extLst>
          </p:cNvPr>
          <p:cNvSpPr>
            <a:spLocks xmlns:a="http://schemas.openxmlformats.org/drawingml/2006/main" noGrp="1"/>
          </p:cNvSpPr>
          <p:nvPr/>
        </p:nvSpPr>
        <p:spPr>
          <a:xfrm xmlns:a="http://schemas.openxmlformats.org/drawingml/2006/main">
            <a:off x="609600" y="3714750"/>
            <a:ext cx="1990725" cy="1038225"/>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23" name="object-153">
            <a:extLst xmlns:a="http://schemas.openxmlformats.org/drawingml/2006/main">
              <a:ext uri="{FF2B5EF4-FFF2-40B4-BE49-F238E27FC236}">
                <a16:creationId xmlns:a16="http://schemas.microsoft.com/office/drawing/2014/main" id="{F3B024F7-5375-4318-9435-FA030965A948}"/>
              </a:ext>
            </a:extLst>
          </p:cNvPr>
          <p:cNvSpPr>
            <a:spLocks xmlns:a="http://schemas.openxmlformats.org/drawingml/2006/main" noGrp="1"/>
          </p:cNvSpPr>
          <p:nvPr/>
        </p:nvSpPr>
        <p:spPr>
          <a:xfrm xmlns:a="http://schemas.openxmlformats.org/drawingml/2006/main">
            <a:off x="723900" y="3771900"/>
            <a:ext cx="176212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FFFFFF"/>
                </a:solidFill>
                <a:latin typeface="Microsoft YaHei"/>
                <a:ea typeface="Microsoft YaHei"/>
                <a:cs typeface="Microsoft YaHei"/>
              </a:defRPr>
            </a:defPPr>
            <a:lvl1pPr algn="ctr">
              <a:defRPr sz="2100" b="1">
                <a:solidFill>
                  <a:srgbClr val="FFFFFF"/>
                </a:solidFill>
                <a:latin typeface="Microsoft YaHei"/>
                <a:ea typeface="Microsoft YaHei"/>
                <a:cs typeface="Microsoft YaHei"/>
              </a:defRPr>
            </a:lvl1pPr>
            <a:lvl2pPr algn="ctr">
              <a:defRPr sz="2100" b="1">
                <a:solidFill>
                  <a:srgbClr val="FFFFFF"/>
                </a:solidFill>
                <a:latin typeface="Microsoft YaHei"/>
                <a:ea typeface="Microsoft YaHei"/>
                <a:cs typeface="Microsoft YaHei"/>
              </a:defRPr>
            </a:lvl2pPr>
            <a:lvl3pPr algn="ctr">
              <a:defRPr sz="2100" b="1">
                <a:solidFill>
                  <a:srgbClr val="FFFFFF"/>
                </a:solidFill>
                <a:latin typeface="Microsoft YaHei"/>
                <a:ea typeface="Microsoft YaHei"/>
                <a:cs typeface="Microsoft YaHei"/>
              </a:defRPr>
            </a:lvl3pPr>
            <a:lvl4pPr algn="ctr">
              <a:defRPr sz="2100" b="1">
                <a:solidFill>
                  <a:srgbClr val="FFFFFF"/>
                </a:solidFill>
                <a:latin typeface="Microsoft YaHei"/>
                <a:ea typeface="Microsoft YaHei"/>
                <a:cs typeface="Microsoft YaHei"/>
              </a:defRPr>
            </a:lvl4pPr>
            <a:lvl5pPr algn="ctr">
              <a:defRPr sz="2100" b="1">
                <a:solidFill>
                  <a:srgbClr val="FFFFFF"/>
                </a:solidFill>
                <a:latin typeface="Microsoft YaHei"/>
                <a:ea typeface="Microsoft YaHei"/>
                <a:cs typeface="Microsoft YaHei"/>
              </a:defRPr>
            </a:lvl5pPr>
            <a:lvl6pPr algn="ctr">
              <a:defRPr sz="2100" b="1">
                <a:solidFill>
                  <a:srgbClr val="FFFFFF"/>
                </a:solidFill>
                <a:latin typeface="Microsoft YaHei"/>
                <a:ea typeface="Microsoft YaHei"/>
                <a:cs typeface="Microsoft YaHei"/>
              </a:defRPr>
            </a:lvl6pPr>
            <a:lvl7pPr algn="ctr">
              <a:defRPr sz="2100" b="1">
                <a:solidFill>
                  <a:srgbClr val="FFFFFF"/>
                </a:solidFill>
                <a:latin typeface="Microsoft YaHei"/>
                <a:ea typeface="Microsoft YaHei"/>
                <a:cs typeface="Microsoft YaHei"/>
              </a:defRPr>
            </a:lvl7pPr>
            <a:lvl8pPr algn="ctr">
              <a:defRPr sz="2100" b="1">
                <a:solidFill>
                  <a:srgbClr val="FFFFFF"/>
                </a:solidFill>
                <a:latin typeface="Microsoft YaHei"/>
                <a:ea typeface="Microsoft YaHei"/>
                <a:cs typeface="Microsoft YaHei"/>
              </a:defRPr>
            </a:lvl8pPr>
            <a:lvl9pPr algn="ctr">
              <a:defRPr sz="2100" b="1">
                <a:solidFill>
                  <a:srgbClr val="FFFFFF"/>
                </a:solidFill>
                <a:latin typeface="Microsoft YaHei"/>
                <a:ea typeface="Microsoft YaHei"/>
                <a:cs typeface="Microsoft YaHei"/>
              </a:defRPr>
            </a:lvl9pPr>
          </a:lstStyle>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应用接口</a:t>
            </a:r>
          </a:p>
        </p:txBody>
      </p:sp>
      <p:sp>
        <p:nvSpPr>
          <p:cNvPr id="24" name="object-154">
            <a:extLst xmlns:a="http://schemas.openxmlformats.org/drawingml/2006/main">
              <a:ext uri="{FF2B5EF4-FFF2-40B4-BE49-F238E27FC236}">
                <a16:creationId xmlns:a16="http://schemas.microsoft.com/office/drawing/2014/main" id="{79E411B8-EFC2-4C5C-A33F-099A405AEF8C}"/>
              </a:ext>
            </a:extLst>
          </p:cNvPr>
          <p:cNvSpPr>
            <a:spLocks xmlns:a="http://schemas.openxmlformats.org/drawingml/2006/main" noGrp="1"/>
          </p:cNvSpPr>
          <p:nvPr/>
        </p:nvSpPr>
        <p:spPr>
          <a:xfrm xmlns:a="http://schemas.openxmlformats.org/drawingml/2006/main">
            <a:off x="3314700" y="3714750"/>
            <a:ext cx="2333625" cy="1038225"/>
          </a:xfrm>
          <a:prstGeom xmlns:a="http://schemas.openxmlformats.org/drawingml/2006/main" prst="rect">
            <a:avLst/>
          </a:prstGeom>
          <a:solidFill xmlns:a="http://schemas.openxmlformats.org/drawingml/2006/main">
            <a:srgbClr val="12263B"/>
          </a:solidFill>
          <a:ln xmlns:a="http://schemas.openxmlformats.org/drawingml/2006/main" w="0">
            <a:noFill/>
            <a:prstDash val="solid"/>
          </a:ln>
        </p:spPr>
      </p:sp>
      <p:sp>
        <p:nvSpPr>
          <p:cNvPr id="25" name="object-155">
            <a:extLst xmlns:a="http://schemas.openxmlformats.org/drawingml/2006/main">
              <a:ext uri="{FF2B5EF4-FFF2-40B4-BE49-F238E27FC236}">
                <a16:creationId xmlns:a16="http://schemas.microsoft.com/office/drawing/2014/main" id="{99B9D55A-024B-4C0E-BAF7-AED5719F1717}"/>
              </a:ext>
            </a:extLst>
          </p:cNvPr>
          <p:cNvSpPr>
            <a:spLocks xmlns:a="http://schemas.openxmlformats.org/drawingml/2006/main" noGrp="1"/>
          </p:cNvSpPr>
          <p:nvPr/>
        </p:nvSpPr>
        <p:spPr>
          <a:xfrm xmlns:a="http://schemas.openxmlformats.org/drawingml/2006/main">
            <a:off x="3429000" y="3771900"/>
            <a:ext cx="210502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流服务</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PaAdapterManager</a:t>
            </a:r>
          </a:p>
        </p:txBody>
      </p:sp>
      <p:sp>
        <p:nvSpPr>
          <p:cNvPr id="26" name="object-156">
            <a:extLst xmlns:a="http://schemas.openxmlformats.org/drawingml/2006/main">
              <a:ext uri="{FF2B5EF4-FFF2-40B4-BE49-F238E27FC236}">
                <a16:creationId xmlns:a16="http://schemas.microsoft.com/office/drawing/2014/main" id="{812623BE-5A92-4851-8882-31E973A65743}"/>
              </a:ext>
            </a:extLst>
          </p:cNvPr>
          <p:cNvSpPr>
            <a:spLocks xmlns:a="http://schemas.openxmlformats.org/drawingml/2006/main" noGrp="1"/>
          </p:cNvSpPr>
          <p:nvPr/>
        </p:nvSpPr>
        <p:spPr>
          <a:xfrm xmlns:a="http://schemas.openxmlformats.org/drawingml/2006/main">
            <a:off x="6362700" y="3714750"/>
            <a:ext cx="2333625" cy="103822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27" name="object-157">
            <a:extLst xmlns:a="http://schemas.openxmlformats.org/drawingml/2006/main">
              <a:ext uri="{FF2B5EF4-FFF2-40B4-BE49-F238E27FC236}">
                <a16:creationId xmlns:a16="http://schemas.microsoft.com/office/drawing/2014/main" id="{FD93BD49-5031-4989-9D31-7253ED75950D}"/>
              </a:ext>
            </a:extLst>
          </p:cNvPr>
          <p:cNvSpPr>
            <a:spLocks xmlns:a="http://schemas.openxmlformats.org/drawingml/2006/main" noGrp="1"/>
          </p:cNvSpPr>
          <p:nvPr/>
        </p:nvSpPr>
        <p:spPr>
          <a:xfrm xmlns:a="http://schemas.openxmlformats.org/drawingml/2006/main">
            <a:off x="6477000" y="3771900"/>
            <a:ext cx="210502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PA流 / sink模型</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框架hdi_sink模块</a:t>
            </a:r>
          </a:p>
        </p:txBody>
      </p:sp>
      <p:sp>
        <p:nvSpPr>
          <p:cNvPr id="28" name="object-158">
            <a:extLst xmlns:a="http://schemas.openxmlformats.org/drawingml/2006/main">
              <a:ext uri="{FF2B5EF4-FFF2-40B4-BE49-F238E27FC236}">
                <a16:creationId xmlns:a16="http://schemas.microsoft.com/office/drawing/2014/main" id="{0D646E77-8A6D-4ECB-B38D-B4CD3A85014D}"/>
              </a:ext>
            </a:extLst>
          </p:cNvPr>
          <p:cNvSpPr>
            <a:spLocks xmlns:a="http://schemas.openxmlformats.org/drawingml/2006/main" noGrp="1"/>
          </p:cNvSpPr>
          <p:nvPr/>
        </p:nvSpPr>
        <p:spPr>
          <a:xfrm xmlns:a="http://schemas.openxmlformats.org/drawingml/2006/main">
            <a:off x="9410700" y="3714750"/>
            <a:ext cx="2152650" cy="1038225"/>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29" name="object-159">
            <a:extLst xmlns:a="http://schemas.openxmlformats.org/drawingml/2006/main">
              <a:ext uri="{FF2B5EF4-FFF2-40B4-BE49-F238E27FC236}">
                <a16:creationId xmlns:a16="http://schemas.microsoft.com/office/drawing/2014/main" id="{2F11D057-F1B0-4FD7-9B88-C1C7673259F9}"/>
              </a:ext>
            </a:extLst>
          </p:cNvPr>
          <p:cNvSpPr>
            <a:spLocks xmlns:a="http://schemas.openxmlformats.org/drawingml/2006/main" noGrp="1"/>
          </p:cNvSpPr>
          <p:nvPr/>
        </p:nvSpPr>
        <p:spPr>
          <a:xfrm xmlns:a="http://schemas.openxmlformats.org/drawingml/2006/main">
            <a:off x="9525000" y="3771900"/>
            <a:ext cx="19240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HDI适配</a:t>
            </a:r>
          </a:p>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驱动 / 设备</a:t>
            </a:r>
          </a:p>
        </p:txBody>
      </p:sp>
      <p:sp>
        <p:nvSpPr>
          <p:cNvPr id="30" name="line-160">
            <a:extLst xmlns:a="http://schemas.openxmlformats.org/drawingml/2006/main">
              <a:ext uri="{FF2B5EF4-FFF2-40B4-BE49-F238E27FC236}">
                <a16:creationId xmlns:a16="http://schemas.microsoft.com/office/drawing/2014/main" id="{2BC32C37-CDAA-4188-8BC3-F3195E58DC1F}"/>
              </a:ext>
            </a:extLst>
          </p:cNvPr>
          <p:cNvSpPr>
            <a:spLocks xmlns:a="http://schemas.openxmlformats.org/drawingml/2006/main" noGrp="1"/>
          </p:cNvSpPr>
          <p:nvPr/>
        </p:nvSpPr>
        <p:spPr>
          <a:xfrm xmlns:a="http://schemas.openxmlformats.org/drawingml/2006/main">
            <a:off x="2686050" y="4229100"/>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3379EB"/>
            </a:solidFill>
            <a:prstDash val="solid"/>
          </a:ln>
        </p:spPr>
      </p:sp>
      <p:sp>
        <p:nvSpPr>
          <p:cNvPr id="31" name="line-161">
            <a:extLst xmlns:a="http://schemas.openxmlformats.org/drawingml/2006/main">
              <a:ext uri="{FF2B5EF4-FFF2-40B4-BE49-F238E27FC236}">
                <a16:creationId xmlns:a16="http://schemas.microsoft.com/office/drawing/2014/main" id="{BB5582FE-3924-4988-A7C9-EDC6EA9ACA8F}"/>
              </a:ext>
            </a:extLst>
          </p:cNvPr>
          <p:cNvSpPr>
            <a:spLocks xmlns:a="http://schemas.openxmlformats.org/drawingml/2006/main" noGrp="1"/>
          </p:cNvSpPr>
          <p:nvPr/>
        </p:nvSpPr>
        <p:spPr>
          <a:xfrm xmlns:a="http://schemas.openxmlformats.org/drawingml/2006/main">
            <a:off x="3124157" y="42291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2" name="line-162">
            <a:extLst xmlns:a="http://schemas.openxmlformats.org/drawingml/2006/main">
              <a:ext uri="{FF2B5EF4-FFF2-40B4-BE49-F238E27FC236}">
                <a16:creationId xmlns:a16="http://schemas.microsoft.com/office/drawing/2014/main" id="{1B16030B-0B12-4E04-9A8D-F99D5615BDA8}"/>
              </a:ext>
            </a:extLst>
          </p:cNvPr>
          <p:cNvSpPr>
            <a:spLocks xmlns:a="http://schemas.openxmlformats.org/drawingml/2006/main" noGrp="1"/>
          </p:cNvSpPr>
          <p:nvPr/>
        </p:nvSpPr>
        <p:spPr>
          <a:xfrm xmlns:a="http://schemas.openxmlformats.org/drawingml/2006/main">
            <a:off x="3124157" y="41876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3" name="line-163">
            <a:extLst xmlns:a="http://schemas.openxmlformats.org/drawingml/2006/main">
              <a:ext uri="{FF2B5EF4-FFF2-40B4-BE49-F238E27FC236}">
                <a16:creationId xmlns:a16="http://schemas.microsoft.com/office/drawing/2014/main" id="{442D0CCE-6313-4AA1-96E2-BFF6E5495BD9}"/>
              </a:ext>
            </a:extLst>
          </p:cNvPr>
          <p:cNvSpPr>
            <a:spLocks xmlns:a="http://schemas.openxmlformats.org/drawingml/2006/main" noGrp="1"/>
          </p:cNvSpPr>
          <p:nvPr/>
        </p:nvSpPr>
        <p:spPr>
          <a:xfrm xmlns:a="http://schemas.openxmlformats.org/drawingml/2006/main">
            <a:off x="5743575" y="4229100"/>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3379EB"/>
            </a:solidFill>
            <a:prstDash val="solid"/>
          </a:ln>
        </p:spPr>
      </p:sp>
      <p:sp>
        <p:nvSpPr>
          <p:cNvPr id="34" name="line-164">
            <a:extLst xmlns:a="http://schemas.openxmlformats.org/drawingml/2006/main">
              <a:ext uri="{FF2B5EF4-FFF2-40B4-BE49-F238E27FC236}">
                <a16:creationId xmlns:a16="http://schemas.microsoft.com/office/drawing/2014/main" id="{BF5A0BCC-6C3D-4548-A141-BF933E4C254F}"/>
              </a:ext>
            </a:extLst>
          </p:cNvPr>
          <p:cNvSpPr>
            <a:spLocks xmlns:a="http://schemas.openxmlformats.org/drawingml/2006/main" noGrp="1"/>
          </p:cNvSpPr>
          <p:nvPr/>
        </p:nvSpPr>
        <p:spPr>
          <a:xfrm xmlns:a="http://schemas.openxmlformats.org/drawingml/2006/main">
            <a:off x="6181682" y="42291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5" name="line-165">
            <a:extLst xmlns:a="http://schemas.openxmlformats.org/drawingml/2006/main">
              <a:ext uri="{FF2B5EF4-FFF2-40B4-BE49-F238E27FC236}">
                <a16:creationId xmlns:a16="http://schemas.microsoft.com/office/drawing/2014/main" id="{7CF77042-4EAF-493E-A84D-D5EB0D468F94}"/>
              </a:ext>
            </a:extLst>
          </p:cNvPr>
          <p:cNvSpPr>
            <a:spLocks xmlns:a="http://schemas.openxmlformats.org/drawingml/2006/main" noGrp="1"/>
          </p:cNvSpPr>
          <p:nvPr/>
        </p:nvSpPr>
        <p:spPr>
          <a:xfrm xmlns:a="http://schemas.openxmlformats.org/drawingml/2006/main">
            <a:off x="6181682" y="41876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6" name="line-166">
            <a:extLst xmlns:a="http://schemas.openxmlformats.org/drawingml/2006/main">
              <a:ext uri="{FF2B5EF4-FFF2-40B4-BE49-F238E27FC236}">
                <a16:creationId xmlns:a16="http://schemas.microsoft.com/office/drawing/2014/main" id="{66D78B22-2B57-4BE7-BCB6-AB5B5FE9F88D}"/>
              </a:ext>
            </a:extLst>
          </p:cNvPr>
          <p:cNvSpPr>
            <a:spLocks xmlns:a="http://schemas.openxmlformats.org/drawingml/2006/main" noGrp="1"/>
          </p:cNvSpPr>
          <p:nvPr/>
        </p:nvSpPr>
        <p:spPr>
          <a:xfrm xmlns:a="http://schemas.openxmlformats.org/drawingml/2006/main">
            <a:off x="8791575" y="4229100"/>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3379EB"/>
            </a:solidFill>
            <a:prstDash val="solid"/>
          </a:ln>
        </p:spPr>
      </p:sp>
      <p:sp>
        <p:nvSpPr>
          <p:cNvPr id="37" name="line-167">
            <a:extLst xmlns:a="http://schemas.openxmlformats.org/drawingml/2006/main">
              <a:ext uri="{FF2B5EF4-FFF2-40B4-BE49-F238E27FC236}">
                <a16:creationId xmlns:a16="http://schemas.microsoft.com/office/drawing/2014/main" id="{2B904513-1F7B-41C5-8E0E-B3E7738F9CAB}"/>
              </a:ext>
            </a:extLst>
          </p:cNvPr>
          <p:cNvSpPr>
            <a:spLocks xmlns:a="http://schemas.openxmlformats.org/drawingml/2006/main" noGrp="1"/>
          </p:cNvSpPr>
          <p:nvPr/>
        </p:nvSpPr>
        <p:spPr>
          <a:xfrm xmlns:a="http://schemas.openxmlformats.org/drawingml/2006/main">
            <a:off x="9229682" y="42291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8" name="line-168">
            <a:extLst xmlns:a="http://schemas.openxmlformats.org/drawingml/2006/main">
              <a:ext uri="{FF2B5EF4-FFF2-40B4-BE49-F238E27FC236}">
                <a16:creationId xmlns:a16="http://schemas.microsoft.com/office/drawing/2014/main" id="{AB3AD1D6-7D1E-415A-BA18-DB2F7D8136B0}"/>
              </a:ext>
            </a:extLst>
          </p:cNvPr>
          <p:cNvSpPr>
            <a:spLocks xmlns:a="http://schemas.openxmlformats.org/drawingml/2006/main" noGrp="1"/>
          </p:cNvSpPr>
          <p:nvPr/>
        </p:nvSpPr>
        <p:spPr>
          <a:xfrm xmlns:a="http://schemas.openxmlformats.org/drawingml/2006/main">
            <a:off x="9229682" y="41876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9" name="object-169">
            <a:extLst xmlns:a="http://schemas.openxmlformats.org/drawingml/2006/main">
              <a:ext uri="{FF2B5EF4-FFF2-40B4-BE49-F238E27FC236}">
                <a16:creationId xmlns:a16="http://schemas.microsoft.com/office/drawing/2014/main" id="{43A8A74B-68A7-4383-A901-A1913CE52AC9}"/>
              </a:ext>
            </a:extLst>
          </p:cNvPr>
          <p:cNvSpPr>
            <a:spLocks xmlns:a="http://schemas.openxmlformats.org/drawingml/2006/main" noGrp="1"/>
          </p:cNvSpPr>
          <p:nvPr/>
        </p:nvSpPr>
        <p:spPr>
          <a:xfrm xmlns:a="http://schemas.openxmlformats.org/drawingml/2006/main">
            <a:off x="609600" y="523875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00" b="1">
                <a:solidFill>
                  <a:srgbClr val="12263B"/>
                </a:solidFill>
                <a:latin typeface="Microsoft YaHei"/>
                <a:ea typeface="Microsoft YaHei"/>
                <a:cs typeface="Microsoft YaHei"/>
              </a:defRPr>
            </a:defPPr>
            <a:lvl1pPr algn="l">
              <a:defRPr sz="2400" b="1">
                <a:solidFill>
                  <a:srgbClr val="12263B"/>
                </a:solidFill>
                <a:latin typeface="Microsoft YaHei"/>
                <a:ea typeface="Microsoft YaHei"/>
                <a:cs typeface="Microsoft YaHei"/>
              </a:defRPr>
            </a:lvl1pPr>
            <a:lvl2pPr algn="l">
              <a:defRPr sz="2400" b="1">
                <a:solidFill>
                  <a:srgbClr val="12263B"/>
                </a:solidFill>
                <a:latin typeface="Microsoft YaHei"/>
                <a:ea typeface="Microsoft YaHei"/>
                <a:cs typeface="Microsoft YaHei"/>
              </a:defRPr>
            </a:lvl2pPr>
            <a:lvl3pPr algn="l">
              <a:defRPr sz="2400" b="1">
                <a:solidFill>
                  <a:srgbClr val="12263B"/>
                </a:solidFill>
                <a:latin typeface="Microsoft YaHei"/>
                <a:ea typeface="Microsoft YaHei"/>
                <a:cs typeface="Microsoft YaHei"/>
              </a:defRPr>
            </a:lvl3pPr>
            <a:lvl4pPr algn="l">
              <a:defRPr sz="2400" b="1">
                <a:solidFill>
                  <a:srgbClr val="12263B"/>
                </a:solidFill>
                <a:latin typeface="Microsoft YaHei"/>
                <a:ea typeface="Microsoft YaHei"/>
                <a:cs typeface="Microsoft YaHei"/>
              </a:defRPr>
            </a:lvl4pPr>
            <a:lvl5pPr algn="l">
              <a:defRPr sz="2400" b="1">
                <a:solidFill>
                  <a:srgbClr val="12263B"/>
                </a:solidFill>
                <a:latin typeface="Microsoft YaHei"/>
                <a:ea typeface="Microsoft YaHei"/>
                <a:cs typeface="Microsoft YaHei"/>
              </a:defRPr>
            </a:lvl5pPr>
            <a:lvl6pPr algn="l">
              <a:defRPr sz="2400" b="1">
                <a:solidFill>
                  <a:srgbClr val="12263B"/>
                </a:solidFill>
                <a:latin typeface="Microsoft YaHei"/>
                <a:ea typeface="Microsoft YaHei"/>
                <a:cs typeface="Microsoft YaHei"/>
              </a:defRPr>
            </a:lvl6pPr>
            <a:lvl7pPr algn="l">
              <a:defRPr sz="2400" b="1">
                <a:solidFill>
                  <a:srgbClr val="12263B"/>
                </a:solidFill>
                <a:latin typeface="Microsoft YaHei"/>
                <a:ea typeface="Microsoft YaHei"/>
                <a:cs typeface="Microsoft YaHei"/>
              </a:defRPr>
            </a:lvl7pPr>
            <a:lvl8pPr algn="l">
              <a:defRPr sz="2400" b="1">
                <a:solidFill>
                  <a:srgbClr val="12263B"/>
                </a:solidFill>
                <a:latin typeface="Microsoft YaHei"/>
                <a:ea typeface="Microsoft YaHei"/>
                <a:cs typeface="Microsoft YaHei"/>
              </a:defRPr>
            </a:lvl8pPr>
            <a:lvl9pPr algn="l">
              <a:defRPr sz="2400" b="1">
                <a:solidFill>
                  <a:srgbClr val="12263B"/>
                </a:solidFill>
                <a:latin typeface="Microsoft YaHei"/>
                <a:ea typeface="Microsoft YaHei"/>
                <a:cs typeface="Microsoft YaHei"/>
              </a:defRPr>
            </a:lvl9pPr>
          </a:lstStyle>
          <a:p xmlns:a="http://schemas.openxmlformats.org/drawingml/2006/main">
            <a:pPr algn="l">
              <a:defRPr sz="2400" b="1">
                <a:solidFill>
                  <a:srgbClr val="12263B"/>
                </a:solidFill>
                <a:latin typeface="Microsoft YaHei"/>
                <a:ea typeface="Microsoft YaHei"/>
                <a:cs typeface="Microsoft YaHei"/>
              </a:defRPr>
            </a:pPr>
            <a:r>
              <a:rPr sz="2400" b="1">
                <a:solidFill>
                  <a:srgbClr val="12263B"/>
                </a:solidFill>
                <a:latin typeface="Microsoft YaHei"/>
                <a:ea typeface="Microsoft YaHei"/>
                <a:cs typeface="Microsoft YaHei"/>
              </a:rPr>
              <a:t>旧方案已经提供混音、音效、路由及设备集成</a:t>
            </a:r>
          </a:p>
        </p:txBody>
      </p:sp>
      <p:sp>
        <p:nvSpPr>
          <p:cNvPr id="40" name="object-170">
            <a:extLst xmlns:a="http://schemas.openxmlformats.org/drawingml/2006/main">
              <a:ext uri="{FF2B5EF4-FFF2-40B4-BE49-F238E27FC236}">
                <a16:creationId xmlns:a16="http://schemas.microsoft.com/office/drawing/2014/main" id="{62215A25-2376-42FF-A6AA-01AFF1CD9870}"/>
              </a:ext>
            </a:extLst>
          </p:cNvPr>
          <p:cNvSpPr>
            <a:spLocks xmlns:a="http://schemas.openxmlformats.org/drawingml/2006/main" noGrp="1"/>
          </p:cNvSpPr>
          <p:nvPr/>
        </p:nvSpPr>
        <p:spPr>
          <a:xfrm xmlns:a="http://schemas.openxmlformats.org/drawingml/2006/main">
            <a:off x="609600" y="5800725"/>
            <a:ext cx="10906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3379EB"/>
                </a:solidFill>
                <a:latin typeface="Microsoft YaHei"/>
                <a:ea typeface="Microsoft YaHei"/>
                <a:cs typeface="Microsoft YaHei"/>
              </a:defRPr>
            </a:defPPr>
            <a:lvl1pPr algn="l">
              <a:defRPr sz="2025" b="1">
                <a:solidFill>
                  <a:srgbClr val="3379EB"/>
                </a:solidFill>
                <a:latin typeface="Microsoft YaHei"/>
                <a:ea typeface="Microsoft YaHei"/>
                <a:cs typeface="Microsoft YaHei"/>
              </a:defRPr>
            </a:lvl1pPr>
            <a:lvl2pPr algn="l">
              <a:defRPr sz="2025" b="1">
                <a:solidFill>
                  <a:srgbClr val="3379EB"/>
                </a:solidFill>
                <a:latin typeface="Microsoft YaHei"/>
                <a:ea typeface="Microsoft YaHei"/>
                <a:cs typeface="Microsoft YaHei"/>
              </a:defRPr>
            </a:lvl2pPr>
            <a:lvl3pPr algn="l">
              <a:defRPr sz="2025" b="1">
                <a:solidFill>
                  <a:srgbClr val="3379EB"/>
                </a:solidFill>
                <a:latin typeface="Microsoft YaHei"/>
                <a:ea typeface="Microsoft YaHei"/>
                <a:cs typeface="Microsoft YaHei"/>
              </a:defRPr>
            </a:lvl3pPr>
            <a:lvl4pPr algn="l">
              <a:defRPr sz="2025" b="1">
                <a:solidFill>
                  <a:srgbClr val="3379EB"/>
                </a:solidFill>
                <a:latin typeface="Microsoft YaHei"/>
                <a:ea typeface="Microsoft YaHei"/>
                <a:cs typeface="Microsoft YaHei"/>
              </a:defRPr>
            </a:lvl4pPr>
            <a:lvl5pPr algn="l">
              <a:defRPr sz="2025" b="1">
                <a:solidFill>
                  <a:srgbClr val="3379EB"/>
                </a:solidFill>
                <a:latin typeface="Microsoft YaHei"/>
                <a:ea typeface="Microsoft YaHei"/>
                <a:cs typeface="Microsoft YaHei"/>
              </a:defRPr>
            </a:lvl5pPr>
            <a:lvl6pPr algn="l">
              <a:defRPr sz="2025" b="1">
                <a:solidFill>
                  <a:srgbClr val="3379EB"/>
                </a:solidFill>
                <a:latin typeface="Microsoft YaHei"/>
                <a:ea typeface="Microsoft YaHei"/>
                <a:cs typeface="Microsoft YaHei"/>
              </a:defRPr>
            </a:lvl6pPr>
            <a:lvl7pPr algn="l">
              <a:defRPr sz="2025" b="1">
                <a:solidFill>
                  <a:srgbClr val="3379EB"/>
                </a:solidFill>
                <a:latin typeface="Microsoft YaHei"/>
                <a:ea typeface="Microsoft YaHei"/>
                <a:cs typeface="Microsoft YaHei"/>
              </a:defRPr>
            </a:lvl7pPr>
            <a:lvl8pPr algn="l">
              <a:defRPr sz="2025" b="1">
                <a:solidFill>
                  <a:srgbClr val="3379EB"/>
                </a:solidFill>
                <a:latin typeface="Microsoft YaHei"/>
                <a:ea typeface="Microsoft YaHei"/>
                <a:cs typeface="Microsoft YaHei"/>
              </a:defRPr>
            </a:lvl8pPr>
            <a:lvl9pPr algn="l">
              <a:defRPr sz="2025" b="1">
                <a:solidFill>
                  <a:srgbClr val="3379EB"/>
                </a:solidFill>
                <a:latin typeface="Microsoft YaHei"/>
                <a:ea typeface="Microsoft YaHei"/>
                <a:cs typeface="Microsoft YaHei"/>
              </a:defRPr>
            </a:lvl9pPr>
          </a:lstStyle>
          <a:p xmlns:a="http://schemas.openxmlformats.org/drawingml/2006/main">
            <a:pPr algn="l">
              <a:defRPr sz="2025" b="1">
                <a:solidFill>
                  <a:srgbClr val="3379EB"/>
                </a:solidFill>
                <a:latin typeface="Microsoft YaHei"/>
                <a:ea typeface="Microsoft YaHei"/>
                <a:cs typeface="Microsoft YaHei"/>
              </a:defRPr>
            </a:pPr>
            <a:r>
              <a:rPr sz="2025" b="1">
                <a:solidFill>
                  <a:srgbClr val="3379EB"/>
                </a:solidFill>
                <a:latin typeface="Microsoft YaHei"/>
                <a:ea typeface="Microsoft YaHei"/>
                <a:cs typeface="Microsoft YaHei"/>
              </a:rPr>
              <a:t>演进重点：保持系统职责，改善执行结构与扩展方式</a:t>
            </a:r>
          </a:p>
        </p:txBody>
      </p:sp>
      <p:sp>
        <p:nvSpPr>
          <p:cNvPr id="41" name="object-171">
            <a:extLst xmlns:a="http://schemas.openxmlformats.org/drawingml/2006/main">
              <a:ext uri="{FF2B5EF4-FFF2-40B4-BE49-F238E27FC236}">
                <a16:creationId xmlns:a16="http://schemas.microsoft.com/office/drawing/2014/main" id="{A745D011-E0FA-4398-B4C1-AB28EEA06628}"/>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5.1 Release固定基线；普通播放职责图，其他播放路径未展开</a:t>
            </a:r>
          </a:p>
        </p:txBody>
      </p:sp>
      <p:sp>
        <p:nvSpPr>
          <p:cNvPr id="42" name="object-172">
            <a:extLst xmlns:a="http://schemas.openxmlformats.org/drawingml/2006/main">
              <a:ext uri="{FF2B5EF4-FFF2-40B4-BE49-F238E27FC236}">
                <a16:creationId xmlns:a16="http://schemas.microsoft.com/office/drawing/2014/main" id="{74540078-EE12-4744-9120-DE23A0A30EB8}"/>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04</a:t>
            </a:r>
          </a:p>
        </p:txBody>
      </p:sp>
    </p:spTree>
    <p:extLst>
      <p:ext uri="{BB962C8B-B14F-4D97-AF65-F5344CB8AC3E}">
        <p14:creationId xmlns:p14="http://schemas.microsoft.com/office/powerpoint/2010/main" val="1549756359"/>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5" name="object-173">
            <a:extLst xmlns:a="http://schemas.openxmlformats.org/drawingml/2006/main">
              <a:ext uri="{FF2B5EF4-FFF2-40B4-BE49-F238E27FC236}">
                <a16:creationId xmlns:a16="http://schemas.microsoft.com/office/drawing/2014/main" id="{7603F4A2-BB9F-4004-AD85-94B4E023F369}"/>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第二部分 · 从业务要求定位改进位置</a:t>
            </a:r>
          </a:p>
        </p:txBody>
      </p:sp>
      <p:sp>
        <p:nvSpPr>
          <p:cNvPr id="2" name="object-174">
            <a:extLst xmlns:a="http://schemas.openxmlformats.org/drawingml/2006/main">
              <a:ext uri="{FF2B5EF4-FFF2-40B4-BE49-F238E27FC236}">
                <a16:creationId xmlns:a16="http://schemas.microsoft.com/office/drawing/2014/main" id="{849746D0-FCB2-4DA2-AC0E-513DCD15B3B8}"/>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业务要求提高后，成本出现在哪里</a:t>
            </a:r>
          </a:p>
        </p:txBody>
      </p:sp>
      <p:sp>
        <p:nvSpPr>
          <p:cNvPr id="3" name="object-175">
            <a:extLst xmlns:a="http://schemas.openxmlformats.org/drawingml/2006/main">
              <a:ext uri="{FF2B5EF4-FFF2-40B4-BE49-F238E27FC236}">
                <a16:creationId xmlns:a16="http://schemas.microsoft.com/office/drawing/2014/main" id="{1BCAF28F-D424-4C0F-B006-1EF309D09A23}"/>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更及时的响应、更低开销和更快需求迭代，要求重新审视执行边界</a:t>
            </a:r>
          </a:p>
        </p:txBody>
      </p:sp>
      <p:sp>
        <p:nvSpPr>
          <p:cNvPr id="4" name="object-176">
            <a:extLst xmlns:a="http://schemas.openxmlformats.org/drawingml/2006/main">
              <a:ext uri="{FF2B5EF4-FFF2-40B4-BE49-F238E27FC236}">
                <a16:creationId xmlns:a16="http://schemas.microsoft.com/office/drawing/2014/main" id="{91945002-1B7E-4392-B898-E67E8C23528B}"/>
              </a:ext>
            </a:extLst>
          </p:cNvPr>
          <p:cNvSpPr>
            <a:spLocks xmlns:a="http://schemas.openxmlformats.org/drawingml/2006/main" noGrp="1"/>
          </p:cNvSpPr>
          <p:nvPr/>
        </p:nvSpPr>
        <p:spPr>
          <a:xfrm xmlns:a="http://schemas.openxmlformats.org/drawingml/2006/main">
            <a:off x="609600" y="2352675"/>
            <a:ext cx="3857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62768A"/>
                </a:solidFill>
                <a:latin typeface="Microsoft YaHei"/>
                <a:ea typeface="Microsoft YaHei"/>
                <a:cs typeface="Microsoft YaHei"/>
              </a:defRPr>
            </a:defPPr>
            <a:lvl1pPr algn="l">
              <a:defRPr sz="2025" b="1">
                <a:solidFill>
                  <a:srgbClr val="62768A"/>
                </a:solidFill>
                <a:latin typeface="Microsoft YaHei"/>
                <a:ea typeface="Microsoft YaHei"/>
                <a:cs typeface="Microsoft YaHei"/>
              </a:defRPr>
            </a:lvl1pPr>
            <a:lvl2pPr algn="l">
              <a:defRPr sz="2025" b="1">
                <a:solidFill>
                  <a:srgbClr val="62768A"/>
                </a:solidFill>
                <a:latin typeface="Microsoft YaHei"/>
                <a:ea typeface="Microsoft YaHei"/>
                <a:cs typeface="Microsoft YaHei"/>
              </a:defRPr>
            </a:lvl2pPr>
            <a:lvl3pPr algn="l">
              <a:defRPr sz="2025" b="1">
                <a:solidFill>
                  <a:srgbClr val="62768A"/>
                </a:solidFill>
                <a:latin typeface="Microsoft YaHei"/>
                <a:ea typeface="Microsoft YaHei"/>
                <a:cs typeface="Microsoft YaHei"/>
              </a:defRPr>
            </a:lvl3pPr>
            <a:lvl4pPr algn="l">
              <a:defRPr sz="2025" b="1">
                <a:solidFill>
                  <a:srgbClr val="62768A"/>
                </a:solidFill>
                <a:latin typeface="Microsoft YaHei"/>
                <a:ea typeface="Microsoft YaHei"/>
                <a:cs typeface="Microsoft YaHei"/>
              </a:defRPr>
            </a:lvl4pPr>
            <a:lvl5pPr algn="l">
              <a:defRPr sz="2025" b="1">
                <a:solidFill>
                  <a:srgbClr val="62768A"/>
                </a:solidFill>
                <a:latin typeface="Microsoft YaHei"/>
                <a:ea typeface="Microsoft YaHei"/>
                <a:cs typeface="Microsoft YaHei"/>
              </a:defRPr>
            </a:lvl5pPr>
            <a:lvl6pPr algn="l">
              <a:defRPr sz="2025" b="1">
                <a:solidFill>
                  <a:srgbClr val="62768A"/>
                </a:solidFill>
                <a:latin typeface="Microsoft YaHei"/>
                <a:ea typeface="Microsoft YaHei"/>
                <a:cs typeface="Microsoft YaHei"/>
              </a:defRPr>
            </a:lvl6pPr>
            <a:lvl7pPr algn="l">
              <a:defRPr sz="2025" b="1">
                <a:solidFill>
                  <a:srgbClr val="62768A"/>
                </a:solidFill>
                <a:latin typeface="Microsoft YaHei"/>
                <a:ea typeface="Microsoft YaHei"/>
                <a:cs typeface="Microsoft YaHei"/>
              </a:defRPr>
            </a:lvl7pPr>
            <a:lvl8pPr algn="l">
              <a:defRPr sz="2025" b="1">
                <a:solidFill>
                  <a:srgbClr val="62768A"/>
                </a:solidFill>
                <a:latin typeface="Microsoft YaHei"/>
                <a:ea typeface="Microsoft YaHei"/>
                <a:cs typeface="Microsoft YaHei"/>
              </a:defRPr>
            </a:lvl8pPr>
            <a:lvl9pPr algn="l">
              <a:defRPr sz="2025" b="1">
                <a:solidFill>
                  <a:srgbClr val="62768A"/>
                </a:solidFill>
                <a:latin typeface="Microsoft YaHei"/>
                <a:ea typeface="Microsoft YaHei"/>
                <a:cs typeface="Microsoft YaHei"/>
              </a:defRPr>
            </a:lvl9pPr>
          </a:lstStyle>
          <a:p xmlns:a="http://schemas.openxmlformats.org/drawingml/2006/main">
            <a:pPr algn="l">
              <a:defRPr sz="2025" b="1">
                <a:solidFill>
                  <a:srgbClr val="62768A"/>
                </a:solidFill>
                <a:latin typeface="Microsoft YaHei"/>
                <a:ea typeface="Microsoft YaHei"/>
                <a:cs typeface="Microsoft YaHei"/>
              </a:defRPr>
            </a:pPr>
            <a:r>
              <a:rPr sz="2025" b="1">
                <a:solidFill>
                  <a:srgbClr val="62768A"/>
                </a:solidFill>
                <a:latin typeface="Microsoft YaHei"/>
                <a:ea typeface="Microsoft YaHei"/>
                <a:cs typeface="Microsoft YaHei"/>
              </a:rPr>
              <a:t>结构中的成本</a:t>
            </a:r>
          </a:p>
        </p:txBody>
      </p:sp>
      <p:sp>
        <p:nvSpPr>
          <p:cNvPr id="5" name="object-177">
            <a:extLst xmlns:a="http://schemas.openxmlformats.org/drawingml/2006/main">
              <a:ext uri="{FF2B5EF4-FFF2-40B4-BE49-F238E27FC236}">
                <a16:creationId xmlns:a16="http://schemas.microsoft.com/office/drawing/2014/main" id="{5973B6E4-A3DF-4122-AD41-0157DDA03A48}"/>
              </a:ext>
            </a:extLst>
          </p:cNvPr>
          <p:cNvSpPr>
            <a:spLocks xmlns:a="http://schemas.openxmlformats.org/drawingml/2006/main" noGrp="1"/>
          </p:cNvSpPr>
          <p:nvPr/>
        </p:nvSpPr>
        <p:spPr>
          <a:xfrm xmlns:a="http://schemas.openxmlformats.org/drawingml/2006/main">
            <a:off x="5257800" y="2352675"/>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62768A"/>
                </a:solidFill>
                <a:latin typeface="Microsoft YaHei"/>
                <a:ea typeface="Microsoft YaHei"/>
                <a:cs typeface="Microsoft YaHei"/>
              </a:defRPr>
            </a:defPPr>
            <a:lvl1pPr algn="l">
              <a:defRPr sz="2025" b="1">
                <a:solidFill>
                  <a:srgbClr val="62768A"/>
                </a:solidFill>
                <a:latin typeface="Microsoft YaHei"/>
                <a:ea typeface="Microsoft YaHei"/>
                <a:cs typeface="Microsoft YaHei"/>
              </a:defRPr>
            </a:lvl1pPr>
            <a:lvl2pPr algn="l">
              <a:defRPr sz="2025" b="1">
                <a:solidFill>
                  <a:srgbClr val="62768A"/>
                </a:solidFill>
                <a:latin typeface="Microsoft YaHei"/>
                <a:ea typeface="Microsoft YaHei"/>
                <a:cs typeface="Microsoft YaHei"/>
              </a:defRPr>
            </a:lvl2pPr>
            <a:lvl3pPr algn="l">
              <a:defRPr sz="2025" b="1">
                <a:solidFill>
                  <a:srgbClr val="62768A"/>
                </a:solidFill>
                <a:latin typeface="Microsoft YaHei"/>
                <a:ea typeface="Microsoft YaHei"/>
                <a:cs typeface="Microsoft YaHei"/>
              </a:defRPr>
            </a:lvl3pPr>
            <a:lvl4pPr algn="l">
              <a:defRPr sz="2025" b="1">
                <a:solidFill>
                  <a:srgbClr val="62768A"/>
                </a:solidFill>
                <a:latin typeface="Microsoft YaHei"/>
                <a:ea typeface="Microsoft YaHei"/>
                <a:cs typeface="Microsoft YaHei"/>
              </a:defRPr>
            </a:lvl4pPr>
            <a:lvl5pPr algn="l">
              <a:defRPr sz="2025" b="1">
                <a:solidFill>
                  <a:srgbClr val="62768A"/>
                </a:solidFill>
                <a:latin typeface="Microsoft YaHei"/>
                <a:ea typeface="Microsoft YaHei"/>
                <a:cs typeface="Microsoft YaHei"/>
              </a:defRPr>
            </a:lvl5pPr>
            <a:lvl6pPr algn="l">
              <a:defRPr sz="2025" b="1">
                <a:solidFill>
                  <a:srgbClr val="62768A"/>
                </a:solidFill>
                <a:latin typeface="Microsoft YaHei"/>
                <a:ea typeface="Microsoft YaHei"/>
                <a:cs typeface="Microsoft YaHei"/>
              </a:defRPr>
            </a:lvl6pPr>
            <a:lvl7pPr algn="l">
              <a:defRPr sz="2025" b="1">
                <a:solidFill>
                  <a:srgbClr val="62768A"/>
                </a:solidFill>
                <a:latin typeface="Microsoft YaHei"/>
                <a:ea typeface="Microsoft YaHei"/>
                <a:cs typeface="Microsoft YaHei"/>
              </a:defRPr>
            </a:lvl7pPr>
            <a:lvl8pPr algn="l">
              <a:defRPr sz="2025" b="1">
                <a:solidFill>
                  <a:srgbClr val="62768A"/>
                </a:solidFill>
                <a:latin typeface="Microsoft YaHei"/>
                <a:ea typeface="Microsoft YaHei"/>
                <a:cs typeface="Microsoft YaHei"/>
              </a:defRPr>
            </a:lvl8pPr>
            <a:lvl9pPr algn="l">
              <a:defRPr sz="2025" b="1">
                <a:solidFill>
                  <a:srgbClr val="62768A"/>
                </a:solidFill>
                <a:latin typeface="Microsoft YaHei"/>
                <a:ea typeface="Microsoft YaHei"/>
                <a:cs typeface="Microsoft YaHei"/>
              </a:defRPr>
            </a:lvl9pPr>
          </a:lstStyle>
          <a:p xmlns:a="http://schemas.openxmlformats.org/drawingml/2006/main">
            <a:pPr algn="l">
              <a:defRPr sz="2025" b="1">
                <a:solidFill>
                  <a:srgbClr val="62768A"/>
                </a:solidFill>
                <a:latin typeface="Microsoft YaHei"/>
                <a:ea typeface="Microsoft YaHei"/>
                <a:cs typeface="Microsoft YaHei"/>
              </a:defRPr>
            </a:pPr>
            <a:r>
              <a:rPr sz="2025" b="1">
                <a:solidFill>
                  <a:srgbClr val="62768A"/>
                </a:solidFill>
                <a:latin typeface="Microsoft YaHei"/>
                <a:ea typeface="Microsoft YaHei"/>
                <a:cs typeface="Microsoft YaHei"/>
              </a:rPr>
              <a:t>业务上关注什么</a:t>
            </a:r>
          </a:p>
        </p:txBody>
      </p:sp>
      <p:sp>
        <p:nvSpPr>
          <p:cNvPr id="6" name="object-178">
            <a:extLst xmlns:a="http://schemas.openxmlformats.org/drawingml/2006/main">
              <a:ext uri="{FF2B5EF4-FFF2-40B4-BE49-F238E27FC236}">
                <a16:creationId xmlns:a16="http://schemas.microsoft.com/office/drawing/2014/main" id="{DCA035FF-3916-46CE-A6C0-46067B2045FE}"/>
              </a:ext>
            </a:extLst>
          </p:cNvPr>
          <p:cNvSpPr>
            <a:spLocks xmlns:a="http://schemas.openxmlformats.org/drawingml/2006/main" noGrp="1"/>
          </p:cNvSpPr>
          <p:nvPr/>
        </p:nvSpPr>
        <p:spPr>
          <a:xfrm xmlns:a="http://schemas.openxmlformats.org/drawingml/2006/main">
            <a:off x="609600" y="3057525"/>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3379EB"/>
                </a:solidFill>
                <a:latin typeface="Microsoft YaHei"/>
                <a:ea typeface="Microsoft YaHei"/>
                <a:cs typeface="Microsoft YaHei"/>
              </a:defRPr>
            </a:defPPr>
            <a:lvl1pPr algn="l">
              <a:defRPr sz="2325" b="1">
                <a:solidFill>
                  <a:srgbClr val="3379EB"/>
                </a:solidFill>
                <a:latin typeface="Microsoft YaHei"/>
                <a:ea typeface="Microsoft YaHei"/>
                <a:cs typeface="Microsoft YaHei"/>
              </a:defRPr>
            </a:lvl1pPr>
            <a:lvl2pPr algn="l">
              <a:defRPr sz="2325" b="1">
                <a:solidFill>
                  <a:srgbClr val="3379EB"/>
                </a:solidFill>
                <a:latin typeface="Microsoft YaHei"/>
                <a:ea typeface="Microsoft YaHei"/>
                <a:cs typeface="Microsoft YaHei"/>
              </a:defRPr>
            </a:lvl2pPr>
            <a:lvl3pPr algn="l">
              <a:defRPr sz="2325" b="1">
                <a:solidFill>
                  <a:srgbClr val="3379EB"/>
                </a:solidFill>
                <a:latin typeface="Microsoft YaHei"/>
                <a:ea typeface="Microsoft YaHei"/>
                <a:cs typeface="Microsoft YaHei"/>
              </a:defRPr>
            </a:lvl3pPr>
            <a:lvl4pPr algn="l">
              <a:defRPr sz="2325" b="1">
                <a:solidFill>
                  <a:srgbClr val="3379EB"/>
                </a:solidFill>
                <a:latin typeface="Microsoft YaHei"/>
                <a:ea typeface="Microsoft YaHei"/>
                <a:cs typeface="Microsoft YaHei"/>
              </a:defRPr>
            </a:lvl4pPr>
            <a:lvl5pPr algn="l">
              <a:defRPr sz="2325" b="1">
                <a:solidFill>
                  <a:srgbClr val="3379EB"/>
                </a:solidFill>
                <a:latin typeface="Microsoft YaHei"/>
                <a:ea typeface="Microsoft YaHei"/>
                <a:cs typeface="Microsoft YaHei"/>
              </a:defRPr>
            </a:lvl5pPr>
            <a:lvl6pPr algn="l">
              <a:defRPr sz="2325" b="1">
                <a:solidFill>
                  <a:srgbClr val="3379EB"/>
                </a:solidFill>
                <a:latin typeface="Microsoft YaHei"/>
                <a:ea typeface="Microsoft YaHei"/>
                <a:cs typeface="Microsoft YaHei"/>
              </a:defRPr>
            </a:lvl6pPr>
            <a:lvl7pPr algn="l">
              <a:defRPr sz="2325" b="1">
                <a:solidFill>
                  <a:srgbClr val="3379EB"/>
                </a:solidFill>
                <a:latin typeface="Microsoft YaHei"/>
                <a:ea typeface="Microsoft YaHei"/>
                <a:cs typeface="Microsoft YaHei"/>
              </a:defRPr>
            </a:lvl7pPr>
            <a:lvl8pPr algn="l">
              <a:defRPr sz="2325" b="1">
                <a:solidFill>
                  <a:srgbClr val="3379EB"/>
                </a:solidFill>
                <a:latin typeface="Microsoft YaHei"/>
                <a:ea typeface="Microsoft YaHei"/>
                <a:cs typeface="Microsoft YaHei"/>
              </a:defRPr>
            </a:lvl8pPr>
            <a:lvl9pPr algn="l">
              <a:defRPr sz="2325" b="1">
                <a:solidFill>
                  <a:srgbClr val="3379EB"/>
                </a:solidFill>
                <a:latin typeface="Microsoft YaHei"/>
                <a:ea typeface="Microsoft YaHei"/>
                <a:cs typeface="Microsoft YaHei"/>
              </a:defRPr>
            </a:lvl9pPr>
          </a:lstStyle>
          <a:p xmlns:a="http://schemas.openxmlformats.org/drawingml/2006/main">
            <a:pPr algn="l">
              <a:defRPr sz="2325" b="1">
                <a:solidFill>
                  <a:srgbClr val="3379EB"/>
                </a:solidFill>
                <a:latin typeface="Microsoft YaHei"/>
                <a:ea typeface="Microsoft YaHei"/>
                <a:cs typeface="Microsoft YaHei"/>
              </a:defRPr>
            </a:pPr>
            <a:r>
              <a:rPr sz="2325" b="1">
                <a:solidFill>
                  <a:srgbClr val="3379EB"/>
                </a:solidFill>
                <a:latin typeface="Microsoft YaHei"/>
                <a:ea typeface="Microsoft YaHei"/>
                <a:cs typeface="Microsoft YaHei"/>
              </a:rPr>
              <a:t>线程与 Buffer 交接</a:t>
            </a:r>
          </a:p>
        </p:txBody>
      </p:sp>
      <p:sp>
        <p:nvSpPr>
          <p:cNvPr id="7" name="line-179">
            <a:extLst xmlns:a="http://schemas.openxmlformats.org/drawingml/2006/main">
              <a:ext uri="{FF2B5EF4-FFF2-40B4-BE49-F238E27FC236}">
                <a16:creationId xmlns:a16="http://schemas.microsoft.com/office/drawing/2014/main" id="{B2258520-8454-4BEB-811E-92E759CBFBAD}"/>
              </a:ext>
            </a:extLst>
          </p:cNvPr>
          <p:cNvSpPr>
            <a:spLocks xmlns:a="http://schemas.openxmlformats.org/drawingml/2006/main" noGrp="1"/>
          </p:cNvSpPr>
          <p:nvPr/>
        </p:nvSpPr>
        <p:spPr>
          <a:xfrm xmlns:a="http://schemas.openxmlformats.org/drawingml/2006/main">
            <a:off x="4476750" y="328612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3379EB"/>
            </a:solidFill>
            <a:prstDash val="solid"/>
          </a:ln>
        </p:spPr>
      </p:sp>
      <p:sp>
        <p:nvSpPr>
          <p:cNvPr id="8" name="line-180">
            <a:extLst xmlns:a="http://schemas.openxmlformats.org/drawingml/2006/main">
              <a:ext uri="{FF2B5EF4-FFF2-40B4-BE49-F238E27FC236}">
                <a16:creationId xmlns:a16="http://schemas.microsoft.com/office/drawing/2014/main" id="{35EA0D83-2BAC-4175-B2E4-C6BBD66C57FB}"/>
              </a:ext>
            </a:extLst>
          </p:cNvPr>
          <p:cNvSpPr>
            <a:spLocks xmlns:a="http://schemas.openxmlformats.org/drawingml/2006/main" noGrp="1"/>
          </p:cNvSpPr>
          <p:nvPr/>
        </p:nvSpPr>
        <p:spPr>
          <a:xfrm xmlns:a="http://schemas.openxmlformats.org/drawingml/2006/main">
            <a:off x="4914857" y="32861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9" name="line-181">
            <a:extLst xmlns:a="http://schemas.openxmlformats.org/drawingml/2006/main">
              <a:ext uri="{FF2B5EF4-FFF2-40B4-BE49-F238E27FC236}">
                <a16:creationId xmlns:a16="http://schemas.microsoft.com/office/drawing/2014/main" id="{2C67407C-0CFE-4C9C-AE0C-CC67C6E4581C}"/>
              </a:ext>
            </a:extLst>
          </p:cNvPr>
          <p:cNvSpPr>
            <a:spLocks xmlns:a="http://schemas.openxmlformats.org/drawingml/2006/main" noGrp="1"/>
          </p:cNvSpPr>
          <p:nvPr/>
        </p:nvSpPr>
        <p:spPr>
          <a:xfrm xmlns:a="http://schemas.openxmlformats.org/drawingml/2006/main">
            <a:off x="4914857" y="32446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10" name="object-182">
            <a:extLst xmlns:a="http://schemas.openxmlformats.org/drawingml/2006/main">
              <a:ext uri="{FF2B5EF4-FFF2-40B4-BE49-F238E27FC236}">
                <a16:creationId xmlns:a16="http://schemas.microsoft.com/office/drawing/2014/main" id="{97BE2828-A8D9-41F6-85F9-6494A04C0581}"/>
              </a:ext>
            </a:extLst>
          </p:cNvPr>
          <p:cNvSpPr>
            <a:spLocks xmlns:a="http://schemas.openxmlformats.org/drawingml/2006/main" noGrp="1"/>
          </p:cNvSpPr>
          <p:nvPr/>
        </p:nvSpPr>
        <p:spPr>
          <a:xfrm xmlns:a="http://schemas.openxmlformats.org/drawingml/2006/main">
            <a:off x="5257800" y="2971800"/>
            <a:ext cx="6238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0">
                <a:solidFill>
                  <a:srgbClr val="12263B"/>
                </a:solidFill>
                <a:latin typeface="Microsoft YaHei"/>
                <a:ea typeface="Microsoft YaHei"/>
                <a:cs typeface="Microsoft YaHei"/>
              </a:defRPr>
            </a:defPPr>
            <a:lvl1pPr algn="l">
              <a:defRPr sz="2100" b="0">
                <a:solidFill>
                  <a:srgbClr val="12263B"/>
                </a:solidFill>
                <a:latin typeface="Microsoft YaHei"/>
                <a:ea typeface="Microsoft YaHei"/>
                <a:cs typeface="Microsoft YaHei"/>
              </a:defRPr>
            </a:lvl1pPr>
            <a:lvl2pPr algn="l">
              <a:defRPr sz="2100" b="0">
                <a:solidFill>
                  <a:srgbClr val="12263B"/>
                </a:solidFill>
                <a:latin typeface="Microsoft YaHei"/>
                <a:ea typeface="Microsoft YaHei"/>
                <a:cs typeface="Microsoft YaHei"/>
              </a:defRPr>
            </a:lvl2pPr>
            <a:lvl3pPr algn="l">
              <a:defRPr sz="2100" b="0">
                <a:solidFill>
                  <a:srgbClr val="12263B"/>
                </a:solidFill>
                <a:latin typeface="Microsoft YaHei"/>
                <a:ea typeface="Microsoft YaHei"/>
                <a:cs typeface="Microsoft YaHei"/>
              </a:defRPr>
            </a:lvl3pPr>
            <a:lvl4pPr algn="l">
              <a:defRPr sz="2100" b="0">
                <a:solidFill>
                  <a:srgbClr val="12263B"/>
                </a:solidFill>
                <a:latin typeface="Microsoft YaHei"/>
                <a:ea typeface="Microsoft YaHei"/>
                <a:cs typeface="Microsoft YaHei"/>
              </a:defRPr>
            </a:lvl4pPr>
            <a:lvl5pPr algn="l">
              <a:defRPr sz="2100" b="0">
                <a:solidFill>
                  <a:srgbClr val="12263B"/>
                </a:solidFill>
                <a:latin typeface="Microsoft YaHei"/>
                <a:ea typeface="Microsoft YaHei"/>
                <a:cs typeface="Microsoft YaHei"/>
              </a:defRPr>
            </a:lvl5pPr>
            <a:lvl6pPr algn="l">
              <a:defRPr sz="2100" b="0">
                <a:solidFill>
                  <a:srgbClr val="12263B"/>
                </a:solidFill>
                <a:latin typeface="Microsoft YaHei"/>
                <a:ea typeface="Microsoft YaHei"/>
                <a:cs typeface="Microsoft YaHei"/>
              </a:defRPr>
            </a:lvl6pPr>
            <a:lvl7pPr algn="l">
              <a:defRPr sz="2100" b="0">
                <a:solidFill>
                  <a:srgbClr val="12263B"/>
                </a:solidFill>
                <a:latin typeface="Microsoft YaHei"/>
                <a:ea typeface="Microsoft YaHei"/>
                <a:cs typeface="Microsoft YaHei"/>
              </a:defRPr>
            </a:lvl7pPr>
            <a:lvl8pPr algn="l">
              <a:defRPr sz="2100" b="0">
                <a:solidFill>
                  <a:srgbClr val="12263B"/>
                </a:solidFill>
                <a:latin typeface="Microsoft YaHei"/>
                <a:ea typeface="Microsoft YaHei"/>
                <a:cs typeface="Microsoft YaHei"/>
              </a:defRPr>
            </a:lvl8pPr>
            <a:lvl9pPr algn="l">
              <a:defRPr sz="2100" b="0">
                <a:solidFill>
                  <a:srgbClr val="12263B"/>
                </a:solidFill>
                <a:latin typeface="Microsoft YaHei"/>
                <a:ea typeface="Microsoft YaHei"/>
                <a:cs typeface="Microsoft YaHei"/>
              </a:defRPr>
            </a:lvl9pPr>
          </a:lstStyle>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排队 / 唤醒 / 调度开销</a:t>
            </a:r>
          </a:p>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响应与资源效率</a:t>
            </a:r>
          </a:p>
        </p:txBody>
      </p:sp>
      <p:sp>
        <p:nvSpPr>
          <p:cNvPr id="11" name="line-183">
            <a:extLst xmlns:a="http://schemas.openxmlformats.org/drawingml/2006/main">
              <a:ext uri="{FF2B5EF4-FFF2-40B4-BE49-F238E27FC236}">
                <a16:creationId xmlns:a16="http://schemas.microsoft.com/office/drawing/2014/main" id="{FF074E2C-C19A-4838-B558-7FD3A96E7E5D}"/>
              </a:ext>
            </a:extLst>
          </p:cNvPr>
          <p:cNvSpPr>
            <a:spLocks xmlns:a="http://schemas.openxmlformats.org/drawingml/2006/main" noGrp="1"/>
          </p:cNvSpPr>
          <p:nvPr/>
        </p:nvSpPr>
        <p:spPr>
          <a:xfrm xmlns:a="http://schemas.openxmlformats.org/drawingml/2006/main">
            <a:off x="609600" y="3876675"/>
            <a:ext cx="10953750" cy="9525"/>
          </a:xfrm>
          <a:custGeom xmlns:a="http://schemas.openxmlformats.org/drawingml/2006/main">
            <a:pathLst>
              <a:path w="10953750" h="9525">
                <a:moveTo>
                  <a:pt x="0" y="0"/>
                </a:moveTo>
                <a:lnTo>
                  <a:pt x="10953750" y="0"/>
                </a:lnTo>
              </a:path>
            </a:pathLst>
          </a:custGeom>
          <a:noFill xmlns:a="http://schemas.openxmlformats.org/drawingml/2006/main"/>
          <a:ln xmlns:a="http://schemas.openxmlformats.org/drawingml/2006/main" w="9525">
            <a:solidFill>
              <a:srgbClr val="DCE5EE"/>
            </a:solidFill>
            <a:prstDash val="solid"/>
          </a:ln>
        </p:spPr>
      </p:sp>
      <p:sp>
        <p:nvSpPr>
          <p:cNvPr id="12" name="object-184">
            <a:extLst xmlns:a="http://schemas.openxmlformats.org/drawingml/2006/main">
              <a:ext uri="{FF2B5EF4-FFF2-40B4-BE49-F238E27FC236}">
                <a16:creationId xmlns:a16="http://schemas.microsoft.com/office/drawing/2014/main" id="{F513627B-F649-44C4-A2E7-FB982AAC9979}"/>
              </a:ext>
            </a:extLst>
          </p:cNvPr>
          <p:cNvSpPr>
            <a:spLocks xmlns:a="http://schemas.openxmlformats.org/drawingml/2006/main" noGrp="1"/>
          </p:cNvSpPr>
          <p:nvPr/>
        </p:nvSpPr>
        <p:spPr>
          <a:xfrm xmlns:a="http://schemas.openxmlformats.org/drawingml/2006/main">
            <a:off x="609600" y="4219575"/>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887798"/>
                </a:solidFill>
                <a:latin typeface="Microsoft YaHei"/>
                <a:ea typeface="Microsoft YaHei"/>
                <a:cs typeface="Microsoft YaHei"/>
              </a:defRPr>
            </a:defPPr>
            <a:lvl1pPr algn="l">
              <a:defRPr sz="2325" b="1">
                <a:solidFill>
                  <a:srgbClr val="887798"/>
                </a:solidFill>
                <a:latin typeface="Microsoft YaHei"/>
                <a:ea typeface="Microsoft YaHei"/>
                <a:cs typeface="Microsoft YaHei"/>
              </a:defRPr>
            </a:lvl1pPr>
            <a:lvl2pPr algn="l">
              <a:defRPr sz="2325" b="1">
                <a:solidFill>
                  <a:srgbClr val="887798"/>
                </a:solidFill>
                <a:latin typeface="Microsoft YaHei"/>
                <a:ea typeface="Microsoft YaHei"/>
                <a:cs typeface="Microsoft YaHei"/>
              </a:defRPr>
            </a:lvl2pPr>
            <a:lvl3pPr algn="l">
              <a:defRPr sz="2325" b="1">
                <a:solidFill>
                  <a:srgbClr val="887798"/>
                </a:solidFill>
                <a:latin typeface="Microsoft YaHei"/>
                <a:ea typeface="Microsoft YaHei"/>
                <a:cs typeface="Microsoft YaHei"/>
              </a:defRPr>
            </a:lvl3pPr>
            <a:lvl4pPr algn="l">
              <a:defRPr sz="2325" b="1">
                <a:solidFill>
                  <a:srgbClr val="887798"/>
                </a:solidFill>
                <a:latin typeface="Microsoft YaHei"/>
                <a:ea typeface="Microsoft YaHei"/>
                <a:cs typeface="Microsoft YaHei"/>
              </a:defRPr>
            </a:lvl4pPr>
            <a:lvl5pPr algn="l">
              <a:defRPr sz="2325" b="1">
                <a:solidFill>
                  <a:srgbClr val="887798"/>
                </a:solidFill>
                <a:latin typeface="Microsoft YaHei"/>
                <a:ea typeface="Microsoft YaHei"/>
                <a:cs typeface="Microsoft YaHei"/>
              </a:defRPr>
            </a:lvl5pPr>
            <a:lvl6pPr algn="l">
              <a:defRPr sz="2325" b="1">
                <a:solidFill>
                  <a:srgbClr val="887798"/>
                </a:solidFill>
                <a:latin typeface="Microsoft YaHei"/>
                <a:ea typeface="Microsoft YaHei"/>
                <a:cs typeface="Microsoft YaHei"/>
              </a:defRPr>
            </a:lvl6pPr>
            <a:lvl7pPr algn="l">
              <a:defRPr sz="2325" b="1">
                <a:solidFill>
                  <a:srgbClr val="887798"/>
                </a:solidFill>
                <a:latin typeface="Microsoft YaHei"/>
                <a:ea typeface="Microsoft YaHei"/>
                <a:cs typeface="Microsoft YaHei"/>
              </a:defRPr>
            </a:lvl7pPr>
            <a:lvl8pPr algn="l">
              <a:defRPr sz="2325" b="1">
                <a:solidFill>
                  <a:srgbClr val="887798"/>
                </a:solidFill>
                <a:latin typeface="Microsoft YaHei"/>
                <a:ea typeface="Microsoft YaHei"/>
                <a:cs typeface="Microsoft YaHei"/>
              </a:defRPr>
            </a:lvl8pPr>
            <a:lvl9pPr algn="l">
              <a:defRPr sz="2325" b="1">
                <a:solidFill>
                  <a:srgbClr val="887798"/>
                </a:solidFill>
                <a:latin typeface="Microsoft YaHei"/>
                <a:ea typeface="Microsoft YaHei"/>
                <a:cs typeface="Microsoft YaHei"/>
              </a:defRPr>
            </a:lvl9pPr>
          </a:lstStyle>
          <a:p xmlns:a="http://schemas.openxmlformats.org/drawingml/2006/main">
            <a:pPr algn="l">
              <a:defRPr sz="2325" b="1">
                <a:solidFill>
                  <a:srgbClr val="887798"/>
                </a:solidFill>
                <a:latin typeface="Microsoft YaHei"/>
                <a:ea typeface="Microsoft YaHei"/>
                <a:cs typeface="Microsoft YaHei"/>
              </a:defRPr>
            </a:pPr>
            <a:r>
              <a:rPr sz="2325" b="1">
                <a:solidFill>
                  <a:srgbClr val="887798"/>
                </a:solidFill>
                <a:latin typeface="Microsoft YaHei"/>
                <a:ea typeface="Microsoft YaHei"/>
                <a:cs typeface="Microsoft YaHei"/>
              </a:rPr>
              <a:t>控制操作的同步竞争</a:t>
            </a:r>
          </a:p>
        </p:txBody>
      </p:sp>
      <p:sp>
        <p:nvSpPr>
          <p:cNvPr id="13" name="line-185">
            <a:extLst xmlns:a="http://schemas.openxmlformats.org/drawingml/2006/main">
              <a:ext uri="{FF2B5EF4-FFF2-40B4-BE49-F238E27FC236}">
                <a16:creationId xmlns:a16="http://schemas.microsoft.com/office/drawing/2014/main" id="{890ACFC0-CBDC-48D5-8C2C-F1313A556F59}"/>
              </a:ext>
            </a:extLst>
          </p:cNvPr>
          <p:cNvSpPr>
            <a:spLocks xmlns:a="http://schemas.openxmlformats.org/drawingml/2006/main" noGrp="1"/>
          </p:cNvSpPr>
          <p:nvPr/>
        </p:nvSpPr>
        <p:spPr>
          <a:xfrm xmlns:a="http://schemas.openxmlformats.org/drawingml/2006/main">
            <a:off x="4476750" y="444817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887798"/>
            </a:solidFill>
            <a:prstDash val="solid"/>
          </a:ln>
        </p:spPr>
      </p:sp>
      <p:sp>
        <p:nvSpPr>
          <p:cNvPr id="14" name="line-186">
            <a:extLst xmlns:a="http://schemas.openxmlformats.org/drawingml/2006/main">
              <a:ext uri="{FF2B5EF4-FFF2-40B4-BE49-F238E27FC236}">
                <a16:creationId xmlns:a16="http://schemas.microsoft.com/office/drawing/2014/main" id="{229E7558-4D07-4399-97B4-AF294DD48508}"/>
              </a:ext>
            </a:extLst>
          </p:cNvPr>
          <p:cNvSpPr>
            <a:spLocks xmlns:a="http://schemas.openxmlformats.org/drawingml/2006/main" noGrp="1"/>
          </p:cNvSpPr>
          <p:nvPr/>
        </p:nvSpPr>
        <p:spPr>
          <a:xfrm xmlns:a="http://schemas.openxmlformats.org/drawingml/2006/main">
            <a:off x="4914857" y="44481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887798"/>
            </a:solidFill>
            <a:prstDash val="solid"/>
          </a:ln>
        </p:spPr>
      </p:sp>
      <p:sp>
        <p:nvSpPr>
          <p:cNvPr id="15" name="line-187">
            <a:extLst xmlns:a="http://schemas.openxmlformats.org/drawingml/2006/main">
              <a:ext uri="{FF2B5EF4-FFF2-40B4-BE49-F238E27FC236}">
                <a16:creationId xmlns:a16="http://schemas.microsoft.com/office/drawing/2014/main" id="{CE1738A6-99C2-47D3-9DEA-843ADDC86EC0}"/>
              </a:ext>
            </a:extLst>
          </p:cNvPr>
          <p:cNvSpPr>
            <a:spLocks xmlns:a="http://schemas.openxmlformats.org/drawingml/2006/main" noGrp="1"/>
          </p:cNvSpPr>
          <p:nvPr/>
        </p:nvSpPr>
        <p:spPr>
          <a:xfrm xmlns:a="http://schemas.openxmlformats.org/drawingml/2006/main">
            <a:off x="4914857" y="44067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887798"/>
            </a:solidFill>
            <a:prstDash val="solid"/>
          </a:ln>
        </p:spPr>
      </p:sp>
      <p:sp>
        <p:nvSpPr>
          <p:cNvPr id="16" name="object-188">
            <a:extLst xmlns:a="http://schemas.openxmlformats.org/drawingml/2006/main">
              <a:ext uri="{FF2B5EF4-FFF2-40B4-BE49-F238E27FC236}">
                <a16:creationId xmlns:a16="http://schemas.microsoft.com/office/drawing/2014/main" id="{6C90905E-6BB0-4470-8F69-6FEAC9B7994A}"/>
              </a:ext>
            </a:extLst>
          </p:cNvPr>
          <p:cNvSpPr>
            <a:spLocks xmlns:a="http://schemas.openxmlformats.org/drawingml/2006/main" noGrp="1"/>
          </p:cNvSpPr>
          <p:nvPr/>
        </p:nvSpPr>
        <p:spPr>
          <a:xfrm xmlns:a="http://schemas.openxmlformats.org/drawingml/2006/main">
            <a:off x="5257800" y="4133850"/>
            <a:ext cx="6238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0">
                <a:solidFill>
                  <a:srgbClr val="12263B"/>
                </a:solidFill>
                <a:latin typeface="Microsoft YaHei"/>
                <a:ea typeface="Microsoft YaHei"/>
                <a:cs typeface="Microsoft YaHei"/>
              </a:defRPr>
            </a:defPPr>
            <a:lvl1pPr algn="l">
              <a:defRPr sz="2100" b="0">
                <a:solidFill>
                  <a:srgbClr val="12263B"/>
                </a:solidFill>
                <a:latin typeface="Microsoft YaHei"/>
                <a:ea typeface="Microsoft YaHei"/>
                <a:cs typeface="Microsoft YaHei"/>
              </a:defRPr>
            </a:lvl1pPr>
            <a:lvl2pPr algn="l">
              <a:defRPr sz="2100" b="0">
                <a:solidFill>
                  <a:srgbClr val="12263B"/>
                </a:solidFill>
                <a:latin typeface="Microsoft YaHei"/>
                <a:ea typeface="Microsoft YaHei"/>
                <a:cs typeface="Microsoft YaHei"/>
              </a:defRPr>
            </a:lvl2pPr>
            <a:lvl3pPr algn="l">
              <a:defRPr sz="2100" b="0">
                <a:solidFill>
                  <a:srgbClr val="12263B"/>
                </a:solidFill>
                <a:latin typeface="Microsoft YaHei"/>
                <a:ea typeface="Microsoft YaHei"/>
                <a:cs typeface="Microsoft YaHei"/>
              </a:defRPr>
            </a:lvl3pPr>
            <a:lvl4pPr algn="l">
              <a:defRPr sz="2100" b="0">
                <a:solidFill>
                  <a:srgbClr val="12263B"/>
                </a:solidFill>
                <a:latin typeface="Microsoft YaHei"/>
                <a:ea typeface="Microsoft YaHei"/>
                <a:cs typeface="Microsoft YaHei"/>
              </a:defRPr>
            </a:lvl4pPr>
            <a:lvl5pPr algn="l">
              <a:defRPr sz="2100" b="0">
                <a:solidFill>
                  <a:srgbClr val="12263B"/>
                </a:solidFill>
                <a:latin typeface="Microsoft YaHei"/>
                <a:ea typeface="Microsoft YaHei"/>
                <a:cs typeface="Microsoft YaHei"/>
              </a:defRPr>
            </a:lvl5pPr>
            <a:lvl6pPr algn="l">
              <a:defRPr sz="2100" b="0">
                <a:solidFill>
                  <a:srgbClr val="12263B"/>
                </a:solidFill>
                <a:latin typeface="Microsoft YaHei"/>
                <a:ea typeface="Microsoft YaHei"/>
                <a:cs typeface="Microsoft YaHei"/>
              </a:defRPr>
            </a:lvl6pPr>
            <a:lvl7pPr algn="l">
              <a:defRPr sz="2100" b="0">
                <a:solidFill>
                  <a:srgbClr val="12263B"/>
                </a:solidFill>
                <a:latin typeface="Microsoft YaHei"/>
                <a:ea typeface="Microsoft YaHei"/>
                <a:cs typeface="Microsoft YaHei"/>
              </a:defRPr>
            </a:lvl7pPr>
            <a:lvl8pPr algn="l">
              <a:defRPr sz="2100" b="0">
                <a:solidFill>
                  <a:srgbClr val="12263B"/>
                </a:solidFill>
                <a:latin typeface="Microsoft YaHei"/>
                <a:ea typeface="Microsoft YaHei"/>
                <a:cs typeface="Microsoft YaHei"/>
              </a:defRPr>
            </a:lvl8pPr>
            <a:lvl9pPr algn="l">
              <a:defRPr sz="2100" b="0">
                <a:solidFill>
                  <a:srgbClr val="12263B"/>
                </a:solidFill>
                <a:latin typeface="Microsoft YaHei"/>
                <a:ea typeface="Microsoft YaHei"/>
                <a:cs typeface="Microsoft YaHei"/>
              </a:defRPr>
            </a:lvl9pPr>
          </a:lstStyle>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状态变化怎样及时进入执行</a:t>
            </a:r>
          </a:p>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消息流转效率</a:t>
            </a:r>
          </a:p>
        </p:txBody>
      </p:sp>
      <p:sp>
        <p:nvSpPr>
          <p:cNvPr id="17" name="line-189">
            <a:extLst xmlns:a="http://schemas.openxmlformats.org/drawingml/2006/main">
              <a:ext uri="{FF2B5EF4-FFF2-40B4-BE49-F238E27FC236}">
                <a16:creationId xmlns:a16="http://schemas.microsoft.com/office/drawing/2014/main" id="{6BBE561C-B0C3-4792-A82C-EACEDEABE1DB}"/>
              </a:ext>
            </a:extLst>
          </p:cNvPr>
          <p:cNvSpPr>
            <a:spLocks xmlns:a="http://schemas.openxmlformats.org/drawingml/2006/main" noGrp="1"/>
          </p:cNvSpPr>
          <p:nvPr/>
        </p:nvSpPr>
        <p:spPr>
          <a:xfrm xmlns:a="http://schemas.openxmlformats.org/drawingml/2006/main">
            <a:off x="609600" y="5038725"/>
            <a:ext cx="10953750" cy="9525"/>
          </a:xfrm>
          <a:custGeom xmlns:a="http://schemas.openxmlformats.org/drawingml/2006/main">
            <a:pathLst>
              <a:path w="10953750" h="9525">
                <a:moveTo>
                  <a:pt x="0" y="0"/>
                </a:moveTo>
                <a:lnTo>
                  <a:pt x="10953750" y="0"/>
                </a:lnTo>
              </a:path>
            </a:pathLst>
          </a:custGeom>
          <a:noFill xmlns:a="http://schemas.openxmlformats.org/drawingml/2006/main"/>
          <a:ln xmlns:a="http://schemas.openxmlformats.org/drawingml/2006/main" w="9525">
            <a:solidFill>
              <a:srgbClr val="DCE5EE"/>
            </a:solidFill>
            <a:prstDash val="solid"/>
          </a:ln>
        </p:spPr>
      </p:sp>
      <p:sp>
        <p:nvSpPr>
          <p:cNvPr id="18" name="object-190">
            <a:extLst xmlns:a="http://schemas.openxmlformats.org/drawingml/2006/main">
              <a:ext uri="{FF2B5EF4-FFF2-40B4-BE49-F238E27FC236}">
                <a16:creationId xmlns:a16="http://schemas.microsoft.com/office/drawing/2014/main" id="{8CFD5A11-1325-432F-83FC-2D960AD05DED}"/>
              </a:ext>
            </a:extLst>
          </p:cNvPr>
          <p:cNvSpPr>
            <a:spLocks xmlns:a="http://schemas.openxmlformats.org/drawingml/2006/main" noGrp="1"/>
          </p:cNvSpPr>
          <p:nvPr/>
        </p:nvSpPr>
        <p:spPr>
          <a:xfrm xmlns:a="http://schemas.openxmlformats.org/drawingml/2006/main">
            <a:off x="609600" y="5372100"/>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119A92"/>
                </a:solidFill>
                <a:latin typeface="Microsoft YaHei"/>
                <a:ea typeface="Microsoft YaHei"/>
                <a:cs typeface="Microsoft YaHei"/>
              </a:defRPr>
            </a:defPPr>
            <a:lvl1pPr algn="l">
              <a:defRPr sz="2325" b="1">
                <a:solidFill>
                  <a:srgbClr val="119A92"/>
                </a:solidFill>
                <a:latin typeface="Microsoft YaHei"/>
                <a:ea typeface="Microsoft YaHei"/>
                <a:cs typeface="Microsoft YaHei"/>
              </a:defRPr>
            </a:lvl1pPr>
            <a:lvl2pPr algn="l">
              <a:defRPr sz="2325" b="1">
                <a:solidFill>
                  <a:srgbClr val="119A92"/>
                </a:solidFill>
                <a:latin typeface="Microsoft YaHei"/>
                <a:ea typeface="Microsoft YaHei"/>
                <a:cs typeface="Microsoft YaHei"/>
              </a:defRPr>
            </a:lvl2pPr>
            <a:lvl3pPr algn="l">
              <a:defRPr sz="2325" b="1">
                <a:solidFill>
                  <a:srgbClr val="119A92"/>
                </a:solidFill>
                <a:latin typeface="Microsoft YaHei"/>
                <a:ea typeface="Microsoft YaHei"/>
                <a:cs typeface="Microsoft YaHei"/>
              </a:defRPr>
            </a:lvl3pPr>
            <a:lvl4pPr algn="l">
              <a:defRPr sz="2325" b="1">
                <a:solidFill>
                  <a:srgbClr val="119A92"/>
                </a:solidFill>
                <a:latin typeface="Microsoft YaHei"/>
                <a:ea typeface="Microsoft YaHei"/>
                <a:cs typeface="Microsoft YaHei"/>
              </a:defRPr>
            </a:lvl4pPr>
            <a:lvl5pPr algn="l">
              <a:defRPr sz="2325" b="1">
                <a:solidFill>
                  <a:srgbClr val="119A92"/>
                </a:solidFill>
                <a:latin typeface="Microsoft YaHei"/>
                <a:ea typeface="Microsoft YaHei"/>
                <a:cs typeface="Microsoft YaHei"/>
              </a:defRPr>
            </a:lvl5pPr>
            <a:lvl6pPr algn="l">
              <a:defRPr sz="2325" b="1">
                <a:solidFill>
                  <a:srgbClr val="119A92"/>
                </a:solidFill>
                <a:latin typeface="Microsoft YaHei"/>
                <a:ea typeface="Microsoft YaHei"/>
                <a:cs typeface="Microsoft YaHei"/>
              </a:defRPr>
            </a:lvl6pPr>
            <a:lvl7pPr algn="l">
              <a:defRPr sz="2325" b="1">
                <a:solidFill>
                  <a:srgbClr val="119A92"/>
                </a:solidFill>
                <a:latin typeface="Microsoft YaHei"/>
                <a:ea typeface="Microsoft YaHei"/>
                <a:cs typeface="Microsoft YaHei"/>
              </a:defRPr>
            </a:lvl7pPr>
            <a:lvl8pPr algn="l">
              <a:defRPr sz="2325" b="1">
                <a:solidFill>
                  <a:srgbClr val="119A92"/>
                </a:solidFill>
                <a:latin typeface="Microsoft YaHei"/>
                <a:ea typeface="Microsoft YaHei"/>
                <a:cs typeface="Microsoft YaHei"/>
              </a:defRPr>
            </a:lvl8pPr>
            <a:lvl9pPr algn="l">
              <a:defRPr sz="2325" b="1">
                <a:solidFill>
                  <a:srgbClr val="119A92"/>
                </a:solidFill>
                <a:latin typeface="Microsoft YaHei"/>
                <a:ea typeface="Microsoft YaHei"/>
                <a:cs typeface="Microsoft YaHei"/>
              </a:defRPr>
            </a:lvl9pPr>
          </a:lstStyle>
          <a:p xmlns:a="http://schemas.openxmlformats.org/drawingml/2006/main">
            <a:pPr algn="l">
              <a:defRPr sz="2325" b="1">
                <a:solidFill>
                  <a:srgbClr val="119A92"/>
                </a:solidFill>
                <a:latin typeface="Microsoft YaHei"/>
                <a:ea typeface="Microsoft YaHei"/>
                <a:cs typeface="Microsoft YaHei"/>
              </a:defRPr>
            </a:pPr>
            <a:r>
              <a:rPr sz="2325" b="1">
                <a:solidFill>
                  <a:srgbClr val="119A92"/>
                </a:solidFill>
                <a:latin typeface="Microsoft YaHei"/>
                <a:ea typeface="Microsoft YaHei"/>
                <a:cs typeface="Microsoft YaHei"/>
              </a:rPr>
              <a:t>通路专用逻辑的维护</a:t>
            </a:r>
          </a:p>
        </p:txBody>
      </p:sp>
      <p:sp>
        <p:nvSpPr>
          <p:cNvPr id="19" name="line-191">
            <a:extLst xmlns:a="http://schemas.openxmlformats.org/drawingml/2006/main">
              <a:ext uri="{FF2B5EF4-FFF2-40B4-BE49-F238E27FC236}">
                <a16:creationId xmlns:a16="http://schemas.microsoft.com/office/drawing/2014/main" id="{B588B0B8-8CB8-44FE-986A-F3136704161D}"/>
              </a:ext>
            </a:extLst>
          </p:cNvPr>
          <p:cNvSpPr>
            <a:spLocks xmlns:a="http://schemas.openxmlformats.org/drawingml/2006/main" noGrp="1"/>
          </p:cNvSpPr>
          <p:nvPr/>
        </p:nvSpPr>
        <p:spPr>
          <a:xfrm xmlns:a="http://schemas.openxmlformats.org/drawingml/2006/main">
            <a:off x="4476750" y="5600700"/>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119A92"/>
            </a:solidFill>
            <a:prstDash val="solid"/>
          </a:ln>
        </p:spPr>
      </p:sp>
      <p:sp>
        <p:nvSpPr>
          <p:cNvPr id="20" name="line-192">
            <a:extLst xmlns:a="http://schemas.openxmlformats.org/drawingml/2006/main">
              <a:ext uri="{FF2B5EF4-FFF2-40B4-BE49-F238E27FC236}">
                <a16:creationId xmlns:a16="http://schemas.microsoft.com/office/drawing/2014/main" id="{F904C2AE-C522-4BB2-BB01-26AC1761ADC7}"/>
              </a:ext>
            </a:extLst>
          </p:cNvPr>
          <p:cNvSpPr>
            <a:spLocks xmlns:a="http://schemas.openxmlformats.org/drawingml/2006/main" noGrp="1"/>
          </p:cNvSpPr>
          <p:nvPr/>
        </p:nvSpPr>
        <p:spPr>
          <a:xfrm xmlns:a="http://schemas.openxmlformats.org/drawingml/2006/main">
            <a:off x="4914857" y="56007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119A92"/>
            </a:solidFill>
            <a:prstDash val="solid"/>
          </a:ln>
        </p:spPr>
      </p:sp>
      <p:sp>
        <p:nvSpPr>
          <p:cNvPr id="21" name="line-193">
            <a:extLst xmlns:a="http://schemas.openxmlformats.org/drawingml/2006/main">
              <a:ext uri="{FF2B5EF4-FFF2-40B4-BE49-F238E27FC236}">
                <a16:creationId xmlns:a16="http://schemas.microsoft.com/office/drawing/2014/main" id="{C1D8B03D-0670-412C-9315-E3A4CDE8452D}"/>
              </a:ext>
            </a:extLst>
          </p:cNvPr>
          <p:cNvSpPr>
            <a:spLocks xmlns:a="http://schemas.openxmlformats.org/drawingml/2006/main" noGrp="1"/>
          </p:cNvSpPr>
          <p:nvPr/>
        </p:nvSpPr>
        <p:spPr>
          <a:xfrm xmlns:a="http://schemas.openxmlformats.org/drawingml/2006/main">
            <a:off x="4914857" y="55592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119A92"/>
            </a:solidFill>
            <a:prstDash val="solid"/>
          </a:ln>
        </p:spPr>
      </p:sp>
      <p:sp>
        <p:nvSpPr>
          <p:cNvPr id="22" name="object-194">
            <a:extLst xmlns:a="http://schemas.openxmlformats.org/drawingml/2006/main">
              <a:ext uri="{FF2B5EF4-FFF2-40B4-BE49-F238E27FC236}">
                <a16:creationId xmlns:a16="http://schemas.microsoft.com/office/drawing/2014/main" id="{A5CEDEA9-A27C-43C1-802C-AA00C298D5BC}"/>
              </a:ext>
            </a:extLst>
          </p:cNvPr>
          <p:cNvSpPr>
            <a:spLocks xmlns:a="http://schemas.openxmlformats.org/drawingml/2006/main" noGrp="1"/>
          </p:cNvSpPr>
          <p:nvPr/>
        </p:nvSpPr>
        <p:spPr>
          <a:xfrm xmlns:a="http://schemas.openxmlformats.org/drawingml/2006/main">
            <a:off x="5257800" y="5286375"/>
            <a:ext cx="6238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0">
                <a:solidFill>
                  <a:srgbClr val="12263B"/>
                </a:solidFill>
                <a:latin typeface="Microsoft YaHei"/>
                <a:ea typeface="Microsoft YaHei"/>
                <a:cs typeface="Microsoft YaHei"/>
              </a:defRPr>
            </a:defPPr>
            <a:lvl1pPr algn="l">
              <a:defRPr sz="2100" b="0">
                <a:solidFill>
                  <a:srgbClr val="12263B"/>
                </a:solidFill>
                <a:latin typeface="Microsoft YaHei"/>
                <a:ea typeface="Microsoft YaHei"/>
                <a:cs typeface="Microsoft YaHei"/>
              </a:defRPr>
            </a:lvl1pPr>
            <a:lvl2pPr algn="l">
              <a:defRPr sz="2100" b="0">
                <a:solidFill>
                  <a:srgbClr val="12263B"/>
                </a:solidFill>
                <a:latin typeface="Microsoft YaHei"/>
                <a:ea typeface="Microsoft YaHei"/>
                <a:cs typeface="Microsoft YaHei"/>
              </a:defRPr>
            </a:lvl2pPr>
            <a:lvl3pPr algn="l">
              <a:defRPr sz="2100" b="0">
                <a:solidFill>
                  <a:srgbClr val="12263B"/>
                </a:solidFill>
                <a:latin typeface="Microsoft YaHei"/>
                <a:ea typeface="Microsoft YaHei"/>
                <a:cs typeface="Microsoft YaHei"/>
              </a:defRPr>
            </a:lvl3pPr>
            <a:lvl4pPr algn="l">
              <a:defRPr sz="2100" b="0">
                <a:solidFill>
                  <a:srgbClr val="12263B"/>
                </a:solidFill>
                <a:latin typeface="Microsoft YaHei"/>
                <a:ea typeface="Microsoft YaHei"/>
                <a:cs typeface="Microsoft YaHei"/>
              </a:defRPr>
            </a:lvl4pPr>
            <a:lvl5pPr algn="l">
              <a:defRPr sz="2100" b="0">
                <a:solidFill>
                  <a:srgbClr val="12263B"/>
                </a:solidFill>
                <a:latin typeface="Microsoft YaHei"/>
                <a:ea typeface="Microsoft YaHei"/>
                <a:cs typeface="Microsoft YaHei"/>
              </a:defRPr>
            </a:lvl5pPr>
            <a:lvl6pPr algn="l">
              <a:defRPr sz="2100" b="0">
                <a:solidFill>
                  <a:srgbClr val="12263B"/>
                </a:solidFill>
                <a:latin typeface="Microsoft YaHei"/>
                <a:ea typeface="Microsoft YaHei"/>
                <a:cs typeface="Microsoft YaHei"/>
              </a:defRPr>
            </a:lvl6pPr>
            <a:lvl7pPr algn="l">
              <a:defRPr sz="2100" b="0">
                <a:solidFill>
                  <a:srgbClr val="12263B"/>
                </a:solidFill>
                <a:latin typeface="Microsoft YaHei"/>
                <a:ea typeface="Microsoft YaHei"/>
                <a:cs typeface="Microsoft YaHei"/>
              </a:defRPr>
            </a:lvl7pPr>
            <a:lvl8pPr algn="l">
              <a:defRPr sz="2100" b="0">
                <a:solidFill>
                  <a:srgbClr val="12263B"/>
                </a:solidFill>
                <a:latin typeface="Microsoft YaHei"/>
                <a:ea typeface="Microsoft YaHei"/>
                <a:cs typeface="Microsoft YaHei"/>
              </a:defRPr>
            </a:lvl8pPr>
            <a:lvl9pPr algn="l">
              <a:defRPr sz="2100" b="0">
                <a:solidFill>
                  <a:srgbClr val="12263B"/>
                </a:solidFill>
                <a:latin typeface="Microsoft YaHei"/>
                <a:ea typeface="Microsoft YaHei"/>
                <a:cs typeface="Microsoft YaHei"/>
              </a:defRPr>
            </a:lvl9pPr>
          </a:lstStyle>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相似职责怎样复用</a:t>
            </a:r>
          </a:p>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新增能力的扩展成本</a:t>
            </a:r>
          </a:p>
        </p:txBody>
      </p:sp>
      <p:sp>
        <p:nvSpPr>
          <p:cNvPr id="23" name="object-195">
            <a:extLst xmlns:a="http://schemas.openxmlformats.org/drawingml/2006/main">
              <a:ext uri="{FF2B5EF4-FFF2-40B4-BE49-F238E27FC236}">
                <a16:creationId xmlns:a16="http://schemas.microsoft.com/office/drawing/2014/main" id="{1D6E6F53-097F-403D-8BCF-DBDABB088284}"/>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上屏为源码结构与机制解释，非实测瓶颈排名；具体开销需同场景测量</a:t>
            </a:r>
          </a:p>
        </p:txBody>
      </p:sp>
      <p:sp>
        <p:nvSpPr>
          <p:cNvPr id="24" name="object-196">
            <a:extLst xmlns:a="http://schemas.openxmlformats.org/drawingml/2006/main">
              <a:ext uri="{FF2B5EF4-FFF2-40B4-BE49-F238E27FC236}">
                <a16:creationId xmlns:a16="http://schemas.microsoft.com/office/drawing/2014/main" id="{2F947A38-B245-4192-A471-D9175F330172}"/>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05</a:t>
            </a:r>
          </a:p>
        </p:txBody>
      </p:sp>
    </p:spTree>
    <p:extLst>
      <p:ext uri="{BB962C8B-B14F-4D97-AF65-F5344CB8AC3E}">
        <p14:creationId xmlns:p14="http://schemas.microsoft.com/office/powerpoint/2010/main" val="2117298761"/>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object-197">
            <a:extLst xmlns:a="http://schemas.openxmlformats.org/drawingml/2006/main">
              <a:ext uri="{FF2B5EF4-FFF2-40B4-BE49-F238E27FC236}">
                <a16:creationId xmlns:a16="http://schemas.microsoft.com/office/drawing/2014/main" id="{CF42921A-D895-44DD-B41F-FA71DF02DE20}"/>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第二部分 · 目标、约束与演进路线</a:t>
            </a:r>
          </a:p>
        </p:txBody>
      </p:sp>
      <p:sp>
        <p:nvSpPr>
          <p:cNvPr id="2" name="object-198">
            <a:extLst xmlns:a="http://schemas.openxmlformats.org/drawingml/2006/main">
              <a:ext uri="{FF2B5EF4-FFF2-40B4-BE49-F238E27FC236}">
                <a16:creationId xmlns:a16="http://schemas.microsoft.com/office/drawing/2014/main" id="{96D5C491-671A-49DF-B891-F5BDDE170891}"/>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自研要改变什么，又必须守住什么</a:t>
            </a:r>
          </a:p>
        </p:txBody>
      </p:sp>
      <p:sp>
        <p:nvSpPr>
          <p:cNvPr id="3" name="object-199">
            <a:extLst xmlns:a="http://schemas.openxmlformats.org/drawingml/2006/main">
              <a:ext uri="{FF2B5EF4-FFF2-40B4-BE49-F238E27FC236}">
                <a16:creationId xmlns:a16="http://schemas.microsoft.com/office/drawing/2014/main" id="{8BC52714-7063-4626-B12F-77D54580DD44}"/>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降低时延与开销，提高扩展性，同时承接完整系统约束</a:t>
            </a:r>
          </a:p>
        </p:txBody>
      </p:sp>
      <p:sp>
        <p:nvSpPr>
          <p:cNvPr id="4" name="object-200">
            <a:extLst xmlns:a="http://schemas.openxmlformats.org/drawingml/2006/main">
              <a:ext uri="{FF2B5EF4-FFF2-40B4-BE49-F238E27FC236}">
                <a16:creationId xmlns:a16="http://schemas.microsoft.com/office/drawing/2014/main" id="{1057AB34-A93D-4DE2-B206-14DE0260F45B}"/>
              </a:ext>
            </a:extLst>
          </p:cNvPr>
          <p:cNvSpPr>
            <a:spLocks xmlns:a="http://schemas.openxmlformats.org/drawingml/2006/main" noGrp="1"/>
          </p:cNvSpPr>
          <p:nvPr/>
        </p:nvSpPr>
        <p:spPr>
          <a:xfrm xmlns:a="http://schemas.openxmlformats.org/drawingml/2006/main">
            <a:off x="609600" y="241935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00" b="1">
                <a:solidFill>
                  <a:srgbClr val="3379EB"/>
                </a:solidFill>
                <a:latin typeface="Microsoft YaHei"/>
                <a:ea typeface="Microsoft YaHei"/>
                <a:cs typeface="Microsoft YaHei"/>
              </a:defRPr>
            </a:defPPr>
            <a:lvl1pPr algn="l">
              <a:defRPr sz="2400" b="1">
                <a:solidFill>
                  <a:srgbClr val="3379EB"/>
                </a:solidFill>
                <a:latin typeface="Microsoft YaHei"/>
                <a:ea typeface="Microsoft YaHei"/>
                <a:cs typeface="Microsoft YaHei"/>
              </a:defRPr>
            </a:lvl1pPr>
            <a:lvl2pPr algn="l">
              <a:defRPr sz="2400" b="1">
                <a:solidFill>
                  <a:srgbClr val="3379EB"/>
                </a:solidFill>
                <a:latin typeface="Microsoft YaHei"/>
                <a:ea typeface="Microsoft YaHei"/>
                <a:cs typeface="Microsoft YaHei"/>
              </a:defRPr>
            </a:lvl2pPr>
            <a:lvl3pPr algn="l">
              <a:defRPr sz="2400" b="1">
                <a:solidFill>
                  <a:srgbClr val="3379EB"/>
                </a:solidFill>
                <a:latin typeface="Microsoft YaHei"/>
                <a:ea typeface="Microsoft YaHei"/>
                <a:cs typeface="Microsoft YaHei"/>
              </a:defRPr>
            </a:lvl3pPr>
            <a:lvl4pPr algn="l">
              <a:defRPr sz="2400" b="1">
                <a:solidFill>
                  <a:srgbClr val="3379EB"/>
                </a:solidFill>
                <a:latin typeface="Microsoft YaHei"/>
                <a:ea typeface="Microsoft YaHei"/>
                <a:cs typeface="Microsoft YaHei"/>
              </a:defRPr>
            </a:lvl4pPr>
            <a:lvl5pPr algn="l">
              <a:defRPr sz="2400" b="1">
                <a:solidFill>
                  <a:srgbClr val="3379EB"/>
                </a:solidFill>
                <a:latin typeface="Microsoft YaHei"/>
                <a:ea typeface="Microsoft YaHei"/>
                <a:cs typeface="Microsoft YaHei"/>
              </a:defRPr>
            </a:lvl5pPr>
            <a:lvl6pPr algn="l">
              <a:defRPr sz="2400" b="1">
                <a:solidFill>
                  <a:srgbClr val="3379EB"/>
                </a:solidFill>
                <a:latin typeface="Microsoft YaHei"/>
                <a:ea typeface="Microsoft YaHei"/>
                <a:cs typeface="Microsoft YaHei"/>
              </a:defRPr>
            </a:lvl6pPr>
            <a:lvl7pPr algn="l">
              <a:defRPr sz="2400" b="1">
                <a:solidFill>
                  <a:srgbClr val="3379EB"/>
                </a:solidFill>
                <a:latin typeface="Microsoft YaHei"/>
                <a:ea typeface="Microsoft YaHei"/>
                <a:cs typeface="Microsoft YaHei"/>
              </a:defRPr>
            </a:lvl7pPr>
            <a:lvl8pPr algn="l">
              <a:defRPr sz="2400" b="1">
                <a:solidFill>
                  <a:srgbClr val="3379EB"/>
                </a:solidFill>
                <a:latin typeface="Microsoft YaHei"/>
                <a:ea typeface="Microsoft YaHei"/>
                <a:cs typeface="Microsoft YaHei"/>
              </a:defRPr>
            </a:lvl8pPr>
            <a:lvl9pPr algn="l">
              <a:defRPr sz="2400" b="1">
                <a:solidFill>
                  <a:srgbClr val="3379EB"/>
                </a:solidFill>
                <a:latin typeface="Microsoft YaHei"/>
                <a:ea typeface="Microsoft YaHei"/>
                <a:cs typeface="Microsoft YaHei"/>
              </a:defRPr>
            </a:lvl9pPr>
          </a:lstStyle>
          <a:p xmlns:a="http://schemas.openxmlformats.org/drawingml/2006/main">
            <a:pPr algn="l">
              <a:defRPr sz="2400" b="1">
                <a:solidFill>
                  <a:srgbClr val="3379EB"/>
                </a:solidFill>
                <a:latin typeface="Microsoft YaHei"/>
                <a:ea typeface="Microsoft YaHei"/>
                <a:cs typeface="Microsoft YaHei"/>
              </a:defRPr>
            </a:pPr>
            <a:r>
              <a:rPr sz="2400" b="1">
                <a:solidFill>
                  <a:srgbClr val="3379EB"/>
                </a:solidFill>
                <a:latin typeface="Microsoft YaHei"/>
                <a:ea typeface="Microsoft YaHei"/>
                <a:cs typeface="Microsoft YaHei"/>
              </a:rPr>
              <a:t>要改善的结果</a:t>
            </a:r>
          </a:p>
        </p:txBody>
      </p:sp>
      <p:sp>
        <p:nvSpPr>
          <p:cNvPr id="5" name="object-201">
            <a:extLst xmlns:a="http://schemas.openxmlformats.org/drawingml/2006/main">
              <a:ext uri="{FF2B5EF4-FFF2-40B4-BE49-F238E27FC236}">
                <a16:creationId xmlns:a16="http://schemas.microsoft.com/office/drawing/2014/main" id="{BCD2E0B6-B2B2-40EB-995C-F012CCBC1AE9}"/>
              </a:ext>
            </a:extLst>
          </p:cNvPr>
          <p:cNvSpPr>
            <a:spLocks xmlns:a="http://schemas.openxmlformats.org/drawingml/2006/main" noGrp="1"/>
          </p:cNvSpPr>
          <p:nvPr/>
        </p:nvSpPr>
        <p:spPr>
          <a:xfrm xmlns:a="http://schemas.openxmlformats.org/drawingml/2006/main">
            <a:off x="6524625" y="2419350"/>
            <a:ext cx="50387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00" b="1">
                <a:solidFill>
                  <a:srgbClr val="887798"/>
                </a:solidFill>
                <a:latin typeface="Microsoft YaHei"/>
                <a:ea typeface="Microsoft YaHei"/>
                <a:cs typeface="Microsoft YaHei"/>
              </a:defRPr>
            </a:defPPr>
            <a:lvl1pPr algn="l">
              <a:defRPr sz="2400" b="1">
                <a:solidFill>
                  <a:srgbClr val="887798"/>
                </a:solidFill>
                <a:latin typeface="Microsoft YaHei"/>
                <a:ea typeface="Microsoft YaHei"/>
                <a:cs typeface="Microsoft YaHei"/>
              </a:defRPr>
            </a:lvl1pPr>
            <a:lvl2pPr algn="l">
              <a:defRPr sz="2400" b="1">
                <a:solidFill>
                  <a:srgbClr val="887798"/>
                </a:solidFill>
                <a:latin typeface="Microsoft YaHei"/>
                <a:ea typeface="Microsoft YaHei"/>
                <a:cs typeface="Microsoft YaHei"/>
              </a:defRPr>
            </a:lvl2pPr>
            <a:lvl3pPr algn="l">
              <a:defRPr sz="2400" b="1">
                <a:solidFill>
                  <a:srgbClr val="887798"/>
                </a:solidFill>
                <a:latin typeface="Microsoft YaHei"/>
                <a:ea typeface="Microsoft YaHei"/>
                <a:cs typeface="Microsoft YaHei"/>
              </a:defRPr>
            </a:lvl3pPr>
            <a:lvl4pPr algn="l">
              <a:defRPr sz="2400" b="1">
                <a:solidFill>
                  <a:srgbClr val="887798"/>
                </a:solidFill>
                <a:latin typeface="Microsoft YaHei"/>
                <a:ea typeface="Microsoft YaHei"/>
                <a:cs typeface="Microsoft YaHei"/>
              </a:defRPr>
            </a:lvl4pPr>
            <a:lvl5pPr algn="l">
              <a:defRPr sz="2400" b="1">
                <a:solidFill>
                  <a:srgbClr val="887798"/>
                </a:solidFill>
                <a:latin typeface="Microsoft YaHei"/>
                <a:ea typeface="Microsoft YaHei"/>
                <a:cs typeface="Microsoft YaHei"/>
              </a:defRPr>
            </a:lvl5pPr>
            <a:lvl6pPr algn="l">
              <a:defRPr sz="2400" b="1">
                <a:solidFill>
                  <a:srgbClr val="887798"/>
                </a:solidFill>
                <a:latin typeface="Microsoft YaHei"/>
                <a:ea typeface="Microsoft YaHei"/>
                <a:cs typeface="Microsoft YaHei"/>
              </a:defRPr>
            </a:lvl6pPr>
            <a:lvl7pPr algn="l">
              <a:defRPr sz="2400" b="1">
                <a:solidFill>
                  <a:srgbClr val="887798"/>
                </a:solidFill>
                <a:latin typeface="Microsoft YaHei"/>
                <a:ea typeface="Microsoft YaHei"/>
                <a:cs typeface="Microsoft YaHei"/>
              </a:defRPr>
            </a:lvl7pPr>
            <a:lvl8pPr algn="l">
              <a:defRPr sz="2400" b="1">
                <a:solidFill>
                  <a:srgbClr val="887798"/>
                </a:solidFill>
                <a:latin typeface="Microsoft YaHei"/>
                <a:ea typeface="Microsoft YaHei"/>
                <a:cs typeface="Microsoft YaHei"/>
              </a:defRPr>
            </a:lvl8pPr>
            <a:lvl9pPr algn="l">
              <a:defRPr sz="2400" b="1">
                <a:solidFill>
                  <a:srgbClr val="887798"/>
                </a:solidFill>
                <a:latin typeface="Microsoft YaHei"/>
                <a:ea typeface="Microsoft YaHei"/>
                <a:cs typeface="Microsoft YaHei"/>
              </a:defRPr>
            </a:lvl9pPr>
          </a:lstStyle>
          <a:p xmlns:a="http://schemas.openxmlformats.org/drawingml/2006/main">
            <a:pPr algn="l">
              <a:defRPr sz="2400" b="1">
                <a:solidFill>
                  <a:srgbClr val="887798"/>
                </a:solidFill>
                <a:latin typeface="Microsoft YaHei"/>
                <a:ea typeface="Microsoft YaHei"/>
                <a:cs typeface="Microsoft YaHei"/>
              </a:defRPr>
            </a:pPr>
            <a:r>
              <a:rPr sz="2400" b="1">
                <a:solidFill>
                  <a:srgbClr val="887798"/>
                </a:solidFill>
                <a:latin typeface="Microsoft YaHei"/>
                <a:ea typeface="Microsoft YaHei"/>
                <a:cs typeface="Microsoft YaHei"/>
              </a:rPr>
              <a:t>必须守住的约束</a:t>
            </a:r>
          </a:p>
        </p:txBody>
      </p:sp>
      <p:sp>
        <p:nvSpPr>
          <p:cNvPr id="6" name="object-202">
            <a:extLst xmlns:a="http://schemas.openxmlformats.org/drawingml/2006/main">
              <a:ext uri="{FF2B5EF4-FFF2-40B4-BE49-F238E27FC236}">
                <a16:creationId xmlns:a16="http://schemas.microsoft.com/office/drawing/2014/main" id="{E4EE18C8-86BF-4C54-BB9B-8489F026CD2E}"/>
              </a:ext>
            </a:extLst>
          </p:cNvPr>
          <p:cNvSpPr>
            <a:spLocks xmlns:a="http://schemas.openxmlformats.org/drawingml/2006/main" noGrp="1"/>
          </p:cNvSpPr>
          <p:nvPr/>
        </p:nvSpPr>
        <p:spPr>
          <a:xfrm xmlns:a="http://schemas.openxmlformats.org/drawingml/2006/main">
            <a:off x="609600" y="3076575"/>
            <a:ext cx="5143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50" b="0">
                <a:solidFill>
                  <a:srgbClr val="12263B"/>
                </a:solidFill>
                <a:latin typeface="Microsoft YaHei"/>
                <a:ea typeface="Microsoft YaHei"/>
                <a:cs typeface="Microsoft YaHei"/>
              </a:defRPr>
            </a:defPPr>
            <a:lvl1pPr algn="l">
              <a:defRPr sz="2250" b="0">
                <a:solidFill>
                  <a:srgbClr val="12263B"/>
                </a:solidFill>
                <a:latin typeface="Microsoft YaHei"/>
                <a:ea typeface="Microsoft YaHei"/>
                <a:cs typeface="Microsoft YaHei"/>
              </a:defRPr>
            </a:lvl1pPr>
            <a:lvl2pPr algn="l">
              <a:defRPr sz="2250" b="0">
                <a:solidFill>
                  <a:srgbClr val="12263B"/>
                </a:solidFill>
                <a:latin typeface="Microsoft YaHei"/>
                <a:ea typeface="Microsoft YaHei"/>
                <a:cs typeface="Microsoft YaHei"/>
              </a:defRPr>
            </a:lvl2pPr>
            <a:lvl3pPr algn="l">
              <a:defRPr sz="2250" b="0">
                <a:solidFill>
                  <a:srgbClr val="12263B"/>
                </a:solidFill>
                <a:latin typeface="Microsoft YaHei"/>
                <a:ea typeface="Microsoft YaHei"/>
                <a:cs typeface="Microsoft YaHei"/>
              </a:defRPr>
            </a:lvl3pPr>
            <a:lvl4pPr algn="l">
              <a:defRPr sz="2250" b="0">
                <a:solidFill>
                  <a:srgbClr val="12263B"/>
                </a:solidFill>
                <a:latin typeface="Microsoft YaHei"/>
                <a:ea typeface="Microsoft YaHei"/>
                <a:cs typeface="Microsoft YaHei"/>
              </a:defRPr>
            </a:lvl4pPr>
            <a:lvl5pPr algn="l">
              <a:defRPr sz="2250" b="0">
                <a:solidFill>
                  <a:srgbClr val="12263B"/>
                </a:solidFill>
                <a:latin typeface="Microsoft YaHei"/>
                <a:ea typeface="Microsoft YaHei"/>
                <a:cs typeface="Microsoft YaHei"/>
              </a:defRPr>
            </a:lvl5pPr>
            <a:lvl6pPr algn="l">
              <a:defRPr sz="2250" b="0">
                <a:solidFill>
                  <a:srgbClr val="12263B"/>
                </a:solidFill>
                <a:latin typeface="Microsoft YaHei"/>
                <a:ea typeface="Microsoft YaHei"/>
                <a:cs typeface="Microsoft YaHei"/>
              </a:defRPr>
            </a:lvl6pPr>
            <a:lvl7pPr algn="l">
              <a:defRPr sz="2250" b="0">
                <a:solidFill>
                  <a:srgbClr val="12263B"/>
                </a:solidFill>
                <a:latin typeface="Microsoft YaHei"/>
                <a:ea typeface="Microsoft YaHei"/>
                <a:cs typeface="Microsoft YaHei"/>
              </a:defRPr>
            </a:lvl7pPr>
            <a:lvl8pPr algn="l">
              <a:defRPr sz="2250" b="0">
                <a:solidFill>
                  <a:srgbClr val="12263B"/>
                </a:solidFill>
                <a:latin typeface="Microsoft YaHei"/>
                <a:ea typeface="Microsoft YaHei"/>
                <a:cs typeface="Microsoft YaHei"/>
              </a:defRPr>
            </a:lvl8pPr>
            <a:lvl9pPr algn="l">
              <a:defRPr sz="2250" b="0">
                <a:solidFill>
                  <a:srgbClr val="12263B"/>
                </a:solidFill>
                <a:latin typeface="Microsoft YaHei"/>
                <a:ea typeface="Microsoft YaHei"/>
                <a:cs typeface="Microsoft YaHei"/>
              </a:defRPr>
            </a:lvl9pPr>
          </a:lstStyle>
          <a:p xmlns:a="http://schemas.openxmlformats.org/drawingml/2006/main">
            <a:pPr algn="l">
              <a:defRPr sz="2250" b="0">
                <a:solidFill>
                  <a:srgbClr val="12263B"/>
                </a:solidFill>
                <a:latin typeface="Microsoft YaHei"/>
                <a:ea typeface="Microsoft YaHei"/>
                <a:cs typeface="Microsoft YaHei"/>
              </a:defRPr>
            </a:pPr>
            <a:r>
              <a:rPr sz="2250" b="0">
                <a:solidFill>
                  <a:srgbClr val="12263B"/>
                </a:solidFill>
                <a:latin typeface="Microsoft YaHei"/>
                <a:ea typeface="Microsoft YaHei"/>
                <a:cs typeface="Microsoft YaHei"/>
              </a:rPr>
              <a:t>更低时延与功耗</a:t>
            </a:r>
          </a:p>
          <a:p xmlns:a="http://schemas.openxmlformats.org/drawingml/2006/main">
            <a:pPr algn="l">
              <a:defRPr sz="2250" b="0">
                <a:solidFill>
                  <a:srgbClr val="12263B"/>
                </a:solidFill>
                <a:latin typeface="Microsoft YaHei"/>
                <a:ea typeface="Microsoft YaHei"/>
                <a:cs typeface="Microsoft YaHei"/>
              </a:defRPr>
            </a:pPr>
            <a:r>
              <a:rPr sz="2250" b="0">
                <a:solidFill>
                  <a:srgbClr val="12263B"/>
                </a:solidFill>
                <a:latin typeface="Microsoft YaHei"/>
                <a:ea typeface="Microsoft YaHei"/>
                <a:cs typeface="Microsoft YaHei"/>
              </a:rPr>
              <a:t>更高处理效率</a:t>
            </a:r>
          </a:p>
          <a:p xmlns:a="http://schemas.openxmlformats.org/drawingml/2006/main">
            <a:pPr algn="l">
              <a:defRPr sz="2250" b="0">
                <a:solidFill>
                  <a:srgbClr val="12263B"/>
                </a:solidFill>
                <a:latin typeface="Microsoft YaHei"/>
                <a:ea typeface="Microsoft YaHei"/>
                <a:cs typeface="Microsoft YaHei"/>
              </a:defRPr>
            </a:pPr>
            <a:r>
              <a:rPr sz="2250" b="0">
                <a:solidFill>
                  <a:srgbClr val="12263B"/>
                </a:solidFill>
                <a:latin typeface="Microsoft YaHei"/>
                <a:ea typeface="Microsoft YaHei"/>
                <a:cs typeface="Microsoft YaHei"/>
              </a:rPr>
              <a:t>更灵活的通路扩展</a:t>
            </a:r>
          </a:p>
        </p:txBody>
      </p:sp>
      <p:sp>
        <p:nvSpPr>
          <p:cNvPr id="7" name="object-203">
            <a:extLst xmlns:a="http://schemas.openxmlformats.org/drawingml/2006/main">
              <a:ext uri="{FF2B5EF4-FFF2-40B4-BE49-F238E27FC236}">
                <a16:creationId xmlns:a16="http://schemas.microsoft.com/office/drawing/2014/main" id="{F9A5D73A-5F9F-40A1-B43D-F527472F4F26}"/>
              </a:ext>
            </a:extLst>
          </p:cNvPr>
          <p:cNvSpPr>
            <a:spLocks xmlns:a="http://schemas.openxmlformats.org/drawingml/2006/main" noGrp="1"/>
          </p:cNvSpPr>
          <p:nvPr/>
        </p:nvSpPr>
        <p:spPr>
          <a:xfrm xmlns:a="http://schemas.openxmlformats.org/drawingml/2006/main">
            <a:off x="6524625" y="3076575"/>
            <a:ext cx="50387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50" b="0">
                <a:solidFill>
                  <a:srgbClr val="12263B"/>
                </a:solidFill>
                <a:latin typeface="Microsoft YaHei"/>
                <a:ea typeface="Microsoft YaHei"/>
                <a:cs typeface="Microsoft YaHei"/>
              </a:defRPr>
            </a:defPPr>
            <a:lvl1pPr algn="l">
              <a:defRPr sz="2250" b="0">
                <a:solidFill>
                  <a:srgbClr val="12263B"/>
                </a:solidFill>
                <a:latin typeface="Microsoft YaHei"/>
                <a:ea typeface="Microsoft YaHei"/>
                <a:cs typeface="Microsoft YaHei"/>
              </a:defRPr>
            </a:lvl1pPr>
            <a:lvl2pPr algn="l">
              <a:defRPr sz="2250" b="0">
                <a:solidFill>
                  <a:srgbClr val="12263B"/>
                </a:solidFill>
                <a:latin typeface="Microsoft YaHei"/>
                <a:ea typeface="Microsoft YaHei"/>
                <a:cs typeface="Microsoft YaHei"/>
              </a:defRPr>
            </a:lvl2pPr>
            <a:lvl3pPr algn="l">
              <a:defRPr sz="2250" b="0">
                <a:solidFill>
                  <a:srgbClr val="12263B"/>
                </a:solidFill>
                <a:latin typeface="Microsoft YaHei"/>
                <a:ea typeface="Microsoft YaHei"/>
                <a:cs typeface="Microsoft YaHei"/>
              </a:defRPr>
            </a:lvl3pPr>
            <a:lvl4pPr algn="l">
              <a:defRPr sz="2250" b="0">
                <a:solidFill>
                  <a:srgbClr val="12263B"/>
                </a:solidFill>
                <a:latin typeface="Microsoft YaHei"/>
                <a:ea typeface="Microsoft YaHei"/>
                <a:cs typeface="Microsoft YaHei"/>
              </a:defRPr>
            </a:lvl4pPr>
            <a:lvl5pPr algn="l">
              <a:defRPr sz="2250" b="0">
                <a:solidFill>
                  <a:srgbClr val="12263B"/>
                </a:solidFill>
                <a:latin typeface="Microsoft YaHei"/>
                <a:ea typeface="Microsoft YaHei"/>
                <a:cs typeface="Microsoft YaHei"/>
              </a:defRPr>
            </a:lvl5pPr>
            <a:lvl6pPr algn="l">
              <a:defRPr sz="2250" b="0">
                <a:solidFill>
                  <a:srgbClr val="12263B"/>
                </a:solidFill>
                <a:latin typeface="Microsoft YaHei"/>
                <a:ea typeface="Microsoft YaHei"/>
                <a:cs typeface="Microsoft YaHei"/>
              </a:defRPr>
            </a:lvl6pPr>
            <a:lvl7pPr algn="l">
              <a:defRPr sz="2250" b="0">
                <a:solidFill>
                  <a:srgbClr val="12263B"/>
                </a:solidFill>
                <a:latin typeface="Microsoft YaHei"/>
                <a:ea typeface="Microsoft YaHei"/>
                <a:cs typeface="Microsoft YaHei"/>
              </a:defRPr>
            </a:lvl7pPr>
            <a:lvl8pPr algn="l">
              <a:defRPr sz="2250" b="0">
                <a:solidFill>
                  <a:srgbClr val="12263B"/>
                </a:solidFill>
                <a:latin typeface="Microsoft YaHei"/>
                <a:ea typeface="Microsoft YaHei"/>
                <a:cs typeface="Microsoft YaHei"/>
              </a:defRPr>
            </a:lvl8pPr>
            <a:lvl9pPr algn="l">
              <a:defRPr sz="2250" b="0">
                <a:solidFill>
                  <a:srgbClr val="12263B"/>
                </a:solidFill>
                <a:latin typeface="Microsoft YaHei"/>
                <a:ea typeface="Microsoft YaHei"/>
                <a:cs typeface="Microsoft YaHei"/>
              </a:defRPr>
            </a:lvl9pPr>
          </a:lstStyle>
          <a:p xmlns:a="http://schemas.openxmlformats.org/drawingml/2006/main">
            <a:pPr algn="l">
              <a:defRPr sz="2250" b="0">
                <a:solidFill>
                  <a:srgbClr val="12263B"/>
                </a:solidFill>
                <a:latin typeface="Microsoft YaHei"/>
                <a:ea typeface="Microsoft YaHei"/>
                <a:cs typeface="Microsoft YaHei"/>
              </a:defRPr>
            </a:pPr>
            <a:r>
              <a:rPr sz="2250" b="0">
                <a:solidFill>
                  <a:srgbClr val="12263B"/>
                </a:solidFill>
                <a:latin typeface="Microsoft YaHei"/>
                <a:ea typeface="Microsoft YaHei"/>
                <a:cs typeface="Microsoft YaHei"/>
              </a:rPr>
              <a:t>端到端抗抖动</a:t>
            </a:r>
          </a:p>
          <a:p xmlns:a="http://schemas.openxmlformats.org/drawingml/2006/main">
            <a:pPr algn="l">
              <a:defRPr sz="2250" b="0">
                <a:solidFill>
                  <a:srgbClr val="12263B"/>
                </a:solidFill>
                <a:latin typeface="Microsoft YaHei"/>
                <a:ea typeface="Microsoft YaHei"/>
                <a:cs typeface="Microsoft YaHei"/>
              </a:defRPr>
            </a:pPr>
            <a:r>
              <a:rPr sz="2250" b="0">
                <a:solidFill>
                  <a:srgbClr val="12263B"/>
                </a:solidFill>
                <a:latin typeface="Microsoft YaHei"/>
                <a:ea typeface="Microsoft YaHei"/>
                <a:cs typeface="Microsoft YaHei"/>
              </a:rPr>
              <a:t>策略规则与流状态一致</a:t>
            </a:r>
          </a:p>
          <a:p xmlns:a="http://schemas.openxmlformats.org/drawingml/2006/main">
            <a:pPr algn="l">
              <a:defRPr sz="2250" b="0">
                <a:solidFill>
                  <a:srgbClr val="12263B"/>
                </a:solidFill>
                <a:latin typeface="Microsoft YaHei"/>
                <a:ea typeface="Microsoft YaHei"/>
                <a:cs typeface="Microsoft YaHei"/>
              </a:defRPr>
            </a:pPr>
            <a:r>
              <a:rPr sz="2250" b="0">
                <a:solidFill>
                  <a:srgbClr val="12263B"/>
                </a:solidFill>
                <a:latin typeface="Microsoft YaHei"/>
                <a:ea typeface="Microsoft YaHei"/>
                <a:cs typeface="Microsoft YaHei"/>
              </a:rPr>
              <a:t>已有场景和设备能力</a:t>
            </a:r>
          </a:p>
        </p:txBody>
      </p:sp>
      <p:sp>
        <p:nvSpPr>
          <p:cNvPr id="8" name="line-204">
            <a:extLst xmlns:a="http://schemas.openxmlformats.org/drawingml/2006/main">
              <a:ext uri="{FF2B5EF4-FFF2-40B4-BE49-F238E27FC236}">
                <a16:creationId xmlns:a16="http://schemas.microsoft.com/office/drawing/2014/main" id="{A9720103-CCE2-4D11-979C-2E677161E7FD}"/>
              </a:ext>
            </a:extLst>
          </p:cNvPr>
          <p:cNvSpPr>
            <a:spLocks xmlns:a="http://schemas.openxmlformats.org/drawingml/2006/main" noGrp="1"/>
          </p:cNvSpPr>
          <p:nvPr/>
        </p:nvSpPr>
        <p:spPr>
          <a:xfrm xmlns:a="http://schemas.openxmlformats.org/drawingml/2006/main">
            <a:off x="5991225" y="2390775"/>
            <a:ext cx="9525" cy="2057400"/>
          </a:xfrm>
          <a:custGeom xmlns:a="http://schemas.openxmlformats.org/drawingml/2006/main">
            <a:pathLst>
              <a:path w="9525" h="2057400">
                <a:moveTo>
                  <a:pt x="0" y="0"/>
                </a:moveTo>
                <a:lnTo>
                  <a:pt x="0" y="2057400"/>
                </a:lnTo>
              </a:path>
            </a:pathLst>
          </a:custGeom>
          <a:noFill xmlns:a="http://schemas.openxmlformats.org/drawingml/2006/main"/>
          <a:ln xmlns:a="http://schemas.openxmlformats.org/drawingml/2006/main" w="19050">
            <a:solidFill>
              <a:srgbClr val="DCE5EE"/>
            </a:solidFill>
            <a:prstDash val="solid"/>
          </a:ln>
        </p:spPr>
      </p:sp>
      <p:sp>
        <p:nvSpPr>
          <p:cNvPr id="9" name="line-205">
            <a:extLst xmlns:a="http://schemas.openxmlformats.org/drawingml/2006/main">
              <a:ext uri="{FF2B5EF4-FFF2-40B4-BE49-F238E27FC236}">
                <a16:creationId xmlns:a16="http://schemas.microsoft.com/office/drawing/2014/main" id="{BAB40AED-CB1E-4AC1-B7D6-3F01767EED8B}"/>
              </a:ext>
            </a:extLst>
          </p:cNvPr>
          <p:cNvSpPr>
            <a:spLocks xmlns:a="http://schemas.openxmlformats.org/drawingml/2006/main" noGrp="1"/>
          </p:cNvSpPr>
          <p:nvPr/>
        </p:nvSpPr>
        <p:spPr>
          <a:xfrm xmlns:a="http://schemas.openxmlformats.org/drawingml/2006/main">
            <a:off x="609600" y="4724400"/>
            <a:ext cx="10953750" cy="9525"/>
          </a:xfrm>
          <a:custGeom xmlns:a="http://schemas.openxmlformats.org/drawingml/2006/main">
            <a:pathLst>
              <a:path w="10953750" h="9525">
                <a:moveTo>
                  <a:pt x="0" y="0"/>
                </a:moveTo>
                <a:lnTo>
                  <a:pt x="10953750" y="0"/>
                </a:lnTo>
              </a:path>
            </a:pathLst>
          </a:custGeom>
          <a:noFill xmlns:a="http://schemas.openxmlformats.org/drawingml/2006/main"/>
          <a:ln xmlns:a="http://schemas.openxmlformats.org/drawingml/2006/main" w="19050">
            <a:solidFill>
              <a:srgbClr val="DCE5EE"/>
            </a:solidFill>
            <a:prstDash val="solid"/>
          </a:ln>
        </p:spPr>
      </p:sp>
      <p:sp>
        <p:nvSpPr>
          <p:cNvPr id="10" name="object-206">
            <a:extLst xmlns:a="http://schemas.openxmlformats.org/drawingml/2006/main">
              <a:ext uri="{FF2B5EF4-FFF2-40B4-BE49-F238E27FC236}">
                <a16:creationId xmlns:a16="http://schemas.microsoft.com/office/drawing/2014/main" id="{66B5496B-4686-40F9-9F05-235933B7D7FC}"/>
              </a:ext>
            </a:extLst>
          </p:cNvPr>
          <p:cNvSpPr>
            <a:spLocks xmlns:a="http://schemas.openxmlformats.org/drawingml/2006/main" noGrp="1"/>
          </p:cNvSpPr>
          <p:nvPr/>
        </p:nvSpPr>
        <p:spPr>
          <a:xfrm xmlns:a="http://schemas.openxmlformats.org/drawingml/2006/main">
            <a:off x="609600" y="5114925"/>
            <a:ext cx="3381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3379EB"/>
                </a:solidFill>
                <a:latin typeface="Microsoft YaHei"/>
                <a:ea typeface="Microsoft YaHei"/>
                <a:cs typeface="Microsoft YaHei"/>
              </a:defRPr>
            </a:defPPr>
            <a:lvl1pPr algn="l">
              <a:defRPr sz="2175" b="1">
                <a:solidFill>
                  <a:srgbClr val="3379EB"/>
                </a:solidFill>
                <a:latin typeface="Microsoft YaHei"/>
                <a:ea typeface="Microsoft YaHei"/>
                <a:cs typeface="Microsoft YaHei"/>
              </a:defRPr>
            </a:lvl1pPr>
            <a:lvl2pPr algn="l">
              <a:defRPr sz="2175" b="1">
                <a:solidFill>
                  <a:srgbClr val="3379EB"/>
                </a:solidFill>
                <a:latin typeface="Microsoft YaHei"/>
                <a:ea typeface="Microsoft YaHei"/>
                <a:cs typeface="Microsoft YaHei"/>
              </a:defRPr>
            </a:lvl2pPr>
            <a:lvl3pPr algn="l">
              <a:defRPr sz="2175" b="1">
                <a:solidFill>
                  <a:srgbClr val="3379EB"/>
                </a:solidFill>
                <a:latin typeface="Microsoft YaHei"/>
                <a:ea typeface="Microsoft YaHei"/>
                <a:cs typeface="Microsoft YaHei"/>
              </a:defRPr>
            </a:lvl3pPr>
            <a:lvl4pPr algn="l">
              <a:defRPr sz="2175" b="1">
                <a:solidFill>
                  <a:srgbClr val="3379EB"/>
                </a:solidFill>
                <a:latin typeface="Microsoft YaHei"/>
                <a:ea typeface="Microsoft YaHei"/>
                <a:cs typeface="Microsoft YaHei"/>
              </a:defRPr>
            </a:lvl4pPr>
            <a:lvl5pPr algn="l">
              <a:defRPr sz="2175" b="1">
                <a:solidFill>
                  <a:srgbClr val="3379EB"/>
                </a:solidFill>
                <a:latin typeface="Microsoft YaHei"/>
                <a:ea typeface="Microsoft YaHei"/>
                <a:cs typeface="Microsoft YaHei"/>
              </a:defRPr>
            </a:lvl5pPr>
            <a:lvl6pPr algn="l">
              <a:defRPr sz="2175" b="1">
                <a:solidFill>
                  <a:srgbClr val="3379EB"/>
                </a:solidFill>
                <a:latin typeface="Microsoft YaHei"/>
                <a:ea typeface="Microsoft YaHei"/>
                <a:cs typeface="Microsoft YaHei"/>
              </a:defRPr>
            </a:lvl6pPr>
            <a:lvl7pPr algn="l">
              <a:defRPr sz="2175" b="1">
                <a:solidFill>
                  <a:srgbClr val="3379EB"/>
                </a:solidFill>
                <a:latin typeface="Microsoft YaHei"/>
                <a:ea typeface="Microsoft YaHei"/>
                <a:cs typeface="Microsoft YaHei"/>
              </a:defRPr>
            </a:lvl7pPr>
            <a:lvl8pPr algn="l">
              <a:defRPr sz="2175" b="1">
                <a:solidFill>
                  <a:srgbClr val="3379EB"/>
                </a:solidFill>
                <a:latin typeface="Microsoft YaHei"/>
                <a:ea typeface="Microsoft YaHei"/>
                <a:cs typeface="Microsoft YaHei"/>
              </a:defRPr>
            </a:lvl8pPr>
            <a:lvl9pPr algn="l">
              <a:defRPr sz="2175" b="1">
                <a:solidFill>
                  <a:srgbClr val="3379EB"/>
                </a:solidFill>
                <a:latin typeface="Microsoft YaHei"/>
                <a:ea typeface="Microsoft YaHei"/>
                <a:cs typeface="Microsoft YaHei"/>
              </a:defRPr>
            </a:lvl9pPr>
          </a:lstStyle>
          <a:p xmlns:a="http://schemas.openxmlformats.org/drawingml/2006/main">
            <a:pPr algn="l">
              <a:defRPr sz="2175" b="1">
                <a:solidFill>
                  <a:srgbClr val="3379EB"/>
                </a:solidFill>
                <a:latin typeface="Microsoft YaHei"/>
                <a:ea typeface="Microsoft YaHei"/>
                <a:cs typeface="Microsoft YaHei"/>
              </a:defRPr>
            </a:pPr>
            <a:r>
              <a:rPr sz="2175" b="1">
                <a:solidFill>
                  <a:srgbClr val="3379EB"/>
                </a:solidFill>
                <a:latin typeface="Microsoft YaHei"/>
                <a:ea typeface="Microsoft YaHei"/>
                <a:cs typeface="Microsoft YaHei"/>
              </a:rPr>
              <a:t>线程与 Buffer 精简</a:t>
            </a:r>
          </a:p>
        </p:txBody>
      </p:sp>
      <p:sp>
        <p:nvSpPr>
          <p:cNvPr id="11" name="object-207">
            <a:extLst xmlns:a="http://schemas.openxmlformats.org/drawingml/2006/main">
              <a:ext uri="{FF2B5EF4-FFF2-40B4-BE49-F238E27FC236}">
                <a16:creationId xmlns:a16="http://schemas.microsoft.com/office/drawing/2014/main" id="{C1C0891C-1987-46FB-A479-4A2FD856C984}"/>
              </a:ext>
            </a:extLst>
          </p:cNvPr>
          <p:cNvSpPr>
            <a:spLocks xmlns:a="http://schemas.openxmlformats.org/drawingml/2006/main" noGrp="1"/>
          </p:cNvSpPr>
          <p:nvPr/>
        </p:nvSpPr>
        <p:spPr>
          <a:xfrm xmlns:a="http://schemas.openxmlformats.org/drawingml/2006/main">
            <a:off x="4429125" y="5114925"/>
            <a:ext cx="3381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3379EB"/>
                </a:solidFill>
                <a:latin typeface="Microsoft YaHei"/>
                <a:ea typeface="Microsoft YaHei"/>
                <a:cs typeface="Microsoft YaHei"/>
              </a:defRPr>
            </a:defPPr>
            <a:lvl1pPr algn="l">
              <a:defRPr sz="2175" b="1">
                <a:solidFill>
                  <a:srgbClr val="3379EB"/>
                </a:solidFill>
                <a:latin typeface="Microsoft YaHei"/>
                <a:ea typeface="Microsoft YaHei"/>
                <a:cs typeface="Microsoft YaHei"/>
              </a:defRPr>
            </a:lvl1pPr>
            <a:lvl2pPr algn="l">
              <a:defRPr sz="2175" b="1">
                <a:solidFill>
                  <a:srgbClr val="3379EB"/>
                </a:solidFill>
                <a:latin typeface="Microsoft YaHei"/>
                <a:ea typeface="Microsoft YaHei"/>
                <a:cs typeface="Microsoft YaHei"/>
              </a:defRPr>
            </a:lvl2pPr>
            <a:lvl3pPr algn="l">
              <a:defRPr sz="2175" b="1">
                <a:solidFill>
                  <a:srgbClr val="3379EB"/>
                </a:solidFill>
                <a:latin typeface="Microsoft YaHei"/>
                <a:ea typeface="Microsoft YaHei"/>
                <a:cs typeface="Microsoft YaHei"/>
              </a:defRPr>
            </a:lvl3pPr>
            <a:lvl4pPr algn="l">
              <a:defRPr sz="2175" b="1">
                <a:solidFill>
                  <a:srgbClr val="3379EB"/>
                </a:solidFill>
                <a:latin typeface="Microsoft YaHei"/>
                <a:ea typeface="Microsoft YaHei"/>
                <a:cs typeface="Microsoft YaHei"/>
              </a:defRPr>
            </a:lvl4pPr>
            <a:lvl5pPr algn="l">
              <a:defRPr sz="2175" b="1">
                <a:solidFill>
                  <a:srgbClr val="3379EB"/>
                </a:solidFill>
                <a:latin typeface="Microsoft YaHei"/>
                <a:ea typeface="Microsoft YaHei"/>
                <a:cs typeface="Microsoft YaHei"/>
              </a:defRPr>
            </a:lvl5pPr>
            <a:lvl6pPr algn="l">
              <a:defRPr sz="2175" b="1">
                <a:solidFill>
                  <a:srgbClr val="3379EB"/>
                </a:solidFill>
                <a:latin typeface="Microsoft YaHei"/>
                <a:ea typeface="Microsoft YaHei"/>
                <a:cs typeface="Microsoft YaHei"/>
              </a:defRPr>
            </a:lvl6pPr>
            <a:lvl7pPr algn="l">
              <a:defRPr sz="2175" b="1">
                <a:solidFill>
                  <a:srgbClr val="3379EB"/>
                </a:solidFill>
                <a:latin typeface="Microsoft YaHei"/>
                <a:ea typeface="Microsoft YaHei"/>
                <a:cs typeface="Microsoft YaHei"/>
              </a:defRPr>
            </a:lvl7pPr>
            <a:lvl8pPr algn="l">
              <a:defRPr sz="2175" b="1">
                <a:solidFill>
                  <a:srgbClr val="3379EB"/>
                </a:solidFill>
                <a:latin typeface="Microsoft YaHei"/>
                <a:ea typeface="Microsoft YaHei"/>
                <a:cs typeface="Microsoft YaHei"/>
              </a:defRPr>
            </a:lvl8pPr>
            <a:lvl9pPr algn="l">
              <a:defRPr sz="2175" b="1">
                <a:solidFill>
                  <a:srgbClr val="3379EB"/>
                </a:solidFill>
                <a:latin typeface="Microsoft YaHei"/>
                <a:ea typeface="Microsoft YaHei"/>
                <a:cs typeface="Microsoft YaHei"/>
              </a:defRPr>
            </a:lvl9pPr>
          </a:lstStyle>
          <a:p xmlns:a="http://schemas.openxmlformats.org/drawingml/2006/main">
            <a:pPr algn="l">
              <a:defRPr sz="2175" b="1">
                <a:solidFill>
                  <a:srgbClr val="3379EB"/>
                </a:solidFill>
                <a:latin typeface="Microsoft YaHei"/>
                <a:ea typeface="Microsoft YaHei"/>
                <a:cs typeface="Microsoft YaHei"/>
              </a:defRPr>
            </a:pPr>
            <a:r>
              <a:rPr sz="2175" b="1">
                <a:solidFill>
                  <a:srgbClr val="3379EB"/>
                </a:solidFill>
                <a:latin typeface="Microsoft YaHei"/>
                <a:ea typeface="Microsoft YaHei"/>
                <a:cs typeface="Microsoft YaHei"/>
              </a:rPr>
              <a:t>无锁消息流转</a:t>
            </a:r>
          </a:p>
        </p:txBody>
      </p:sp>
      <p:sp>
        <p:nvSpPr>
          <p:cNvPr id="12" name="object-208">
            <a:extLst xmlns:a="http://schemas.openxmlformats.org/drawingml/2006/main">
              <a:ext uri="{FF2B5EF4-FFF2-40B4-BE49-F238E27FC236}">
                <a16:creationId xmlns:a16="http://schemas.microsoft.com/office/drawing/2014/main" id="{0441EA56-C4CB-4299-A8F6-38A231EAC6CD}"/>
              </a:ext>
            </a:extLst>
          </p:cNvPr>
          <p:cNvSpPr>
            <a:spLocks xmlns:a="http://schemas.openxmlformats.org/drawingml/2006/main" noGrp="1"/>
          </p:cNvSpPr>
          <p:nvPr/>
        </p:nvSpPr>
        <p:spPr>
          <a:xfrm xmlns:a="http://schemas.openxmlformats.org/drawingml/2006/main">
            <a:off x="8248650" y="5114925"/>
            <a:ext cx="331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119A92"/>
                </a:solidFill>
                <a:latin typeface="Microsoft YaHei"/>
                <a:ea typeface="Microsoft YaHei"/>
                <a:cs typeface="Microsoft YaHei"/>
              </a:defRPr>
            </a:defPPr>
            <a:lvl1pPr algn="l">
              <a:defRPr sz="2175" b="1">
                <a:solidFill>
                  <a:srgbClr val="119A92"/>
                </a:solidFill>
                <a:latin typeface="Microsoft YaHei"/>
                <a:ea typeface="Microsoft YaHei"/>
                <a:cs typeface="Microsoft YaHei"/>
              </a:defRPr>
            </a:lvl1pPr>
            <a:lvl2pPr algn="l">
              <a:defRPr sz="2175" b="1">
                <a:solidFill>
                  <a:srgbClr val="119A92"/>
                </a:solidFill>
                <a:latin typeface="Microsoft YaHei"/>
                <a:ea typeface="Microsoft YaHei"/>
                <a:cs typeface="Microsoft YaHei"/>
              </a:defRPr>
            </a:lvl2pPr>
            <a:lvl3pPr algn="l">
              <a:defRPr sz="2175" b="1">
                <a:solidFill>
                  <a:srgbClr val="119A92"/>
                </a:solidFill>
                <a:latin typeface="Microsoft YaHei"/>
                <a:ea typeface="Microsoft YaHei"/>
                <a:cs typeface="Microsoft YaHei"/>
              </a:defRPr>
            </a:lvl3pPr>
            <a:lvl4pPr algn="l">
              <a:defRPr sz="2175" b="1">
                <a:solidFill>
                  <a:srgbClr val="119A92"/>
                </a:solidFill>
                <a:latin typeface="Microsoft YaHei"/>
                <a:ea typeface="Microsoft YaHei"/>
                <a:cs typeface="Microsoft YaHei"/>
              </a:defRPr>
            </a:lvl4pPr>
            <a:lvl5pPr algn="l">
              <a:defRPr sz="2175" b="1">
                <a:solidFill>
                  <a:srgbClr val="119A92"/>
                </a:solidFill>
                <a:latin typeface="Microsoft YaHei"/>
                <a:ea typeface="Microsoft YaHei"/>
                <a:cs typeface="Microsoft YaHei"/>
              </a:defRPr>
            </a:lvl5pPr>
            <a:lvl6pPr algn="l">
              <a:defRPr sz="2175" b="1">
                <a:solidFill>
                  <a:srgbClr val="119A92"/>
                </a:solidFill>
                <a:latin typeface="Microsoft YaHei"/>
                <a:ea typeface="Microsoft YaHei"/>
                <a:cs typeface="Microsoft YaHei"/>
              </a:defRPr>
            </a:lvl6pPr>
            <a:lvl7pPr algn="l">
              <a:defRPr sz="2175" b="1">
                <a:solidFill>
                  <a:srgbClr val="119A92"/>
                </a:solidFill>
                <a:latin typeface="Microsoft YaHei"/>
                <a:ea typeface="Microsoft YaHei"/>
                <a:cs typeface="Microsoft YaHei"/>
              </a:defRPr>
            </a:lvl7pPr>
            <a:lvl8pPr algn="l">
              <a:defRPr sz="2175" b="1">
                <a:solidFill>
                  <a:srgbClr val="119A92"/>
                </a:solidFill>
                <a:latin typeface="Microsoft YaHei"/>
                <a:ea typeface="Microsoft YaHei"/>
                <a:cs typeface="Microsoft YaHei"/>
              </a:defRPr>
            </a:lvl8pPr>
            <a:lvl9pPr algn="l">
              <a:defRPr sz="2175" b="1">
                <a:solidFill>
                  <a:srgbClr val="119A92"/>
                </a:solidFill>
                <a:latin typeface="Microsoft YaHei"/>
                <a:ea typeface="Microsoft YaHei"/>
                <a:cs typeface="Microsoft YaHei"/>
              </a:defRPr>
            </a:lvl9pPr>
          </a:lstStyle>
          <a:p xmlns:a="http://schemas.openxmlformats.org/drawingml/2006/main">
            <a:pPr algn="l">
              <a:defRPr sz="2175" b="1">
                <a:solidFill>
                  <a:srgbClr val="119A92"/>
                </a:solidFill>
                <a:latin typeface="Microsoft YaHei"/>
                <a:ea typeface="Microsoft YaHei"/>
                <a:cs typeface="Microsoft YaHei"/>
              </a:defRPr>
            </a:pPr>
            <a:r>
              <a:rPr sz="2175" b="1">
                <a:solidFill>
                  <a:srgbClr val="119A92"/>
                </a:solidFill>
                <a:latin typeface="Microsoft YaHei"/>
                <a:ea typeface="Microsoft YaHei"/>
                <a:cs typeface="Microsoft YaHei"/>
              </a:rPr>
              <a:t>节点职责复用</a:t>
            </a:r>
          </a:p>
        </p:txBody>
      </p:sp>
      <p:sp>
        <p:nvSpPr>
          <p:cNvPr id="13" name="object-209">
            <a:extLst xmlns:a="http://schemas.openxmlformats.org/drawingml/2006/main">
              <a:ext uri="{FF2B5EF4-FFF2-40B4-BE49-F238E27FC236}">
                <a16:creationId xmlns:a16="http://schemas.microsoft.com/office/drawing/2014/main" id="{B96E9AC7-4789-4C3B-9B3D-EF575B4B62ED}"/>
              </a:ext>
            </a:extLst>
          </p:cNvPr>
          <p:cNvSpPr>
            <a:spLocks xmlns:a="http://schemas.openxmlformats.org/drawingml/2006/main" noGrp="1"/>
          </p:cNvSpPr>
          <p:nvPr/>
        </p:nvSpPr>
        <p:spPr>
          <a:xfrm xmlns:a="http://schemas.openxmlformats.org/drawingml/2006/main">
            <a:off x="609600" y="5686425"/>
            <a:ext cx="1095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12263B"/>
                </a:solidFill>
                <a:latin typeface="Microsoft YaHei"/>
                <a:ea typeface="Microsoft YaHei"/>
                <a:cs typeface="Microsoft YaHei"/>
              </a:defRPr>
            </a:defPPr>
            <a:lvl1pPr algn="l">
              <a:defRPr sz="2025" b="0">
                <a:solidFill>
                  <a:srgbClr val="12263B"/>
                </a:solidFill>
                <a:latin typeface="Microsoft YaHei"/>
                <a:ea typeface="Microsoft YaHei"/>
                <a:cs typeface="Microsoft YaHei"/>
              </a:defRPr>
            </a:lvl1pPr>
            <a:lvl2pPr algn="l">
              <a:defRPr sz="2025" b="0">
                <a:solidFill>
                  <a:srgbClr val="12263B"/>
                </a:solidFill>
                <a:latin typeface="Microsoft YaHei"/>
                <a:ea typeface="Microsoft YaHei"/>
                <a:cs typeface="Microsoft YaHei"/>
              </a:defRPr>
            </a:lvl2pPr>
            <a:lvl3pPr algn="l">
              <a:defRPr sz="2025" b="0">
                <a:solidFill>
                  <a:srgbClr val="12263B"/>
                </a:solidFill>
                <a:latin typeface="Microsoft YaHei"/>
                <a:ea typeface="Microsoft YaHei"/>
                <a:cs typeface="Microsoft YaHei"/>
              </a:defRPr>
            </a:lvl3pPr>
            <a:lvl4pPr algn="l">
              <a:defRPr sz="2025" b="0">
                <a:solidFill>
                  <a:srgbClr val="12263B"/>
                </a:solidFill>
                <a:latin typeface="Microsoft YaHei"/>
                <a:ea typeface="Microsoft YaHei"/>
                <a:cs typeface="Microsoft YaHei"/>
              </a:defRPr>
            </a:lvl4pPr>
            <a:lvl5pPr algn="l">
              <a:defRPr sz="2025" b="0">
                <a:solidFill>
                  <a:srgbClr val="12263B"/>
                </a:solidFill>
                <a:latin typeface="Microsoft YaHei"/>
                <a:ea typeface="Microsoft YaHei"/>
                <a:cs typeface="Microsoft YaHei"/>
              </a:defRPr>
            </a:lvl5pPr>
            <a:lvl6pPr algn="l">
              <a:defRPr sz="2025" b="0">
                <a:solidFill>
                  <a:srgbClr val="12263B"/>
                </a:solidFill>
                <a:latin typeface="Microsoft YaHei"/>
                <a:ea typeface="Microsoft YaHei"/>
                <a:cs typeface="Microsoft YaHei"/>
              </a:defRPr>
            </a:lvl6pPr>
            <a:lvl7pPr algn="l">
              <a:defRPr sz="2025" b="0">
                <a:solidFill>
                  <a:srgbClr val="12263B"/>
                </a:solidFill>
                <a:latin typeface="Microsoft YaHei"/>
                <a:ea typeface="Microsoft YaHei"/>
                <a:cs typeface="Microsoft YaHei"/>
              </a:defRPr>
            </a:lvl7pPr>
            <a:lvl8pPr algn="l">
              <a:defRPr sz="2025" b="0">
                <a:solidFill>
                  <a:srgbClr val="12263B"/>
                </a:solidFill>
                <a:latin typeface="Microsoft YaHei"/>
                <a:ea typeface="Microsoft YaHei"/>
                <a:cs typeface="Microsoft YaHei"/>
              </a:defRPr>
            </a:lvl8pPr>
            <a:lvl9pPr algn="l">
              <a:defRPr sz="2025" b="0">
                <a:solidFill>
                  <a:srgbClr val="12263B"/>
                </a:solidFill>
                <a:latin typeface="Microsoft YaHei"/>
                <a:ea typeface="Microsoft YaHei"/>
                <a:cs typeface="Microsoft YaHei"/>
              </a:defRPr>
            </a:lvl9pPr>
          </a:lstStyle>
          <a:p xmlns:a="http://schemas.openxmlformats.org/drawingml/2006/main">
            <a:pPr algn="l">
              <a:defRPr sz="2025" b="0">
                <a:solidFill>
                  <a:srgbClr val="12263B"/>
                </a:solidFill>
                <a:latin typeface="Microsoft YaHei"/>
                <a:ea typeface="Microsoft YaHei"/>
                <a:cs typeface="Microsoft YaHei"/>
              </a:defRPr>
            </a:pPr>
            <a:r>
              <a:rPr sz="2025" b="0">
                <a:solidFill>
                  <a:srgbClr val="12263B"/>
                </a:solidFill>
                <a:latin typeface="Microsoft YaHei"/>
                <a:ea typeface="Microsoft YaHei"/>
                <a:cs typeface="Microsoft YaHei"/>
              </a:rPr>
              <a:t>接下来逐项解释：具体改了哪里，为什么有助于全局体验</a:t>
            </a:r>
          </a:p>
        </p:txBody>
      </p:sp>
      <p:sp>
        <p:nvSpPr>
          <p:cNvPr id="14" name="object-210">
            <a:extLst xmlns:a="http://schemas.openxmlformats.org/drawingml/2006/main">
              <a:ext uri="{FF2B5EF4-FFF2-40B4-BE49-F238E27FC236}">
                <a16:creationId xmlns:a16="http://schemas.microsoft.com/office/drawing/2014/main" id="{138B07DF-922E-48EA-8786-24BAE14AF500}"/>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目标与定性收益来自团队说明；量化幅度与测试条件待补，源码用于解释机制</a:t>
            </a:r>
          </a:p>
        </p:txBody>
      </p:sp>
      <p:sp>
        <p:nvSpPr>
          <p:cNvPr id="15" name="object-211">
            <a:extLst xmlns:a="http://schemas.openxmlformats.org/drawingml/2006/main">
              <a:ext uri="{FF2B5EF4-FFF2-40B4-BE49-F238E27FC236}">
                <a16:creationId xmlns:a16="http://schemas.microsoft.com/office/drawing/2014/main" id="{8A5CDB33-4F2B-442E-9ABC-9FB090F2A805}"/>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06</a:t>
            </a:r>
          </a:p>
        </p:txBody>
      </p:sp>
    </p:spTree>
    <p:extLst>
      <p:ext uri="{BB962C8B-B14F-4D97-AF65-F5344CB8AC3E}">
        <p14:creationId xmlns:p14="http://schemas.microsoft.com/office/powerpoint/2010/main" val="1594812410"/>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object-212">
            <a:extLst xmlns:a="http://schemas.openxmlformats.org/drawingml/2006/main">
              <a:ext uri="{FF2B5EF4-FFF2-40B4-BE49-F238E27FC236}">
                <a16:creationId xmlns:a16="http://schemas.microsoft.com/office/drawing/2014/main" id="{540E4FF5-02C0-410C-8565-54F7225871AF}"/>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第三部分 · 创新一：线程与 Buffer</a:t>
            </a:r>
          </a:p>
        </p:txBody>
      </p:sp>
      <p:sp>
        <p:nvSpPr>
          <p:cNvPr id="2" name="object-213">
            <a:extLst xmlns:a="http://schemas.openxmlformats.org/drawingml/2006/main">
              <a:ext uri="{FF2B5EF4-FFF2-40B4-BE49-F238E27FC236}">
                <a16:creationId xmlns:a16="http://schemas.microsoft.com/office/drawing/2014/main" id="{10211CFA-8621-4440-8F6F-5B1CDDEBE963}"/>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线程精简：减少执行环节之间的交接</a:t>
            </a:r>
          </a:p>
        </p:txBody>
      </p:sp>
      <p:sp>
        <p:nvSpPr>
          <p:cNvPr id="3" name="object-214">
            <a:extLst xmlns:a="http://schemas.openxmlformats.org/drawingml/2006/main">
              <a:ext uri="{FF2B5EF4-FFF2-40B4-BE49-F238E27FC236}">
                <a16:creationId xmlns:a16="http://schemas.microsoft.com/office/drawing/2014/main" id="{D288A6B5-3165-4F80-B5F0-2F550DC4063C}"/>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旧渲染侧把数据交给写线程，当前处理线程拉图后直接提交</a:t>
            </a:r>
          </a:p>
        </p:txBody>
      </p:sp>
      <p:sp>
        <p:nvSpPr>
          <p:cNvPr id="4" name="object-215">
            <a:extLst xmlns:a="http://schemas.openxmlformats.org/drawingml/2006/main">
              <a:ext uri="{FF2B5EF4-FFF2-40B4-BE49-F238E27FC236}">
                <a16:creationId xmlns:a16="http://schemas.microsoft.com/office/drawing/2014/main" id="{A5A0DC3D-212C-4018-AA51-3FA90ECDBB2C}"/>
              </a:ext>
            </a:extLst>
          </p:cNvPr>
          <p:cNvSpPr>
            <a:spLocks xmlns:a="http://schemas.openxmlformats.org/drawingml/2006/main" noGrp="1"/>
          </p:cNvSpPr>
          <p:nvPr/>
        </p:nvSpPr>
        <p:spPr>
          <a:xfrm xmlns:a="http://schemas.openxmlformats.org/drawingml/2006/main">
            <a:off x="609600" y="2333625"/>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1">
                <a:solidFill>
                  <a:srgbClr val="887798"/>
                </a:solidFill>
                <a:latin typeface="Microsoft YaHei"/>
                <a:ea typeface="Microsoft YaHei"/>
                <a:cs typeface="Microsoft YaHei"/>
              </a:defRPr>
            </a:defPPr>
            <a:lvl1pPr algn="l">
              <a:defRPr sz="2100" b="1">
                <a:solidFill>
                  <a:srgbClr val="887798"/>
                </a:solidFill>
                <a:latin typeface="Microsoft YaHei"/>
                <a:ea typeface="Microsoft YaHei"/>
                <a:cs typeface="Microsoft YaHei"/>
              </a:defRPr>
            </a:lvl1pPr>
            <a:lvl2pPr algn="l">
              <a:defRPr sz="2100" b="1">
                <a:solidFill>
                  <a:srgbClr val="887798"/>
                </a:solidFill>
                <a:latin typeface="Microsoft YaHei"/>
                <a:ea typeface="Microsoft YaHei"/>
                <a:cs typeface="Microsoft YaHei"/>
              </a:defRPr>
            </a:lvl2pPr>
            <a:lvl3pPr algn="l">
              <a:defRPr sz="2100" b="1">
                <a:solidFill>
                  <a:srgbClr val="887798"/>
                </a:solidFill>
                <a:latin typeface="Microsoft YaHei"/>
                <a:ea typeface="Microsoft YaHei"/>
                <a:cs typeface="Microsoft YaHei"/>
              </a:defRPr>
            </a:lvl3pPr>
            <a:lvl4pPr algn="l">
              <a:defRPr sz="2100" b="1">
                <a:solidFill>
                  <a:srgbClr val="887798"/>
                </a:solidFill>
                <a:latin typeface="Microsoft YaHei"/>
                <a:ea typeface="Microsoft YaHei"/>
                <a:cs typeface="Microsoft YaHei"/>
              </a:defRPr>
            </a:lvl4pPr>
            <a:lvl5pPr algn="l">
              <a:defRPr sz="2100" b="1">
                <a:solidFill>
                  <a:srgbClr val="887798"/>
                </a:solidFill>
                <a:latin typeface="Microsoft YaHei"/>
                <a:ea typeface="Microsoft YaHei"/>
                <a:cs typeface="Microsoft YaHei"/>
              </a:defRPr>
            </a:lvl5pPr>
            <a:lvl6pPr algn="l">
              <a:defRPr sz="2100" b="1">
                <a:solidFill>
                  <a:srgbClr val="887798"/>
                </a:solidFill>
                <a:latin typeface="Microsoft YaHei"/>
                <a:ea typeface="Microsoft YaHei"/>
                <a:cs typeface="Microsoft YaHei"/>
              </a:defRPr>
            </a:lvl6pPr>
            <a:lvl7pPr algn="l">
              <a:defRPr sz="2100" b="1">
                <a:solidFill>
                  <a:srgbClr val="887798"/>
                </a:solidFill>
                <a:latin typeface="Microsoft YaHei"/>
                <a:ea typeface="Microsoft YaHei"/>
                <a:cs typeface="Microsoft YaHei"/>
              </a:defRPr>
            </a:lvl7pPr>
            <a:lvl8pPr algn="l">
              <a:defRPr sz="2100" b="1">
                <a:solidFill>
                  <a:srgbClr val="887798"/>
                </a:solidFill>
                <a:latin typeface="Microsoft YaHei"/>
                <a:ea typeface="Microsoft YaHei"/>
                <a:cs typeface="Microsoft YaHei"/>
              </a:defRPr>
            </a:lvl8pPr>
            <a:lvl9pPr algn="l">
              <a:defRPr sz="2100" b="1">
                <a:solidFill>
                  <a:srgbClr val="887798"/>
                </a:solidFill>
                <a:latin typeface="Microsoft YaHei"/>
                <a:ea typeface="Microsoft YaHei"/>
                <a:cs typeface="Microsoft YaHei"/>
              </a:defRPr>
            </a:lvl9pPr>
          </a:lstStyle>
          <a:p xmlns:a="http://schemas.openxmlformats.org/drawingml/2006/main">
            <a:pPr algn="l">
              <a:defRPr sz="2100" b="1">
                <a:solidFill>
                  <a:srgbClr val="887798"/>
                </a:solidFill>
                <a:latin typeface="Microsoft YaHei"/>
                <a:ea typeface="Microsoft YaHei"/>
                <a:cs typeface="Microsoft YaHei"/>
              </a:defRPr>
            </a:pPr>
            <a:r>
              <a:rPr sz="2100" b="1">
                <a:solidFill>
                  <a:srgbClr val="887798"/>
                </a:solidFill>
                <a:latin typeface="Microsoft YaHei"/>
                <a:ea typeface="Microsoft YaHei"/>
                <a:cs typeface="Microsoft YaHei"/>
              </a:rPr>
              <a:t>5.1 普通主输出：跨线程交接</a:t>
            </a:r>
          </a:p>
        </p:txBody>
      </p:sp>
      <p:sp>
        <p:nvSpPr>
          <p:cNvPr id="5" name="object-216">
            <a:extLst xmlns:a="http://schemas.openxmlformats.org/drawingml/2006/main">
              <a:ext uri="{FF2B5EF4-FFF2-40B4-BE49-F238E27FC236}">
                <a16:creationId xmlns:a16="http://schemas.microsoft.com/office/drawing/2014/main" id="{57055FE9-778B-4F26-84A3-7436AADE56DE}"/>
              </a:ext>
            </a:extLst>
          </p:cNvPr>
          <p:cNvSpPr>
            <a:spLocks xmlns:a="http://schemas.openxmlformats.org/drawingml/2006/main" noGrp="1"/>
          </p:cNvSpPr>
          <p:nvPr/>
        </p:nvSpPr>
        <p:spPr>
          <a:xfrm xmlns:a="http://schemas.openxmlformats.org/drawingml/2006/main">
            <a:off x="609600" y="2895600"/>
            <a:ext cx="3219450" cy="79057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6" name="object-217">
            <a:extLst xmlns:a="http://schemas.openxmlformats.org/drawingml/2006/main">
              <a:ext uri="{FF2B5EF4-FFF2-40B4-BE49-F238E27FC236}">
                <a16:creationId xmlns:a16="http://schemas.microsoft.com/office/drawing/2014/main" id="{455546F1-7258-4142-B582-18D870225EF0}"/>
              </a:ext>
            </a:extLst>
          </p:cNvPr>
          <p:cNvSpPr>
            <a:spLocks xmlns:a="http://schemas.openxmlformats.org/drawingml/2006/main" noGrp="1"/>
          </p:cNvSpPr>
          <p:nvPr/>
        </p:nvSpPr>
        <p:spPr>
          <a:xfrm xmlns:a="http://schemas.openxmlformats.org/drawingml/2006/main">
            <a:off x="723900" y="2952750"/>
            <a:ext cx="29908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渲染线程</a:t>
            </a:r>
          </a:p>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生成 chunk</a:t>
            </a:r>
          </a:p>
        </p:txBody>
      </p:sp>
      <p:sp>
        <p:nvSpPr>
          <p:cNvPr id="7" name="object-218">
            <a:extLst xmlns:a="http://schemas.openxmlformats.org/drawingml/2006/main">
              <a:ext uri="{FF2B5EF4-FFF2-40B4-BE49-F238E27FC236}">
                <a16:creationId xmlns:a16="http://schemas.microsoft.com/office/drawing/2014/main" id="{A344C980-8B66-4BC2-832E-2B6345F21A6A}"/>
              </a:ext>
            </a:extLst>
          </p:cNvPr>
          <p:cNvSpPr>
            <a:spLocks xmlns:a="http://schemas.openxmlformats.org/drawingml/2006/main" noGrp="1"/>
          </p:cNvSpPr>
          <p:nvPr/>
        </p:nvSpPr>
        <p:spPr>
          <a:xfrm xmlns:a="http://schemas.openxmlformats.org/drawingml/2006/main">
            <a:off x="4714875" y="2895600"/>
            <a:ext cx="2714625" cy="790575"/>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8" name="object-219">
            <a:extLst xmlns:a="http://schemas.openxmlformats.org/drawingml/2006/main">
              <a:ext uri="{FF2B5EF4-FFF2-40B4-BE49-F238E27FC236}">
                <a16:creationId xmlns:a16="http://schemas.microsoft.com/office/drawing/2014/main" id="{D55931D9-C1BA-41D6-B3C0-E57608DBFB56}"/>
              </a:ext>
            </a:extLst>
          </p:cNvPr>
          <p:cNvSpPr>
            <a:spLocks xmlns:a="http://schemas.openxmlformats.org/drawingml/2006/main" noGrp="1"/>
          </p:cNvSpPr>
          <p:nvPr/>
        </p:nvSpPr>
        <p:spPr>
          <a:xfrm xmlns:a="http://schemas.openxmlformats.org/drawingml/2006/main">
            <a:off x="4829175" y="2952750"/>
            <a:ext cx="24860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75" b="1">
                <a:solidFill>
                  <a:srgbClr val="FFFFFF"/>
                </a:solidFill>
                <a:latin typeface="Microsoft YaHei"/>
                <a:ea typeface="Microsoft YaHei"/>
                <a:cs typeface="Microsoft YaHei"/>
              </a:defRPr>
            </a:defPPr>
            <a:lvl1pPr algn="ctr">
              <a:defRPr sz="1875" b="1">
                <a:solidFill>
                  <a:srgbClr val="FFFFFF"/>
                </a:solidFill>
                <a:latin typeface="Microsoft YaHei"/>
                <a:ea typeface="Microsoft YaHei"/>
                <a:cs typeface="Microsoft YaHei"/>
              </a:defRPr>
            </a:lvl1pPr>
            <a:lvl2pPr algn="ctr">
              <a:defRPr sz="1875" b="1">
                <a:solidFill>
                  <a:srgbClr val="FFFFFF"/>
                </a:solidFill>
                <a:latin typeface="Microsoft YaHei"/>
                <a:ea typeface="Microsoft YaHei"/>
                <a:cs typeface="Microsoft YaHei"/>
              </a:defRPr>
            </a:lvl2pPr>
            <a:lvl3pPr algn="ctr">
              <a:defRPr sz="1875" b="1">
                <a:solidFill>
                  <a:srgbClr val="FFFFFF"/>
                </a:solidFill>
                <a:latin typeface="Microsoft YaHei"/>
                <a:ea typeface="Microsoft YaHei"/>
                <a:cs typeface="Microsoft YaHei"/>
              </a:defRPr>
            </a:lvl3pPr>
            <a:lvl4pPr algn="ctr">
              <a:defRPr sz="1875" b="1">
                <a:solidFill>
                  <a:srgbClr val="FFFFFF"/>
                </a:solidFill>
                <a:latin typeface="Microsoft YaHei"/>
                <a:ea typeface="Microsoft YaHei"/>
                <a:cs typeface="Microsoft YaHei"/>
              </a:defRPr>
            </a:lvl4pPr>
            <a:lvl5pPr algn="ctr">
              <a:defRPr sz="1875" b="1">
                <a:solidFill>
                  <a:srgbClr val="FFFFFF"/>
                </a:solidFill>
                <a:latin typeface="Microsoft YaHei"/>
                <a:ea typeface="Microsoft YaHei"/>
                <a:cs typeface="Microsoft YaHei"/>
              </a:defRPr>
            </a:lvl5pPr>
            <a:lvl6pPr algn="ctr">
              <a:defRPr sz="1875" b="1">
                <a:solidFill>
                  <a:srgbClr val="FFFFFF"/>
                </a:solidFill>
                <a:latin typeface="Microsoft YaHei"/>
                <a:ea typeface="Microsoft YaHei"/>
                <a:cs typeface="Microsoft YaHei"/>
              </a:defRPr>
            </a:lvl6pPr>
            <a:lvl7pPr algn="ctr">
              <a:defRPr sz="1875" b="1">
                <a:solidFill>
                  <a:srgbClr val="FFFFFF"/>
                </a:solidFill>
                <a:latin typeface="Microsoft YaHei"/>
                <a:ea typeface="Microsoft YaHei"/>
                <a:cs typeface="Microsoft YaHei"/>
              </a:defRPr>
            </a:lvl7pPr>
            <a:lvl8pPr algn="ctr">
              <a:defRPr sz="1875" b="1">
                <a:solidFill>
                  <a:srgbClr val="FFFFFF"/>
                </a:solidFill>
                <a:latin typeface="Microsoft YaHei"/>
                <a:ea typeface="Microsoft YaHei"/>
                <a:cs typeface="Microsoft YaHei"/>
              </a:defRPr>
            </a:lvl8pPr>
            <a:lvl9pPr algn="ctr">
              <a:defRPr sz="1875" b="1">
                <a:solidFill>
                  <a:srgbClr val="FFFFFF"/>
                </a:solidFill>
                <a:latin typeface="Microsoft YaHei"/>
                <a:ea typeface="Microsoft YaHei"/>
                <a:cs typeface="Microsoft YaHei"/>
              </a:defRPr>
            </a:lvl9pPr>
          </a:lstStyle>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primary.dq</a:t>
            </a:r>
          </a:p>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交接队列</a:t>
            </a:r>
          </a:p>
        </p:txBody>
      </p:sp>
      <p:sp>
        <p:nvSpPr>
          <p:cNvPr id="9" name="object-220">
            <a:extLst xmlns:a="http://schemas.openxmlformats.org/drawingml/2006/main">
              <a:ext uri="{FF2B5EF4-FFF2-40B4-BE49-F238E27FC236}">
                <a16:creationId xmlns:a16="http://schemas.microsoft.com/office/drawing/2014/main" id="{2D2F6953-0757-4C6E-AC13-F20E1CF8040F}"/>
              </a:ext>
            </a:extLst>
          </p:cNvPr>
          <p:cNvSpPr>
            <a:spLocks xmlns:a="http://schemas.openxmlformats.org/drawingml/2006/main" noGrp="1"/>
          </p:cNvSpPr>
          <p:nvPr/>
        </p:nvSpPr>
        <p:spPr>
          <a:xfrm xmlns:a="http://schemas.openxmlformats.org/drawingml/2006/main">
            <a:off x="8315325" y="2895600"/>
            <a:ext cx="3248025" cy="79057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10" name="object-221">
            <a:extLst xmlns:a="http://schemas.openxmlformats.org/drawingml/2006/main">
              <a:ext uri="{FF2B5EF4-FFF2-40B4-BE49-F238E27FC236}">
                <a16:creationId xmlns:a16="http://schemas.microsoft.com/office/drawing/2014/main" id="{1BD9F6E2-8151-4D69-BD80-635F00786BEA}"/>
              </a:ext>
            </a:extLst>
          </p:cNvPr>
          <p:cNvSpPr>
            <a:spLocks xmlns:a="http://schemas.openxmlformats.org/drawingml/2006/main" noGrp="1"/>
          </p:cNvSpPr>
          <p:nvPr/>
        </p:nvSpPr>
        <p:spPr>
          <a:xfrm xmlns:a="http://schemas.openxmlformats.org/drawingml/2006/main">
            <a:off x="8429625" y="2952750"/>
            <a:ext cx="30194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HDI 写线程</a:t>
            </a:r>
          </a:p>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消费并提交</a:t>
            </a:r>
          </a:p>
        </p:txBody>
      </p:sp>
      <p:sp>
        <p:nvSpPr>
          <p:cNvPr id="11" name="line-222">
            <a:extLst xmlns:a="http://schemas.openxmlformats.org/drawingml/2006/main">
              <a:ext uri="{FF2B5EF4-FFF2-40B4-BE49-F238E27FC236}">
                <a16:creationId xmlns:a16="http://schemas.microsoft.com/office/drawing/2014/main" id="{5ACB2A7E-1F61-4B00-B40D-BD179DB2402B}"/>
              </a:ext>
            </a:extLst>
          </p:cNvPr>
          <p:cNvSpPr>
            <a:spLocks xmlns:a="http://schemas.openxmlformats.org/drawingml/2006/main" noGrp="1"/>
          </p:cNvSpPr>
          <p:nvPr/>
        </p:nvSpPr>
        <p:spPr>
          <a:xfrm xmlns:a="http://schemas.openxmlformats.org/drawingml/2006/main">
            <a:off x="3943350" y="3286125"/>
            <a:ext cx="657225" cy="9525"/>
          </a:xfrm>
          <a:custGeom xmlns:a="http://schemas.openxmlformats.org/drawingml/2006/main">
            <a:pathLst>
              <a:path w="657225" h="9525">
                <a:moveTo>
                  <a:pt x="0" y="0"/>
                </a:moveTo>
                <a:lnTo>
                  <a:pt x="657225" y="0"/>
                </a:lnTo>
              </a:path>
            </a:pathLst>
          </a:custGeom>
          <a:noFill xmlns:a="http://schemas.openxmlformats.org/drawingml/2006/main"/>
          <a:ln xmlns:a="http://schemas.openxmlformats.org/drawingml/2006/main" w="28575">
            <a:solidFill>
              <a:srgbClr val="887798"/>
            </a:solidFill>
            <a:prstDash val="solid"/>
          </a:ln>
        </p:spPr>
      </p:sp>
      <p:sp>
        <p:nvSpPr>
          <p:cNvPr id="12" name="line-223">
            <a:extLst xmlns:a="http://schemas.openxmlformats.org/drawingml/2006/main">
              <a:ext uri="{FF2B5EF4-FFF2-40B4-BE49-F238E27FC236}">
                <a16:creationId xmlns:a16="http://schemas.microsoft.com/office/drawing/2014/main" id="{EB48AD06-0376-4D50-99E5-7677A52FCA9F}"/>
              </a:ext>
            </a:extLst>
          </p:cNvPr>
          <p:cNvSpPr>
            <a:spLocks xmlns:a="http://schemas.openxmlformats.org/drawingml/2006/main" noGrp="1"/>
          </p:cNvSpPr>
          <p:nvPr/>
        </p:nvSpPr>
        <p:spPr>
          <a:xfrm xmlns:a="http://schemas.openxmlformats.org/drawingml/2006/main">
            <a:off x="4514807" y="32861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887798"/>
            </a:solidFill>
            <a:prstDash val="solid"/>
          </a:ln>
        </p:spPr>
      </p:sp>
      <p:sp>
        <p:nvSpPr>
          <p:cNvPr id="13" name="line-224">
            <a:extLst xmlns:a="http://schemas.openxmlformats.org/drawingml/2006/main">
              <a:ext uri="{FF2B5EF4-FFF2-40B4-BE49-F238E27FC236}">
                <a16:creationId xmlns:a16="http://schemas.microsoft.com/office/drawing/2014/main" id="{121CEB0A-1AF1-476E-AF9D-B5E6AE9FAD96}"/>
              </a:ext>
            </a:extLst>
          </p:cNvPr>
          <p:cNvSpPr>
            <a:spLocks xmlns:a="http://schemas.openxmlformats.org/drawingml/2006/main" noGrp="1"/>
          </p:cNvSpPr>
          <p:nvPr/>
        </p:nvSpPr>
        <p:spPr>
          <a:xfrm xmlns:a="http://schemas.openxmlformats.org/drawingml/2006/main">
            <a:off x="4514807" y="32446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887798"/>
            </a:solidFill>
            <a:prstDash val="solid"/>
          </a:ln>
        </p:spPr>
      </p:sp>
      <p:sp>
        <p:nvSpPr>
          <p:cNvPr id="14" name="line-225">
            <a:extLst xmlns:a="http://schemas.openxmlformats.org/drawingml/2006/main">
              <a:ext uri="{FF2B5EF4-FFF2-40B4-BE49-F238E27FC236}">
                <a16:creationId xmlns:a16="http://schemas.microsoft.com/office/drawing/2014/main" id="{EBC72998-D3D5-4BED-8099-6A29CC053923}"/>
              </a:ext>
            </a:extLst>
          </p:cNvPr>
          <p:cNvSpPr>
            <a:spLocks xmlns:a="http://schemas.openxmlformats.org/drawingml/2006/main" noGrp="1"/>
          </p:cNvSpPr>
          <p:nvPr/>
        </p:nvSpPr>
        <p:spPr>
          <a:xfrm xmlns:a="http://schemas.openxmlformats.org/drawingml/2006/main">
            <a:off x="7543800" y="3286125"/>
            <a:ext cx="657225" cy="9525"/>
          </a:xfrm>
          <a:custGeom xmlns:a="http://schemas.openxmlformats.org/drawingml/2006/main">
            <a:pathLst>
              <a:path w="657225" h="9525">
                <a:moveTo>
                  <a:pt x="0" y="0"/>
                </a:moveTo>
                <a:lnTo>
                  <a:pt x="657225" y="0"/>
                </a:lnTo>
              </a:path>
            </a:pathLst>
          </a:custGeom>
          <a:noFill xmlns:a="http://schemas.openxmlformats.org/drawingml/2006/main"/>
          <a:ln xmlns:a="http://schemas.openxmlformats.org/drawingml/2006/main" w="28575">
            <a:solidFill>
              <a:srgbClr val="887798"/>
            </a:solidFill>
            <a:prstDash val="solid"/>
          </a:ln>
        </p:spPr>
      </p:sp>
      <p:sp>
        <p:nvSpPr>
          <p:cNvPr id="15" name="line-226">
            <a:extLst xmlns:a="http://schemas.openxmlformats.org/drawingml/2006/main">
              <a:ext uri="{FF2B5EF4-FFF2-40B4-BE49-F238E27FC236}">
                <a16:creationId xmlns:a16="http://schemas.microsoft.com/office/drawing/2014/main" id="{067D20C9-DB03-4096-9813-A88875F325C8}"/>
              </a:ext>
            </a:extLst>
          </p:cNvPr>
          <p:cNvSpPr>
            <a:spLocks xmlns:a="http://schemas.openxmlformats.org/drawingml/2006/main" noGrp="1"/>
          </p:cNvSpPr>
          <p:nvPr/>
        </p:nvSpPr>
        <p:spPr>
          <a:xfrm xmlns:a="http://schemas.openxmlformats.org/drawingml/2006/main">
            <a:off x="8115257" y="32861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887798"/>
            </a:solidFill>
            <a:prstDash val="solid"/>
          </a:ln>
        </p:spPr>
      </p:sp>
      <p:sp>
        <p:nvSpPr>
          <p:cNvPr id="16" name="line-227">
            <a:extLst xmlns:a="http://schemas.openxmlformats.org/drawingml/2006/main">
              <a:ext uri="{FF2B5EF4-FFF2-40B4-BE49-F238E27FC236}">
                <a16:creationId xmlns:a16="http://schemas.microsoft.com/office/drawing/2014/main" id="{0E34DE8B-5AA2-420E-8F2F-65C924090CEE}"/>
              </a:ext>
            </a:extLst>
          </p:cNvPr>
          <p:cNvSpPr>
            <a:spLocks xmlns:a="http://schemas.openxmlformats.org/drawingml/2006/main" noGrp="1"/>
          </p:cNvSpPr>
          <p:nvPr/>
        </p:nvSpPr>
        <p:spPr>
          <a:xfrm xmlns:a="http://schemas.openxmlformats.org/drawingml/2006/main">
            <a:off x="8115257" y="32446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887798"/>
            </a:solidFill>
            <a:prstDash val="solid"/>
          </a:ln>
        </p:spPr>
      </p:sp>
      <p:sp>
        <p:nvSpPr>
          <p:cNvPr id="17" name="object-228">
            <a:extLst xmlns:a="http://schemas.openxmlformats.org/drawingml/2006/main">
              <a:ext uri="{FF2B5EF4-FFF2-40B4-BE49-F238E27FC236}">
                <a16:creationId xmlns:a16="http://schemas.microsoft.com/office/drawing/2014/main" id="{DB0AD94A-CB70-40E9-B649-F2CBE591D7C5}"/>
              </a:ext>
            </a:extLst>
          </p:cNvPr>
          <p:cNvSpPr>
            <a:spLocks xmlns:a="http://schemas.openxmlformats.org/drawingml/2006/main" noGrp="1"/>
          </p:cNvSpPr>
          <p:nvPr/>
        </p:nvSpPr>
        <p:spPr>
          <a:xfrm xmlns:a="http://schemas.openxmlformats.org/drawingml/2006/main">
            <a:off x="609600" y="409575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1">
                <a:solidFill>
                  <a:srgbClr val="3379EB"/>
                </a:solidFill>
                <a:latin typeface="Microsoft YaHei"/>
                <a:ea typeface="Microsoft YaHei"/>
                <a:cs typeface="Microsoft YaHei"/>
              </a:defRPr>
            </a:defPPr>
            <a:lvl1pPr algn="l">
              <a:defRPr sz="2100" b="1">
                <a:solidFill>
                  <a:srgbClr val="3379EB"/>
                </a:solidFill>
                <a:latin typeface="Microsoft YaHei"/>
                <a:ea typeface="Microsoft YaHei"/>
                <a:cs typeface="Microsoft YaHei"/>
              </a:defRPr>
            </a:lvl1pPr>
            <a:lvl2pPr algn="l">
              <a:defRPr sz="2100" b="1">
                <a:solidFill>
                  <a:srgbClr val="3379EB"/>
                </a:solidFill>
                <a:latin typeface="Microsoft YaHei"/>
                <a:ea typeface="Microsoft YaHei"/>
                <a:cs typeface="Microsoft YaHei"/>
              </a:defRPr>
            </a:lvl2pPr>
            <a:lvl3pPr algn="l">
              <a:defRPr sz="2100" b="1">
                <a:solidFill>
                  <a:srgbClr val="3379EB"/>
                </a:solidFill>
                <a:latin typeface="Microsoft YaHei"/>
                <a:ea typeface="Microsoft YaHei"/>
                <a:cs typeface="Microsoft YaHei"/>
              </a:defRPr>
            </a:lvl3pPr>
            <a:lvl4pPr algn="l">
              <a:defRPr sz="2100" b="1">
                <a:solidFill>
                  <a:srgbClr val="3379EB"/>
                </a:solidFill>
                <a:latin typeface="Microsoft YaHei"/>
                <a:ea typeface="Microsoft YaHei"/>
                <a:cs typeface="Microsoft YaHei"/>
              </a:defRPr>
            </a:lvl4pPr>
            <a:lvl5pPr algn="l">
              <a:defRPr sz="2100" b="1">
                <a:solidFill>
                  <a:srgbClr val="3379EB"/>
                </a:solidFill>
                <a:latin typeface="Microsoft YaHei"/>
                <a:ea typeface="Microsoft YaHei"/>
                <a:cs typeface="Microsoft YaHei"/>
              </a:defRPr>
            </a:lvl5pPr>
            <a:lvl6pPr algn="l">
              <a:defRPr sz="2100" b="1">
                <a:solidFill>
                  <a:srgbClr val="3379EB"/>
                </a:solidFill>
                <a:latin typeface="Microsoft YaHei"/>
                <a:ea typeface="Microsoft YaHei"/>
                <a:cs typeface="Microsoft YaHei"/>
              </a:defRPr>
            </a:lvl6pPr>
            <a:lvl7pPr algn="l">
              <a:defRPr sz="2100" b="1">
                <a:solidFill>
                  <a:srgbClr val="3379EB"/>
                </a:solidFill>
                <a:latin typeface="Microsoft YaHei"/>
                <a:ea typeface="Microsoft YaHei"/>
                <a:cs typeface="Microsoft YaHei"/>
              </a:defRPr>
            </a:lvl7pPr>
            <a:lvl8pPr algn="l">
              <a:defRPr sz="2100" b="1">
                <a:solidFill>
                  <a:srgbClr val="3379EB"/>
                </a:solidFill>
                <a:latin typeface="Microsoft YaHei"/>
                <a:ea typeface="Microsoft YaHei"/>
                <a:cs typeface="Microsoft YaHei"/>
              </a:defRPr>
            </a:lvl8pPr>
            <a:lvl9pPr algn="l">
              <a:defRPr sz="2100" b="1">
                <a:solidFill>
                  <a:srgbClr val="3379EB"/>
                </a:solidFill>
                <a:latin typeface="Microsoft YaHei"/>
                <a:ea typeface="Microsoft YaHei"/>
                <a:cs typeface="Microsoft YaHei"/>
              </a:defRPr>
            </a:lvl9pPr>
          </a:lstStyle>
          <a:p xmlns:a="http://schemas.openxmlformats.org/drawingml/2006/main">
            <a:pPr algn="l">
              <a:defRPr sz="2100" b="1">
                <a:solidFill>
                  <a:srgbClr val="3379EB"/>
                </a:solidFill>
                <a:latin typeface="Microsoft YaHei"/>
                <a:ea typeface="Microsoft YaHei"/>
                <a:cs typeface="Microsoft YaHei"/>
              </a:defRPr>
            </a:pPr>
            <a:r>
              <a:rPr sz="2100" b="1">
                <a:solidFill>
                  <a:srgbClr val="3379EB"/>
                </a:solidFill>
                <a:latin typeface="Microsoft YaHei"/>
                <a:ea typeface="Microsoft YaHei"/>
                <a:cs typeface="Microsoft YaHei"/>
              </a:rPr>
              <a:t>当前 HPAE：处理线程内拉图并提交</a:t>
            </a:r>
          </a:p>
        </p:txBody>
      </p:sp>
      <p:sp>
        <p:nvSpPr>
          <p:cNvPr id="18" name="object-229">
            <a:extLst xmlns:a="http://schemas.openxmlformats.org/drawingml/2006/main">
              <a:ext uri="{FF2B5EF4-FFF2-40B4-BE49-F238E27FC236}">
                <a16:creationId xmlns:a16="http://schemas.microsoft.com/office/drawing/2014/main" id="{C71997A4-AA73-4ADA-BC18-1EBFD617110E}"/>
              </a:ext>
            </a:extLst>
          </p:cNvPr>
          <p:cNvSpPr>
            <a:spLocks xmlns:a="http://schemas.openxmlformats.org/drawingml/2006/main" noGrp="1"/>
          </p:cNvSpPr>
          <p:nvPr/>
        </p:nvSpPr>
        <p:spPr>
          <a:xfrm xmlns:a="http://schemas.openxmlformats.org/drawingml/2006/main">
            <a:off x="609600" y="4629150"/>
            <a:ext cx="10953750" cy="809625"/>
          </a:xfrm>
          <a:prstGeom xmlns:a="http://schemas.openxmlformats.org/drawingml/2006/main" prst="rect">
            <a:avLst/>
          </a:prstGeom>
          <a:noFill xmlns:a="http://schemas.openxmlformats.org/drawingml/2006/main"/>
          <a:ln xmlns:a="http://schemas.openxmlformats.org/drawingml/2006/main" w="19050">
            <a:solidFill>
              <a:srgbClr val="3379EB"/>
            </a:solidFill>
            <a:prstDash val="solid"/>
          </a:ln>
        </p:spPr>
      </p:sp>
      <p:sp>
        <p:nvSpPr>
          <p:cNvPr id="19" name="object-230">
            <a:extLst xmlns:a="http://schemas.openxmlformats.org/drawingml/2006/main">
              <a:ext uri="{FF2B5EF4-FFF2-40B4-BE49-F238E27FC236}">
                <a16:creationId xmlns:a16="http://schemas.microsoft.com/office/drawing/2014/main" id="{4CC18155-288E-47FD-AF22-7EA31E337983}"/>
              </a:ext>
            </a:extLst>
          </p:cNvPr>
          <p:cNvSpPr>
            <a:spLocks xmlns:a="http://schemas.openxmlformats.org/drawingml/2006/main" noGrp="1"/>
          </p:cNvSpPr>
          <p:nvPr/>
        </p:nvSpPr>
        <p:spPr>
          <a:xfrm xmlns:a="http://schemas.openxmlformats.org/drawingml/2006/main">
            <a:off x="733425" y="4781550"/>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3379EB"/>
                </a:solidFill>
                <a:latin typeface="Microsoft YaHei"/>
                <a:ea typeface="Microsoft YaHei"/>
                <a:cs typeface="Microsoft YaHei"/>
              </a:defRPr>
            </a:defPPr>
            <a:lvl1pPr algn="ctr">
              <a:defRPr sz="2100" b="1">
                <a:solidFill>
                  <a:srgbClr val="3379EB"/>
                </a:solidFill>
                <a:latin typeface="Microsoft YaHei"/>
                <a:ea typeface="Microsoft YaHei"/>
                <a:cs typeface="Microsoft YaHei"/>
              </a:defRPr>
            </a:lvl1pPr>
            <a:lvl2pPr algn="ctr">
              <a:defRPr sz="2100" b="1">
                <a:solidFill>
                  <a:srgbClr val="3379EB"/>
                </a:solidFill>
                <a:latin typeface="Microsoft YaHei"/>
                <a:ea typeface="Microsoft YaHei"/>
                <a:cs typeface="Microsoft YaHei"/>
              </a:defRPr>
            </a:lvl2pPr>
            <a:lvl3pPr algn="ctr">
              <a:defRPr sz="2100" b="1">
                <a:solidFill>
                  <a:srgbClr val="3379EB"/>
                </a:solidFill>
                <a:latin typeface="Microsoft YaHei"/>
                <a:ea typeface="Microsoft YaHei"/>
                <a:cs typeface="Microsoft YaHei"/>
              </a:defRPr>
            </a:lvl3pPr>
            <a:lvl4pPr algn="ctr">
              <a:defRPr sz="2100" b="1">
                <a:solidFill>
                  <a:srgbClr val="3379EB"/>
                </a:solidFill>
                <a:latin typeface="Microsoft YaHei"/>
                <a:ea typeface="Microsoft YaHei"/>
                <a:cs typeface="Microsoft YaHei"/>
              </a:defRPr>
            </a:lvl4pPr>
            <a:lvl5pPr algn="ctr">
              <a:defRPr sz="2100" b="1">
                <a:solidFill>
                  <a:srgbClr val="3379EB"/>
                </a:solidFill>
                <a:latin typeface="Microsoft YaHei"/>
                <a:ea typeface="Microsoft YaHei"/>
                <a:cs typeface="Microsoft YaHei"/>
              </a:defRPr>
            </a:lvl5pPr>
            <a:lvl6pPr algn="ctr">
              <a:defRPr sz="2100" b="1">
                <a:solidFill>
                  <a:srgbClr val="3379EB"/>
                </a:solidFill>
                <a:latin typeface="Microsoft YaHei"/>
                <a:ea typeface="Microsoft YaHei"/>
                <a:cs typeface="Microsoft YaHei"/>
              </a:defRPr>
            </a:lvl6pPr>
            <a:lvl7pPr algn="ctr">
              <a:defRPr sz="2100" b="1">
                <a:solidFill>
                  <a:srgbClr val="3379EB"/>
                </a:solidFill>
                <a:latin typeface="Microsoft YaHei"/>
                <a:ea typeface="Microsoft YaHei"/>
                <a:cs typeface="Microsoft YaHei"/>
              </a:defRPr>
            </a:lvl7pPr>
            <a:lvl8pPr algn="ctr">
              <a:defRPr sz="2100" b="1">
                <a:solidFill>
                  <a:srgbClr val="3379EB"/>
                </a:solidFill>
                <a:latin typeface="Microsoft YaHei"/>
                <a:ea typeface="Microsoft YaHei"/>
                <a:cs typeface="Microsoft YaHei"/>
              </a:defRPr>
            </a:lvl8pPr>
            <a:lvl9pPr algn="ctr">
              <a:defRPr sz="2100" b="1">
                <a:solidFill>
                  <a:srgbClr val="3379EB"/>
                </a:solidFill>
                <a:latin typeface="Microsoft YaHei"/>
                <a:ea typeface="Microsoft YaHei"/>
                <a:cs typeface="Microsoft YaHei"/>
              </a:defRPr>
            </a:lvl9pPr>
          </a:lstStyle>
          <a:p xmlns:a="http://schemas.openxmlformats.org/drawingml/2006/main">
            <a:pPr algn="ctr">
              <a:defRPr sz="2100" b="1">
                <a:solidFill>
                  <a:srgbClr val="3379EB"/>
                </a:solidFill>
                <a:latin typeface="Microsoft YaHei"/>
                <a:ea typeface="Microsoft YaHei"/>
                <a:cs typeface="Microsoft YaHei"/>
              </a:defRPr>
            </a:pPr>
            <a:r>
              <a:rPr sz="2100" b="1">
                <a:solidFill>
                  <a:srgbClr val="3379EB"/>
                </a:solidFill>
                <a:latin typeface="Microsoft YaHei"/>
                <a:ea typeface="Microsoft YaHei"/>
                <a:cs typeface="Microsoft YaHei"/>
              </a:rPr>
              <a:t>Process</a:t>
            </a:r>
          </a:p>
        </p:txBody>
      </p:sp>
      <p:sp>
        <p:nvSpPr>
          <p:cNvPr id="20" name="object-231">
            <a:extLst xmlns:a="http://schemas.openxmlformats.org/drawingml/2006/main">
              <a:ext uri="{FF2B5EF4-FFF2-40B4-BE49-F238E27FC236}">
                <a16:creationId xmlns:a16="http://schemas.microsoft.com/office/drawing/2014/main" id="{7D4BC57F-7193-4245-A411-AE7569960A1F}"/>
              </a:ext>
            </a:extLst>
          </p:cNvPr>
          <p:cNvSpPr>
            <a:spLocks xmlns:a="http://schemas.openxmlformats.org/drawingml/2006/main" noGrp="1"/>
          </p:cNvSpPr>
          <p:nvPr/>
        </p:nvSpPr>
        <p:spPr>
          <a:xfrm xmlns:a="http://schemas.openxmlformats.org/drawingml/2006/main">
            <a:off x="3438525" y="4781550"/>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3379EB"/>
                </a:solidFill>
                <a:latin typeface="Microsoft YaHei"/>
                <a:ea typeface="Microsoft YaHei"/>
                <a:cs typeface="Microsoft YaHei"/>
              </a:defRPr>
            </a:defPPr>
            <a:lvl1pPr algn="ctr">
              <a:defRPr sz="2025" b="1">
                <a:solidFill>
                  <a:srgbClr val="3379EB"/>
                </a:solidFill>
                <a:latin typeface="Microsoft YaHei"/>
                <a:ea typeface="Microsoft YaHei"/>
                <a:cs typeface="Microsoft YaHei"/>
              </a:defRPr>
            </a:lvl1pPr>
            <a:lvl2pPr algn="ctr">
              <a:defRPr sz="2025" b="1">
                <a:solidFill>
                  <a:srgbClr val="3379EB"/>
                </a:solidFill>
                <a:latin typeface="Microsoft YaHei"/>
                <a:ea typeface="Microsoft YaHei"/>
                <a:cs typeface="Microsoft YaHei"/>
              </a:defRPr>
            </a:lvl2pPr>
            <a:lvl3pPr algn="ctr">
              <a:defRPr sz="2025" b="1">
                <a:solidFill>
                  <a:srgbClr val="3379EB"/>
                </a:solidFill>
                <a:latin typeface="Microsoft YaHei"/>
                <a:ea typeface="Microsoft YaHei"/>
                <a:cs typeface="Microsoft YaHei"/>
              </a:defRPr>
            </a:lvl3pPr>
            <a:lvl4pPr algn="ctr">
              <a:defRPr sz="2025" b="1">
                <a:solidFill>
                  <a:srgbClr val="3379EB"/>
                </a:solidFill>
                <a:latin typeface="Microsoft YaHei"/>
                <a:ea typeface="Microsoft YaHei"/>
                <a:cs typeface="Microsoft YaHei"/>
              </a:defRPr>
            </a:lvl4pPr>
            <a:lvl5pPr algn="ctr">
              <a:defRPr sz="2025" b="1">
                <a:solidFill>
                  <a:srgbClr val="3379EB"/>
                </a:solidFill>
                <a:latin typeface="Microsoft YaHei"/>
                <a:ea typeface="Microsoft YaHei"/>
                <a:cs typeface="Microsoft YaHei"/>
              </a:defRPr>
            </a:lvl5pPr>
            <a:lvl6pPr algn="ctr">
              <a:defRPr sz="2025" b="1">
                <a:solidFill>
                  <a:srgbClr val="3379EB"/>
                </a:solidFill>
                <a:latin typeface="Microsoft YaHei"/>
                <a:ea typeface="Microsoft YaHei"/>
                <a:cs typeface="Microsoft YaHei"/>
              </a:defRPr>
            </a:lvl6pPr>
            <a:lvl7pPr algn="ctr">
              <a:defRPr sz="2025" b="1">
                <a:solidFill>
                  <a:srgbClr val="3379EB"/>
                </a:solidFill>
                <a:latin typeface="Microsoft YaHei"/>
                <a:ea typeface="Microsoft YaHei"/>
                <a:cs typeface="Microsoft YaHei"/>
              </a:defRPr>
            </a:lvl7pPr>
            <a:lvl8pPr algn="ctr">
              <a:defRPr sz="2025" b="1">
                <a:solidFill>
                  <a:srgbClr val="3379EB"/>
                </a:solidFill>
                <a:latin typeface="Microsoft YaHei"/>
                <a:ea typeface="Microsoft YaHei"/>
                <a:cs typeface="Microsoft YaHei"/>
              </a:defRPr>
            </a:lvl8pPr>
            <a:lvl9pPr algn="ctr">
              <a:defRPr sz="2025" b="1">
                <a:solidFill>
                  <a:srgbClr val="3379EB"/>
                </a:solidFill>
                <a:latin typeface="Microsoft YaHei"/>
                <a:ea typeface="Microsoft YaHei"/>
                <a:cs typeface="Microsoft YaHei"/>
              </a:defRPr>
            </a:lvl9pPr>
          </a:lstStyle>
          <a:p xmlns:a="http://schemas.openxmlformats.org/drawingml/2006/main">
            <a:pPr algn="ctr">
              <a:defRPr sz="2025" b="1">
                <a:solidFill>
                  <a:srgbClr val="3379EB"/>
                </a:solidFill>
                <a:latin typeface="Microsoft YaHei"/>
                <a:ea typeface="Microsoft YaHei"/>
                <a:cs typeface="Microsoft YaHei"/>
              </a:defRPr>
            </a:pPr>
            <a:r>
              <a:rPr sz="2025" b="1">
                <a:solidFill>
                  <a:srgbClr val="3379EB"/>
                </a:solidFill>
                <a:latin typeface="Microsoft YaHei"/>
                <a:ea typeface="Microsoft YaHei"/>
                <a:cs typeface="Microsoft YaHei"/>
              </a:rPr>
              <a:t>OutputCluster</a:t>
            </a:r>
          </a:p>
        </p:txBody>
      </p:sp>
      <p:sp>
        <p:nvSpPr>
          <p:cNvPr id="21" name="object-232">
            <a:extLst xmlns:a="http://schemas.openxmlformats.org/drawingml/2006/main">
              <a:ext uri="{FF2B5EF4-FFF2-40B4-BE49-F238E27FC236}">
                <a16:creationId xmlns:a16="http://schemas.microsoft.com/office/drawing/2014/main" id="{81A5C0EE-176F-435F-9E1C-6638026DD12B}"/>
              </a:ext>
            </a:extLst>
          </p:cNvPr>
          <p:cNvSpPr>
            <a:spLocks xmlns:a="http://schemas.openxmlformats.org/drawingml/2006/main" noGrp="1"/>
          </p:cNvSpPr>
          <p:nvPr/>
        </p:nvSpPr>
        <p:spPr>
          <a:xfrm xmlns:a="http://schemas.openxmlformats.org/drawingml/2006/main">
            <a:off x="6143625" y="4781550"/>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3379EB"/>
                </a:solidFill>
                <a:latin typeface="Microsoft YaHei"/>
                <a:ea typeface="Microsoft YaHei"/>
                <a:cs typeface="Microsoft YaHei"/>
              </a:defRPr>
            </a:defPPr>
            <a:lvl1pPr algn="ctr">
              <a:defRPr sz="2100" b="1">
                <a:solidFill>
                  <a:srgbClr val="3379EB"/>
                </a:solidFill>
                <a:latin typeface="Microsoft YaHei"/>
                <a:ea typeface="Microsoft YaHei"/>
                <a:cs typeface="Microsoft YaHei"/>
              </a:defRPr>
            </a:lvl1pPr>
            <a:lvl2pPr algn="ctr">
              <a:defRPr sz="2100" b="1">
                <a:solidFill>
                  <a:srgbClr val="3379EB"/>
                </a:solidFill>
                <a:latin typeface="Microsoft YaHei"/>
                <a:ea typeface="Microsoft YaHei"/>
                <a:cs typeface="Microsoft YaHei"/>
              </a:defRPr>
            </a:lvl2pPr>
            <a:lvl3pPr algn="ctr">
              <a:defRPr sz="2100" b="1">
                <a:solidFill>
                  <a:srgbClr val="3379EB"/>
                </a:solidFill>
                <a:latin typeface="Microsoft YaHei"/>
                <a:ea typeface="Microsoft YaHei"/>
                <a:cs typeface="Microsoft YaHei"/>
              </a:defRPr>
            </a:lvl3pPr>
            <a:lvl4pPr algn="ctr">
              <a:defRPr sz="2100" b="1">
                <a:solidFill>
                  <a:srgbClr val="3379EB"/>
                </a:solidFill>
                <a:latin typeface="Microsoft YaHei"/>
                <a:ea typeface="Microsoft YaHei"/>
                <a:cs typeface="Microsoft YaHei"/>
              </a:defRPr>
            </a:lvl4pPr>
            <a:lvl5pPr algn="ctr">
              <a:defRPr sz="2100" b="1">
                <a:solidFill>
                  <a:srgbClr val="3379EB"/>
                </a:solidFill>
                <a:latin typeface="Microsoft YaHei"/>
                <a:ea typeface="Microsoft YaHei"/>
                <a:cs typeface="Microsoft YaHei"/>
              </a:defRPr>
            </a:lvl5pPr>
            <a:lvl6pPr algn="ctr">
              <a:defRPr sz="2100" b="1">
                <a:solidFill>
                  <a:srgbClr val="3379EB"/>
                </a:solidFill>
                <a:latin typeface="Microsoft YaHei"/>
                <a:ea typeface="Microsoft YaHei"/>
                <a:cs typeface="Microsoft YaHei"/>
              </a:defRPr>
            </a:lvl6pPr>
            <a:lvl7pPr algn="ctr">
              <a:defRPr sz="2100" b="1">
                <a:solidFill>
                  <a:srgbClr val="3379EB"/>
                </a:solidFill>
                <a:latin typeface="Microsoft YaHei"/>
                <a:ea typeface="Microsoft YaHei"/>
                <a:cs typeface="Microsoft YaHei"/>
              </a:defRPr>
            </a:lvl7pPr>
            <a:lvl8pPr algn="ctr">
              <a:defRPr sz="2100" b="1">
                <a:solidFill>
                  <a:srgbClr val="3379EB"/>
                </a:solidFill>
                <a:latin typeface="Microsoft YaHei"/>
                <a:ea typeface="Microsoft YaHei"/>
                <a:cs typeface="Microsoft YaHei"/>
              </a:defRPr>
            </a:lvl8pPr>
            <a:lvl9pPr algn="ctr">
              <a:defRPr sz="2100" b="1">
                <a:solidFill>
                  <a:srgbClr val="3379EB"/>
                </a:solidFill>
                <a:latin typeface="Microsoft YaHei"/>
                <a:ea typeface="Microsoft YaHei"/>
                <a:cs typeface="Microsoft YaHei"/>
              </a:defRPr>
            </a:lvl9pPr>
          </a:lstStyle>
          <a:p xmlns:a="http://schemas.openxmlformats.org/drawingml/2006/main">
            <a:pPr algn="ctr">
              <a:defRPr sz="2100" b="1">
                <a:solidFill>
                  <a:srgbClr val="3379EB"/>
                </a:solidFill>
                <a:latin typeface="Microsoft YaHei"/>
                <a:ea typeface="Microsoft YaHei"/>
                <a:cs typeface="Microsoft YaHei"/>
              </a:defRPr>
            </a:pPr>
            <a:r>
              <a:rPr sz="2100" b="1">
                <a:solidFill>
                  <a:srgbClr val="3379EB"/>
                </a:solidFill>
                <a:latin typeface="Microsoft YaHei"/>
                <a:ea typeface="Microsoft YaHei"/>
                <a:cs typeface="Microsoft YaHei"/>
              </a:rPr>
              <a:t>SinkOutput</a:t>
            </a:r>
          </a:p>
        </p:txBody>
      </p:sp>
      <p:sp>
        <p:nvSpPr>
          <p:cNvPr id="22" name="object-233">
            <a:extLst xmlns:a="http://schemas.openxmlformats.org/drawingml/2006/main">
              <a:ext uri="{FF2B5EF4-FFF2-40B4-BE49-F238E27FC236}">
                <a16:creationId xmlns:a16="http://schemas.microsoft.com/office/drawing/2014/main" id="{09210AC2-BA4C-42D6-A0A3-D83CF3E03AD8}"/>
              </a:ext>
            </a:extLst>
          </p:cNvPr>
          <p:cNvSpPr>
            <a:spLocks xmlns:a="http://schemas.openxmlformats.org/drawingml/2006/main" noGrp="1"/>
          </p:cNvSpPr>
          <p:nvPr/>
        </p:nvSpPr>
        <p:spPr>
          <a:xfrm xmlns:a="http://schemas.openxmlformats.org/drawingml/2006/main">
            <a:off x="8848725" y="4781550"/>
            <a:ext cx="2590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3379EB"/>
                </a:solidFill>
                <a:latin typeface="Microsoft YaHei"/>
                <a:ea typeface="Microsoft YaHei"/>
                <a:cs typeface="Microsoft YaHei"/>
              </a:defRPr>
            </a:defPPr>
            <a:lvl1pPr algn="ctr">
              <a:defRPr sz="2025" b="1">
                <a:solidFill>
                  <a:srgbClr val="3379EB"/>
                </a:solidFill>
                <a:latin typeface="Microsoft YaHei"/>
                <a:ea typeface="Microsoft YaHei"/>
                <a:cs typeface="Microsoft YaHei"/>
              </a:defRPr>
            </a:lvl1pPr>
            <a:lvl2pPr algn="ctr">
              <a:defRPr sz="2025" b="1">
                <a:solidFill>
                  <a:srgbClr val="3379EB"/>
                </a:solidFill>
                <a:latin typeface="Microsoft YaHei"/>
                <a:ea typeface="Microsoft YaHei"/>
                <a:cs typeface="Microsoft YaHei"/>
              </a:defRPr>
            </a:lvl2pPr>
            <a:lvl3pPr algn="ctr">
              <a:defRPr sz="2025" b="1">
                <a:solidFill>
                  <a:srgbClr val="3379EB"/>
                </a:solidFill>
                <a:latin typeface="Microsoft YaHei"/>
                <a:ea typeface="Microsoft YaHei"/>
                <a:cs typeface="Microsoft YaHei"/>
              </a:defRPr>
            </a:lvl3pPr>
            <a:lvl4pPr algn="ctr">
              <a:defRPr sz="2025" b="1">
                <a:solidFill>
                  <a:srgbClr val="3379EB"/>
                </a:solidFill>
                <a:latin typeface="Microsoft YaHei"/>
                <a:ea typeface="Microsoft YaHei"/>
                <a:cs typeface="Microsoft YaHei"/>
              </a:defRPr>
            </a:lvl4pPr>
            <a:lvl5pPr algn="ctr">
              <a:defRPr sz="2025" b="1">
                <a:solidFill>
                  <a:srgbClr val="3379EB"/>
                </a:solidFill>
                <a:latin typeface="Microsoft YaHei"/>
                <a:ea typeface="Microsoft YaHei"/>
                <a:cs typeface="Microsoft YaHei"/>
              </a:defRPr>
            </a:lvl5pPr>
            <a:lvl6pPr algn="ctr">
              <a:defRPr sz="2025" b="1">
                <a:solidFill>
                  <a:srgbClr val="3379EB"/>
                </a:solidFill>
                <a:latin typeface="Microsoft YaHei"/>
                <a:ea typeface="Microsoft YaHei"/>
                <a:cs typeface="Microsoft YaHei"/>
              </a:defRPr>
            </a:lvl6pPr>
            <a:lvl7pPr algn="ctr">
              <a:defRPr sz="2025" b="1">
                <a:solidFill>
                  <a:srgbClr val="3379EB"/>
                </a:solidFill>
                <a:latin typeface="Microsoft YaHei"/>
                <a:ea typeface="Microsoft YaHei"/>
                <a:cs typeface="Microsoft YaHei"/>
              </a:defRPr>
            </a:lvl7pPr>
            <a:lvl8pPr algn="ctr">
              <a:defRPr sz="2025" b="1">
                <a:solidFill>
                  <a:srgbClr val="3379EB"/>
                </a:solidFill>
                <a:latin typeface="Microsoft YaHei"/>
                <a:ea typeface="Microsoft YaHei"/>
                <a:cs typeface="Microsoft YaHei"/>
              </a:defRPr>
            </a:lvl8pPr>
            <a:lvl9pPr algn="ctr">
              <a:defRPr sz="2025" b="1">
                <a:solidFill>
                  <a:srgbClr val="3379EB"/>
                </a:solidFill>
                <a:latin typeface="Microsoft YaHei"/>
                <a:ea typeface="Microsoft YaHei"/>
                <a:cs typeface="Microsoft YaHei"/>
              </a:defRPr>
            </a:lvl9pPr>
          </a:lstStyle>
          <a:p xmlns:a="http://schemas.openxmlformats.org/drawingml/2006/main">
            <a:pPr algn="ctr">
              <a:defRPr sz="2025" b="1">
                <a:solidFill>
                  <a:srgbClr val="3379EB"/>
                </a:solidFill>
                <a:latin typeface="Microsoft YaHei"/>
                <a:ea typeface="Microsoft YaHei"/>
                <a:cs typeface="Microsoft YaHei"/>
              </a:defRPr>
            </a:pPr>
            <a:r>
              <a:rPr sz="2025" b="1">
                <a:solidFill>
                  <a:srgbClr val="3379EB"/>
                </a:solidFill>
                <a:latin typeface="Microsoft YaHei"/>
                <a:ea typeface="Microsoft YaHei"/>
                <a:cs typeface="Microsoft YaHei"/>
              </a:rPr>
              <a:t>RenderFrame</a:t>
            </a:r>
          </a:p>
        </p:txBody>
      </p:sp>
      <p:sp>
        <p:nvSpPr>
          <p:cNvPr id="23" name="line-234">
            <a:extLst xmlns:a="http://schemas.openxmlformats.org/drawingml/2006/main">
              <a:ext uri="{FF2B5EF4-FFF2-40B4-BE49-F238E27FC236}">
                <a16:creationId xmlns:a16="http://schemas.microsoft.com/office/drawing/2014/main" id="{8A257D0C-924F-43CF-ADA9-1EB6BA97CE73}"/>
              </a:ext>
            </a:extLst>
          </p:cNvPr>
          <p:cNvSpPr>
            <a:spLocks xmlns:a="http://schemas.openxmlformats.org/drawingml/2006/main" noGrp="1"/>
          </p:cNvSpPr>
          <p:nvPr/>
        </p:nvSpPr>
        <p:spPr>
          <a:xfrm xmlns:a="http://schemas.openxmlformats.org/drawingml/2006/main">
            <a:off x="3219450" y="5019675"/>
            <a:ext cx="200025" cy="9525"/>
          </a:xfrm>
          <a:custGeom xmlns:a="http://schemas.openxmlformats.org/drawingml/2006/main">
            <a:pathLst>
              <a:path w="200025" h="9525">
                <a:moveTo>
                  <a:pt x="0" y="0"/>
                </a:moveTo>
                <a:lnTo>
                  <a:pt x="200025" y="0"/>
                </a:lnTo>
              </a:path>
            </a:pathLst>
          </a:custGeom>
          <a:noFill xmlns:a="http://schemas.openxmlformats.org/drawingml/2006/main"/>
          <a:ln xmlns:a="http://schemas.openxmlformats.org/drawingml/2006/main" w="28575">
            <a:solidFill>
              <a:srgbClr val="3379EB"/>
            </a:solidFill>
            <a:prstDash val="solid"/>
          </a:ln>
        </p:spPr>
      </p:sp>
      <p:sp>
        <p:nvSpPr>
          <p:cNvPr id="24" name="line-235">
            <a:extLst xmlns:a="http://schemas.openxmlformats.org/drawingml/2006/main">
              <a:ext uri="{FF2B5EF4-FFF2-40B4-BE49-F238E27FC236}">
                <a16:creationId xmlns:a16="http://schemas.microsoft.com/office/drawing/2014/main" id="{CC29E19B-A5C6-4FC1-85D2-2261871A9A8B}"/>
              </a:ext>
            </a:extLst>
          </p:cNvPr>
          <p:cNvSpPr>
            <a:spLocks xmlns:a="http://schemas.openxmlformats.org/drawingml/2006/main" noGrp="1"/>
          </p:cNvSpPr>
          <p:nvPr/>
        </p:nvSpPr>
        <p:spPr>
          <a:xfrm xmlns:a="http://schemas.openxmlformats.org/drawingml/2006/main">
            <a:off x="3333707" y="50196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5" name="line-236">
            <a:extLst xmlns:a="http://schemas.openxmlformats.org/drawingml/2006/main">
              <a:ext uri="{FF2B5EF4-FFF2-40B4-BE49-F238E27FC236}">
                <a16:creationId xmlns:a16="http://schemas.microsoft.com/office/drawing/2014/main" id="{AE04EA23-126D-405E-9420-1B6849F3C4EC}"/>
              </a:ext>
            </a:extLst>
          </p:cNvPr>
          <p:cNvSpPr>
            <a:spLocks xmlns:a="http://schemas.openxmlformats.org/drawingml/2006/main" noGrp="1"/>
          </p:cNvSpPr>
          <p:nvPr/>
        </p:nvSpPr>
        <p:spPr>
          <a:xfrm xmlns:a="http://schemas.openxmlformats.org/drawingml/2006/main">
            <a:off x="3333707" y="49782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6" name="line-237">
            <a:extLst xmlns:a="http://schemas.openxmlformats.org/drawingml/2006/main">
              <a:ext uri="{FF2B5EF4-FFF2-40B4-BE49-F238E27FC236}">
                <a16:creationId xmlns:a16="http://schemas.microsoft.com/office/drawing/2014/main" id="{13FB8AD5-A584-4265-9381-EAC5B600BA19}"/>
              </a:ext>
            </a:extLst>
          </p:cNvPr>
          <p:cNvSpPr>
            <a:spLocks xmlns:a="http://schemas.openxmlformats.org/drawingml/2006/main" noGrp="1"/>
          </p:cNvSpPr>
          <p:nvPr/>
        </p:nvSpPr>
        <p:spPr>
          <a:xfrm xmlns:a="http://schemas.openxmlformats.org/drawingml/2006/main">
            <a:off x="5924550" y="5019675"/>
            <a:ext cx="200025" cy="9525"/>
          </a:xfrm>
          <a:custGeom xmlns:a="http://schemas.openxmlformats.org/drawingml/2006/main">
            <a:pathLst>
              <a:path w="200025" h="9525">
                <a:moveTo>
                  <a:pt x="0" y="0"/>
                </a:moveTo>
                <a:lnTo>
                  <a:pt x="200025" y="0"/>
                </a:lnTo>
              </a:path>
            </a:pathLst>
          </a:custGeom>
          <a:noFill xmlns:a="http://schemas.openxmlformats.org/drawingml/2006/main"/>
          <a:ln xmlns:a="http://schemas.openxmlformats.org/drawingml/2006/main" w="28575">
            <a:solidFill>
              <a:srgbClr val="3379EB"/>
            </a:solidFill>
            <a:prstDash val="solid"/>
          </a:ln>
        </p:spPr>
      </p:sp>
      <p:sp>
        <p:nvSpPr>
          <p:cNvPr id="27" name="line-238">
            <a:extLst xmlns:a="http://schemas.openxmlformats.org/drawingml/2006/main">
              <a:ext uri="{FF2B5EF4-FFF2-40B4-BE49-F238E27FC236}">
                <a16:creationId xmlns:a16="http://schemas.microsoft.com/office/drawing/2014/main" id="{2F84A78E-E3BC-464C-B070-2CB3A0E34A46}"/>
              </a:ext>
            </a:extLst>
          </p:cNvPr>
          <p:cNvSpPr>
            <a:spLocks xmlns:a="http://schemas.openxmlformats.org/drawingml/2006/main" noGrp="1"/>
          </p:cNvSpPr>
          <p:nvPr/>
        </p:nvSpPr>
        <p:spPr>
          <a:xfrm xmlns:a="http://schemas.openxmlformats.org/drawingml/2006/main">
            <a:off x="6038807" y="50196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8" name="line-239">
            <a:extLst xmlns:a="http://schemas.openxmlformats.org/drawingml/2006/main">
              <a:ext uri="{FF2B5EF4-FFF2-40B4-BE49-F238E27FC236}">
                <a16:creationId xmlns:a16="http://schemas.microsoft.com/office/drawing/2014/main" id="{2137816A-4540-4283-8481-0CE892A2EB70}"/>
              </a:ext>
            </a:extLst>
          </p:cNvPr>
          <p:cNvSpPr>
            <a:spLocks xmlns:a="http://schemas.openxmlformats.org/drawingml/2006/main" noGrp="1"/>
          </p:cNvSpPr>
          <p:nvPr/>
        </p:nvSpPr>
        <p:spPr>
          <a:xfrm xmlns:a="http://schemas.openxmlformats.org/drawingml/2006/main">
            <a:off x="6038807" y="49782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9" name="line-240">
            <a:extLst xmlns:a="http://schemas.openxmlformats.org/drawingml/2006/main">
              <a:ext uri="{FF2B5EF4-FFF2-40B4-BE49-F238E27FC236}">
                <a16:creationId xmlns:a16="http://schemas.microsoft.com/office/drawing/2014/main" id="{6DD41DDB-90AB-4B87-9349-89A1AA8E562B}"/>
              </a:ext>
            </a:extLst>
          </p:cNvPr>
          <p:cNvSpPr>
            <a:spLocks xmlns:a="http://schemas.openxmlformats.org/drawingml/2006/main" noGrp="1"/>
          </p:cNvSpPr>
          <p:nvPr/>
        </p:nvSpPr>
        <p:spPr>
          <a:xfrm xmlns:a="http://schemas.openxmlformats.org/drawingml/2006/main">
            <a:off x="8629650" y="5019675"/>
            <a:ext cx="200025" cy="9525"/>
          </a:xfrm>
          <a:custGeom xmlns:a="http://schemas.openxmlformats.org/drawingml/2006/main">
            <a:pathLst>
              <a:path w="200025" h="9525">
                <a:moveTo>
                  <a:pt x="0" y="0"/>
                </a:moveTo>
                <a:lnTo>
                  <a:pt x="200025" y="0"/>
                </a:lnTo>
              </a:path>
            </a:pathLst>
          </a:custGeom>
          <a:noFill xmlns:a="http://schemas.openxmlformats.org/drawingml/2006/main"/>
          <a:ln xmlns:a="http://schemas.openxmlformats.org/drawingml/2006/main" w="28575">
            <a:solidFill>
              <a:srgbClr val="3379EB"/>
            </a:solidFill>
            <a:prstDash val="solid"/>
          </a:ln>
        </p:spPr>
      </p:sp>
      <p:sp>
        <p:nvSpPr>
          <p:cNvPr id="30" name="line-241">
            <a:extLst xmlns:a="http://schemas.openxmlformats.org/drawingml/2006/main">
              <a:ext uri="{FF2B5EF4-FFF2-40B4-BE49-F238E27FC236}">
                <a16:creationId xmlns:a16="http://schemas.microsoft.com/office/drawing/2014/main" id="{77EAFF92-0336-444E-85E8-E2BB08B3E63A}"/>
              </a:ext>
            </a:extLst>
          </p:cNvPr>
          <p:cNvSpPr>
            <a:spLocks xmlns:a="http://schemas.openxmlformats.org/drawingml/2006/main" noGrp="1"/>
          </p:cNvSpPr>
          <p:nvPr/>
        </p:nvSpPr>
        <p:spPr>
          <a:xfrm xmlns:a="http://schemas.openxmlformats.org/drawingml/2006/main">
            <a:off x="8743907" y="50196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1" name="line-242">
            <a:extLst xmlns:a="http://schemas.openxmlformats.org/drawingml/2006/main">
              <a:ext uri="{FF2B5EF4-FFF2-40B4-BE49-F238E27FC236}">
                <a16:creationId xmlns:a16="http://schemas.microsoft.com/office/drawing/2014/main" id="{F72716BD-9556-4B88-8B87-8ABE26D3DD4C}"/>
              </a:ext>
            </a:extLst>
          </p:cNvPr>
          <p:cNvSpPr>
            <a:spLocks xmlns:a="http://schemas.openxmlformats.org/drawingml/2006/main" noGrp="1"/>
          </p:cNvSpPr>
          <p:nvPr/>
        </p:nvSpPr>
        <p:spPr>
          <a:xfrm xmlns:a="http://schemas.openxmlformats.org/drawingml/2006/main">
            <a:off x="8743907" y="49782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2" name="object-243">
            <a:extLst xmlns:a="http://schemas.openxmlformats.org/drawingml/2006/main">
              <a:ext uri="{FF2B5EF4-FFF2-40B4-BE49-F238E27FC236}">
                <a16:creationId xmlns:a16="http://schemas.microsoft.com/office/drawing/2014/main" id="{23115FB0-F1DE-436B-AFC1-30A426D0E002}"/>
              </a:ext>
            </a:extLst>
          </p:cNvPr>
          <p:cNvSpPr>
            <a:spLocks xmlns:a="http://schemas.openxmlformats.org/drawingml/2006/main" noGrp="1"/>
          </p:cNvSpPr>
          <p:nvPr/>
        </p:nvSpPr>
        <p:spPr>
          <a:xfrm xmlns:a="http://schemas.openxmlformats.org/drawingml/2006/main">
            <a:off x="609600" y="57912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950" b="0">
                <a:solidFill>
                  <a:srgbClr val="12263B"/>
                </a:solidFill>
                <a:latin typeface="Microsoft YaHei"/>
                <a:ea typeface="Microsoft YaHei"/>
                <a:cs typeface="Microsoft YaHei"/>
              </a:defRPr>
            </a:defPPr>
            <a:lvl1pPr algn="l">
              <a:defRPr sz="1950" b="0">
                <a:solidFill>
                  <a:srgbClr val="12263B"/>
                </a:solidFill>
                <a:latin typeface="Microsoft YaHei"/>
                <a:ea typeface="Microsoft YaHei"/>
                <a:cs typeface="Microsoft YaHei"/>
              </a:defRPr>
            </a:lvl1pPr>
            <a:lvl2pPr algn="l">
              <a:defRPr sz="1950" b="0">
                <a:solidFill>
                  <a:srgbClr val="12263B"/>
                </a:solidFill>
                <a:latin typeface="Microsoft YaHei"/>
                <a:ea typeface="Microsoft YaHei"/>
                <a:cs typeface="Microsoft YaHei"/>
              </a:defRPr>
            </a:lvl2pPr>
            <a:lvl3pPr algn="l">
              <a:defRPr sz="1950" b="0">
                <a:solidFill>
                  <a:srgbClr val="12263B"/>
                </a:solidFill>
                <a:latin typeface="Microsoft YaHei"/>
                <a:ea typeface="Microsoft YaHei"/>
                <a:cs typeface="Microsoft YaHei"/>
              </a:defRPr>
            </a:lvl3pPr>
            <a:lvl4pPr algn="l">
              <a:defRPr sz="1950" b="0">
                <a:solidFill>
                  <a:srgbClr val="12263B"/>
                </a:solidFill>
                <a:latin typeface="Microsoft YaHei"/>
                <a:ea typeface="Microsoft YaHei"/>
                <a:cs typeface="Microsoft YaHei"/>
              </a:defRPr>
            </a:lvl4pPr>
            <a:lvl5pPr algn="l">
              <a:defRPr sz="1950" b="0">
                <a:solidFill>
                  <a:srgbClr val="12263B"/>
                </a:solidFill>
                <a:latin typeface="Microsoft YaHei"/>
                <a:ea typeface="Microsoft YaHei"/>
                <a:cs typeface="Microsoft YaHei"/>
              </a:defRPr>
            </a:lvl5pPr>
            <a:lvl6pPr algn="l">
              <a:defRPr sz="1950" b="0">
                <a:solidFill>
                  <a:srgbClr val="12263B"/>
                </a:solidFill>
                <a:latin typeface="Microsoft YaHei"/>
                <a:ea typeface="Microsoft YaHei"/>
                <a:cs typeface="Microsoft YaHei"/>
              </a:defRPr>
            </a:lvl6pPr>
            <a:lvl7pPr algn="l">
              <a:defRPr sz="1950" b="0">
                <a:solidFill>
                  <a:srgbClr val="12263B"/>
                </a:solidFill>
                <a:latin typeface="Microsoft YaHei"/>
                <a:ea typeface="Microsoft YaHei"/>
                <a:cs typeface="Microsoft YaHei"/>
              </a:defRPr>
            </a:lvl7pPr>
            <a:lvl8pPr algn="l">
              <a:defRPr sz="1950" b="0">
                <a:solidFill>
                  <a:srgbClr val="12263B"/>
                </a:solidFill>
                <a:latin typeface="Microsoft YaHei"/>
                <a:ea typeface="Microsoft YaHei"/>
                <a:cs typeface="Microsoft YaHei"/>
              </a:defRPr>
            </a:lvl8pPr>
            <a:lvl9pPr algn="l">
              <a:defRPr sz="1950" b="0">
                <a:solidFill>
                  <a:srgbClr val="12263B"/>
                </a:solidFill>
                <a:latin typeface="Microsoft YaHei"/>
                <a:ea typeface="Microsoft YaHei"/>
                <a:cs typeface="Microsoft YaHei"/>
              </a:defRPr>
            </a:lvl9pPr>
          </a:lstStyle>
          <a:p xmlns:a="http://schemas.openxmlformats.org/drawingml/2006/main">
            <a:pPr algn="l">
              <a:defRPr sz="1950" b="0">
                <a:solidFill>
                  <a:srgbClr val="12263B"/>
                </a:solidFill>
                <a:latin typeface="Microsoft YaHei"/>
                <a:ea typeface="Microsoft YaHei"/>
                <a:cs typeface="Microsoft YaHei"/>
              </a:defRPr>
            </a:pPr>
            <a:r>
              <a:rPr sz="1950" b="0">
                <a:solidFill>
                  <a:srgbClr val="12263B"/>
                </a:solidFill>
                <a:latin typeface="Microsoft YaHei"/>
                <a:ea typeface="Microsoft YaHei"/>
                <a:cs typeface="Microsoft YaHei"/>
              </a:rPr>
              <a:t>减少跨线程中转，有助于降低排队、唤醒与调度开销</a:t>
            </a:r>
          </a:p>
        </p:txBody>
      </p:sp>
      <p:sp>
        <p:nvSpPr>
          <p:cNvPr id="33" name="object-244">
            <a:extLst xmlns:a="http://schemas.openxmlformats.org/drawingml/2006/main">
              <a:ext uri="{FF2B5EF4-FFF2-40B4-BE49-F238E27FC236}">
                <a16:creationId xmlns:a16="http://schemas.microsoft.com/office/drawing/2014/main" id="{96F5185F-B38D-4FB0-A25E-894E7EC91646}"/>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限定普通主输出的引擎侧边界；RenderFrame下游可能有等待与线程，不能推断整机线程总数</a:t>
            </a:r>
          </a:p>
        </p:txBody>
      </p:sp>
      <p:sp>
        <p:nvSpPr>
          <p:cNvPr id="34" name="object-245">
            <a:extLst xmlns:a="http://schemas.openxmlformats.org/drawingml/2006/main">
              <a:ext uri="{FF2B5EF4-FFF2-40B4-BE49-F238E27FC236}">
                <a16:creationId xmlns:a16="http://schemas.microsoft.com/office/drawing/2014/main" id="{C0BDBD8B-81F3-4ECC-B6F9-116361267A34}"/>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07</a:t>
            </a:r>
          </a:p>
        </p:txBody>
      </p:sp>
    </p:spTree>
    <p:extLst>
      <p:ext uri="{BB962C8B-B14F-4D97-AF65-F5344CB8AC3E}">
        <p14:creationId xmlns:p14="http://schemas.microsoft.com/office/powerpoint/2010/main" val="631258376"/>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object-246">
            <a:extLst xmlns:a="http://schemas.openxmlformats.org/drawingml/2006/main">
              <a:ext uri="{FF2B5EF4-FFF2-40B4-BE49-F238E27FC236}">
                <a16:creationId xmlns:a16="http://schemas.microsoft.com/office/drawing/2014/main" id="{54BCEFB2-31F3-468A-ACE3-14C65765B011}"/>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第三部分 · 创新一：Buffer与稳定性</a:t>
            </a:r>
          </a:p>
        </p:txBody>
      </p:sp>
      <p:sp>
        <p:nvSpPr>
          <p:cNvPr id="2" name="object-247">
            <a:extLst xmlns:a="http://schemas.openxmlformats.org/drawingml/2006/main">
              <a:ext uri="{FF2B5EF4-FFF2-40B4-BE49-F238E27FC236}">
                <a16:creationId xmlns:a16="http://schemas.microsoft.com/office/drawing/2014/main" id="{B96B31E7-D98F-4DA7-B459-1395019D1E4B}"/>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Buffer精简，怎样同时守住抗抖动</a:t>
            </a:r>
          </a:p>
        </p:txBody>
      </p:sp>
      <p:sp>
        <p:nvSpPr>
          <p:cNvPr id="3" name="object-248">
            <a:extLst xmlns:a="http://schemas.openxmlformats.org/drawingml/2006/main">
              <a:ext uri="{FF2B5EF4-FFF2-40B4-BE49-F238E27FC236}">
                <a16:creationId xmlns:a16="http://schemas.microsoft.com/office/drawing/2014/main" id="{204F4C68-6BFB-4DCD-986A-92324853BD94}"/>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减少中转环节，同时保留供数、格式适配与设备提交所需的缓存</a:t>
            </a:r>
          </a:p>
        </p:txBody>
      </p:sp>
      <p:sp>
        <p:nvSpPr>
          <p:cNvPr id="4" name="object-249">
            <a:extLst xmlns:a="http://schemas.openxmlformats.org/drawingml/2006/main">
              <a:ext uri="{FF2B5EF4-FFF2-40B4-BE49-F238E27FC236}">
                <a16:creationId xmlns:a16="http://schemas.microsoft.com/office/drawing/2014/main" id="{EE8B7D4D-3E4B-41A4-82E4-A54A2A581BBC}"/>
              </a:ext>
            </a:extLst>
          </p:cNvPr>
          <p:cNvSpPr>
            <a:spLocks xmlns:a="http://schemas.openxmlformats.org/drawingml/2006/main" noGrp="1"/>
          </p:cNvSpPr>
          <p:nvPr/>
        </p:nvSpPr>
        <p:spPr>
          <a:xfrm xmlns:a="http://schemas.openxmlformats.org/drawingml/2006/main">
            <a:off x="609600" y="237172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3379EB"/>
                </a:solidFill>
                <a:latin typeface="Microsoft YaHei"/>
                <a:ea typeface="Microsoft YaHei"/>
                <a:cs typeface="Microsoft YaHei"/>
              </a:defRPr>
            </a:defPPr>
            <a:lvl1pPr algn="l">
              <a:defRPr sz="2325" b="1">
                <a:solidFill>
                  <a:srgbClr val="3379EB"/>
                </a:solidFill>
                <a:latin typeface="Microsoft YaHei"/>
                <a:ea typeface="Microsoft YaHei"/>
                <a:cs typeface="Microsoft YaHei"/>
              </a:defRPr>
            </a:lvl1pPr>
            <a:lvl2pPr algn="l">
              <a:defRPr sz="2325" b="1">
                <a:solidFill>
                  <a:srgbClr val="3379EB"/>
                </a:solidFill>
                <a:latin typeface="Microsoft YaHei"/>
                <a:ea typeface="Microsoft YaHei"/>
                <a:cs typeface="Microsoft YaHei"/>
              </a:defRPr>
            </a:lvl2pPr>
            <a:lvl3pPr algn="l">
              <a:defRPr sz="2325" b="1">
                <a:solidFill>
                  <a:srgbClr val="3379EB"/>
                </a:solidFill>
                <a:latin typeface="Microsoft YaHei"/>
                <a:ea typeface="Microsoft YaHei"/>
                <a:cs typeface="Microsoft YaHei"/>
              </a:defRPr>
            </a:lvl3pPr>
            <a:lvl4pPr algn="l">
              <a:defRPr sz="2325" b="1">
                <a:solidFill>
                  <a:srgbClr val="3379EB"/>
                </a:solidFill>
                <a:latin typeface="Microsoft YaHei"/>
                <a:ea typeface="Microsoft YaHei"/>
                <a:cs typeface="Microsoft YaHei"/>
              </a:defRPr>
            </a:lvl4pPr>
            <a:lvl5pPr algn="l">
              <a:defRPr sz="2325" b="1">
                <a:solidFill>
                  <a:srgbClr val="3379EB"/>
                </a:solidFill>
                <a:latin typeface="Microsoft YaHei"/>
                <a:ea typeface="Microsoft YaHei"/>
                <a:cs typeface="Microsoft YaHei"/>
              </a:defRPr>
            </a:lvl5pPr>
            <a:lvl6pPr algn="l">
              <a:defRPr sz="2325" b="1">
                <a:solidFill>
                  <a:srgbClr val="3379EB"/>
                </a:solidFill>
                <a:latin typeface="Microsoft YaHei"/>
                <a:ea typeface="Microsoft YaHei"/>
                <a:cs typeface="Microsoft YaHei"/>
              </a:defRPr>
            </a:lvl6pPr>
            <a:lvl7pPr algn="l">
              <a:defRPr sz="2325" b="1">
                <a:solidFill>
                  <a:srgbClr val="3379EB"/>
                </a:solidFill>
                <a:latin typeface="Microsoft YaHei"/>
                <a:ea typeface="Microsoft YaHei"/>
                <a:cs typeface="Microsoft YaHei"/>
              </a:defRPr>
            </a:lvl7pPr>
            <a:lvl8pPr algn="l">
              <a:defRPr sz="2325" b="1">
                <a:solidFill>
                  <a:srgbClr val="3379EB"/>
                </a:solidFill>
                <a:latin typeface="Microsoft YaHei"/>
                <a:ea typeface="Microsoft YaHei"/>
                <a:cs typeface="Microsoft YaHei"/>
              </a:defRPr>
            </a:lvl8pPr>
            <a:lvl9pPr algn="l">
              <a:defRPr sz="2325" b="1">
                <a:solidFill>
                  <a:srgbClr val="3379EB"/>
                </a:solidFill>
                <a:latin typeface="Microsoft YaHei"/>
                <a:ea typeface="Microsoft YaHei"/>
                <a:cs typeface="Microsoft YaHei"/>
              </a:defRPr>
            </a:lvl9pPr>
          </a:lstStyle>
          <a:p xmlns:a="http://schemas.openxmlformats.org/drawingml/2006/main">
            <a:pPr algn="l">
              <a:defRPr sz="2325" b="1">
                <a:solidFill>
                  <a:srgbClr val="3379EB"/>
                </a:solidFill>
                <a:latin typeface="Microsoft YaHei"/>
                <a:ea typeface="Microsoft YaHei"/>
                <a:cs typeface="Microsoft YaHei"/>
              </a:defRPr>
            </a:pPr>
            <a:r>
              <a:rPr sz="2325" b="1">
                <a:solidFill>
                  <a:srgbClr val="3379EB"/>
                </a:solidFill>
                <a:latin typeface="Microsoft YaHei"/>
                <a:ea typeface="Microsoft YaHei"/>
                <a:cs typeface="Microsoft YaHei"/>
              </a:rPr>
              <a:t>可以减少：随线程交接而存在的中转边界</a:t>
            </a:r>
          </a:p>
        </p:txBody>
      </p:sp>
      <p:sp>
        <p:nvSpPr>
          <p:cNvPr id="5" name="object-250">
            <a:extLst xmlns:a="http://schemas.openxmlformats.org/drawingml/2006/main">
              <a:ext uri="{FF2B5EF4-FFF2-40B4-BE49-F238E27FC236}">
                <a16:creationId xmlns:a16="http://schemas.microsoft.com/office/drawing/2014/main" id="{14FEE3B7-A21F-4A40-A612-BFFF57012D81}"/>
              </a:ext>
            </a:extLst>
          </p:cNvPr>
          <p:cNvSpPr>
            <a:spLocks xmlns:a="http://schemas.openxmlformats.org/drawingml/2006/main" noGrp="1"/>
          </p:cNvSpPr>
          <p:nvPr/>
        </p:nvSpPr>
        <p:spPr>
          <a:xfrm xmlns:a="http://schemas.openxmlformats.org/drawingml/2006/main">
            <a:off x="609600" y="2971800"/>
            <a:ext cx="10858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12263B"/>
                </a:solidFill>
                <a:latin typeface="Microsoft YaHei"/>
                <a:ea typeface="Microsoft YaHei"/>
                <a:cs typeface="Microsoft YaHei"/>
              </a:defRPr>
            </a:defPPr>
            <a:lvl1pPr algn="l">
              <a:defRPr sz="2175" b="1">
                <a:solidFill>
                  <a:srgbClr val="12263B"/>
                </a:solidFill>
                <a:latin typeface="Microsoft YaHei"/>
                <a:ea typeface="Microsoft YaHei"/>
                <a:cs typeface="Microsoft YaHei"/>
              </a:defRPr>
            </a:lvl1pPr>
            <a:lvl2pPr algn="l">
              <a:defRPr sz="2175" b="1">
                <a:solidFill>
                  <a:srgbClr val="12263B"/>
                </a:solidFill>
                <a:latin typeface="Microsoft YaHei"/>
                <a:ea typeface="Microsoft YaHei"/>
                <a:cs typeface="Microsoft YaHei"/>
              </a:defRPr>
            </a:lvl2pPr>
            <a:lvl3pPr algn="l">
              <a:defRPr sz="2175" b="1">
                <a:solidFill>
                  <a:srgbClr val="12263B"/>
                </a:solidFill>
                <a:latin typeface="Microsoft YaHei"/>
                <a:ea typeface="Microsoft YaHei"/>
                <a:cs typeface="Microsoft YaHei"/>
              </a:defRPr>
            </a:lvl3pPr>
            <a:lvl4pPr algn="l">
              <a:defRPr sz="2175" b="1">
                <a:solidFill>
                  <a:srgbClr val="12263B"/>
                </a:solidFill>
                <a:latin typeface="Microsoft YaHei"/>
                <a:ea typeface="Microsoft YaHei"/>
                <a:cs typeface="Microsoft YaHei"/>
              </a:defRPr>
            </a:lvl4pPr>
            <a:lvl5pPr algn="l">
              <a:defRPr sz="2175" b="1">
                <a:solidFill>
                  <a:srgbClr val="12263B"/>
                </a:solidFill>
                <a:latin typeface="Microsoft YaHei"/>
                <a:ea typeface="Microsoft YaHei"/>
                <a:cs typeface="Microsoft YaHei"/>
              </a:defRPr>
            </a:lvl5pPr>
            <a:lvl6pPr algn="l">
              <a:defRPr sz="2175" b="1">
                <a:solidFill>
                  <a:srgbClr val="12263B"/>
                </a:solidFill>
                <a:latin typeface="Microsoft YaHei"/>
                <a:ea typeface="Microsoft YaHei"/>
                <a:cs typeface="Microsoft YaHei"/>
              </a:defRPr>
            </a:lvl6pPr>
            <a:lvl7pPr algn="l">
              <a:defRPr sz="2175" b="1">
                <a:solidFill>
                  <a:srgbClr val="12263B"/>
                </a:solidFill>
                <a:latin typeface="Microsoft YaHei"/>
                <a:ea typeface="Microsoft YaHei"/>
                <a:cs typeface="Microsoft YaHei"/>
              </a:defRPr>
            </a:lvl7pPr>
            <a:lvl8pPr algn="l">
              <a:defRPr sz="2175" b="1">
                <a:solidFill>
                  <a:srgbClr val="12263B"/>
                </a:solidFill>
                <a:latin typeface="Microsoft YaHei"/>
                <a:ea typeface="Microsoft YaHei"/>
                <a:cs typeface="Microsoft YaHei"/>
              </a:defRPr>
            </a:lvl8pPr>
            <a:lvl9pPr algn="l">
              <a:defRPr sz="2175" b="1">
                <a:solidFill>
                  <a:srgbClr val="12263B"/>
                </a:solidFill>
                <a:latin typeface="Microsoft YaHei"/>
                <a:ea typeface="Microsoft YaHei"/>
                <a:cs typeface="Microsoft YaHei"/>
              </a:defRPr>
            </a:lvl9pPr>
          </a:lstStyle>
          <a:p xmlns:a="http://schemas.openxmlformats.org/drawingml/2006/main">
            <a:pPr algn="l">
              <a:defRPr sz="2175" b="1">
                <a:solidFill>
                  <a:srgbClr val="12263B"/>
                </a:solidFill>
                <a:latin typeface="Microsoft YaHei"/>
                <a:ea typeface="Microsoft YaHei"/>
                <a:cs typeface="Microsoft YaHei"/>
              </a:defRPr>
            </a:pPr>
            <a:r>
              <a:rPr sz="2175" b="1">
                <a:solidFill>
                  <a:srgbClr val="12263B"/>
                </a:solidFill>
                <a:latin typeface="Microsoft YaHei"/>
                <a:ea typeface="Microsoft YaHei"/>
                <a:cs typeface="Microsoft YaHei"/>
              </a:rPr>
              <a:t>仍需保留：各层适配与供数职责</a:t>
            </a:r>
          </a:p>
        </p:txBody>
      </p:sp>
      <p:sp>
        <p:nvSpPr>
          <p:cNvPr id="6" name="object-251">
            <a:extLst xmlns:a="http://schemas.openxmlformats.org/drawingml/2006/main">
              <a:ext uri="{FF2B5EF4-FFF2-40B4-BE49-F238E27FC236}">
                <a16:creationId xmlns:a16="http://schemas.microsoft.com/office/drawing/2014/main" id="{F92BFC1A-ECBF-431F-8CD4-954C4E032D45}"/>
              </a:ext>
            </a:extLst>
          </p:cNvPr>
          <p:cNvSpPr>
            <a:spLocks xmlns:a="http://schemas.openxmlformats.org/drawingml/2006/main" noGrp="1"/>
          </p:cNvSpPr>
          <p:nvPr/>
        </p:nvSpPr>
        <p:spPr>
          <a:xfrm xmlns:a="http://schemas.openxmlformats.org/drawingml/2006/main">
            <a:off x="609600" y="3762375"/>
            <a:ext cx="3048000" cy="819150"/>
          </a:xfrm>
          <a:prstGeom xmlns:a="http://schemas.openxmlformats.org/drawingml/2006/main" prst="rect">
            <a:avLst/>
          </a:prstGeom>
          <a:solidFill xmlns:a="http://schemas.openxmlformats.org/drawingml/2006/main">
            <a:srgbClr val="12263B"/>
          </a:solidFill>
          <a:ln xmlns:a="http://schemas.openxmlformats.org/drawingml/2006/main" w="0">
            <a:noFill/>
            <a:prstDash val="solid"/>
          </a:ln>
        </p:spPr>
      </p:sp>
      <p:sp>
        <p:nvSpPr>
          <p:cNvPr id="7" name="object-252">
            <a:extLst xmlns:a="http://schemas.openxmlformats.org/drawingml/2006/main">
              <a:ext uri="{FF2B5EF4-FFF2-40B4-BE49-F238E27FC236}">
                <a16:creationId xmlns:a16="http://schemas.microsoft.com/office/drawing/2014/main" id="{C6E11A05-7526-4F27-8BF7-2D0DD82962B3}"/>
              </a:ext>
            </a:extLst>
          </p:cNvPr>
          <p:cNvSpPr>
            <a:spLocks xmlns:a="http://schemas.openxmlformats.org/drawingml/2006/main" noGrp="1"/>
          </p:cNvSpPr>
          <p:nvPr/>
        </p:nvSpPr>
        <p:spPr>
          <a:xfrm xmlns:a="http://schemas.openxmlformats.org/drawingml/2006/main">
            <a:off x="723900" y="3819525"/>
            <a:ext cx="2819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FFFFFF"/>
                </a:solidFill>
                <a:latin typeface="Microsoft YaHei"/>
                <a:ea typeface="Microsoft YaHei"/>
                <a:cs typeface="Microsoft YaHei"/>
              </a:defRPr>
            </a:defPPr>
            <a:lvl1pPr algn="ctr">
              <a:defRPr sz="2025" b="1">
                <a:solidFill>
                  <a:srgbClr val="FFFFFF"/>
                </a:solidFill>
                <a:latin typeface="Microsoft YaHei"/>
                <a:ea typeface="Microsoft YaHei"/>
                <a:cs typeface="Microsoft YaHei"/>
              </a:defRPr>
            </a:lvl1pPr>
            <a:lvl2pPr algn="ctr">
              <a:defRPr sz="2025" b="1">
                <a:solidFill>
                  <a:srgbClr val="FFFFFF"/>
                </a:solidFill>
                <a:latin typeface="Microsoft YaHei"/>
                <a:ea typeface="Microsoft YaHei"/>
                <a:cs typeface="Microsoft YaHei"/>
              </a:defRPr>
            </a:lvl2pPr>
            <a:lvl3pPr algn="ctr">
              <a:defRPr sz="2025" b="1">
                <a:solidFill>
                  <a:srgbClr val="FFFFFF"/>
                </a:solidFill>
                <a:latin typeface="Microsoft YaHei"/>
                <a:ea typeface="Microsoft YaHei"/>
                <a:cs typeface="Microsoft YaHei"/>
              </a:defRPr>
            </a:lvl3pPr>
            <a:lvl4pPr algn="ctr">
              <a:defRPr sz="2025" b="1">
                <a:solidFill>
                  <a:srgbClr val="FFFFFF"/>
                </a:solidFill>
                <a:latin typeface="Microsoft YaHei"/>
                <a:ea typeface="Microsoft YaHei"/>
                <a:cs typeface="Microsoft YaHei"/>
              </a:defRPr>
            </a:lvl4pPr>
            <a:lvl5pPr algn="ctr">
              <a:defRPr sz="2025" b="1">
                <a:solidFill>
                  <a:srgbClr val="FFFFFF"/>
                </a:solidFill>
                <a:latin typeface="Microsoft YaHei"/>
                <a:ea typeface="Microsoft YaHei"/>
                <a:cs typeface="Microsoft YaHei"/>
              </a:defRPr>
            </a:lvl5pPr>
            <a:lvl6pPr algn="ctr">
              <a:defRPr sz="2025" b="1">
                <a:solidFill>
                  <a:srgbClr val="FFFFFF"/>
                </a:solidFill>
                <a:latin typeface="Microsoft YaHei"/>
                <a:ea typeface="Microsoft YaHei"/>
                <a:cs typeface="Microsoft YaHei"/>
              </a:defRPr>
            </a:lvl6pPr>
            <a:lvl7pPr algn="ctr">
              <a:defRPr sz="2025" b="1">
                <a:solidFill>
                  <a:srgbClr val="FFFFFF"/>
                </a:solidFill>
                <a:latin typeface="Microsoft YaHei"/>
                <a:ea typeface="Microsoft YaHei"/>
                <a:cs typeface="Microsoft YaHei"/>
              </a:defRPr>
            </a:lvl7pPr>
            <a:lvl8pPr algn="ctr">
              <a:defRPr sz="2025" b="1">
                <a:solidFill>
                  <a:srgbClr val="FFFFFF"/>
                </a:solidFill>
                <a:latin typeface="Microsoft YaHei"/>
                <a:ea typeface="Microsoft YaHei"/>
                <a:cs typeface="Microsoft YaHei"/>
              </a:defRPr>
            </a:lvl8pPr>
            <a:lvl9pPr algn="ctr">
              <a:defRPr sz="2025" b="1">
                <a:solidFill>
                  <a:srgbClr val="FFFFFF"/>
                </a:solidFill>
                <a:latin typeface="Microsoft YaHei"/>
                <a:ea typeface="Microsoft YaHei"/>
                <a:cs typeface="Microsoft YaHei"/>
              </a:defRPr>
            </a:lvl9pPr>
          </a:lstStyle>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共享音频缓冲</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应用供数</a:t>
            </a:r>
          </a:p>
        </p:txBody>
      </p:sp>
      <p:sp>
        <p:nvSpPr>
          <p:cNvPr id="8" name="object-253">
            <a:extLst xmlns:a="http://schemas.openxmlformats.org/drawingml/2006/main">
              <a:ext uri="{FF2B5EF4-FFF2-40B4-BE49-F238E27FC236}">
                <a16:creationId xmlns:a16="http://schemas.microsoft.com/office/drawing/2014/main" id="{537AB009-64DB-48AA-9598-C237F6458CCC}"/>
              </a:ext>
            </a:extLst>
          </p:cNvPr>
          <p:cNvSpPr>
            <a:spLocks xmlns:a="http://schemas.openxmlformats.org/drawingml/2006/main" noGrp="1"/>
          </p:cNvSpPr>
          <p:nvPr/>
        </p:nvSpPr>
        <p:spPr>
          <a:xfrm xmlns:a="http://schemas.openxmlformats.org/drawingml/2006/main">
            <a:off x="4562475" y="3762375"/>
            <a:ext cx="3048000" cy="81915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9" name="object-254">
            <a:extLst xmlns:a="http://schemas.openxmlformats.org/drawingml/2006/main">
              <a:ext uri="{FF2B5EF4-FFF2-40B4-BE49-F238E27FC236}">
                <a16:creationId xmlns:a16="http://schemas.microsoft.com/office/drawing/2014/main" id="{D704D70D-1BC7-4035-95A3-DC76A7674607}"/>
              </a:ext>
            </a:extLst>
          </p:cNvPr>
          <p:cNvSpPr>
            <a:spLocks xmlns:a="http://schemas.openxmlformats.org/drawingml/2006/main" noGrp="1"/>
          </p:cNvSpPr>
          <p:nvPr/>
        </p:nvSpPr>
        <p:spPr>
          <a:xfrm xmlns:a="http://schemas.openxmlformats.org/drawingml/2006/main">
            <a:off x="4676775" y="3819525"/>
            <a:ext cx="2819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Converter 缓存</a:t>
            </a:r>
          </a:p>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格式 / 块长适配</a:t>
            </a:r>
          </a:p>
        </p:txBody>
      </p:sp>
      <p:sp>
        <p:nvSpPr>
          <p:cNvPr id="10" name="object-255">
            <a:extLst xmlns:a="http://schemas.openxmlformats.org/drawingml/2006/main">
              <a:ext uri="{FF2B5EF4-FFF2-40B4-BE49-F238E27FC236}">
                <a16:creationId xmlns:a16="http://schemas.microsoft.com/office/drawing/2014/main" id="{B96D160F-E07A-4A5D-AE55-4709C56A78C7}"/>
              </a:ext>
            </a:extLst>
          </p:cNvPr>
          <p:cNvSpPr>
            <a:spLocks xmlns:a="http://schemas.openxmlformats.org/drawingml/2006/main" noGrp="1"/>
          </p:cNvSpPr>
          <p:nvPr/>
        </p:nvSpPr>
        <p:spPr>
          <a:xfrm xmlns:a="http://schemas.openxmlformats.org/drawingml/2006/main">
            <a:off x="8515350" y="3762375"/>
            <a:ext cx="3048000" cy="819150"/>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11" name="object-256">
            <a:extLst xmlns:a="http://schemas.openxmlformats.org/drawingml/2006/main">
              <a:ext uri="{FF2B5EF4-FFF2-40B4-BE49-F238E27FC236}">
                <a16:creationId xmlns:a16="http://schemas.microsoft.com/office/drawing/2014/main" id="{9E34E9C9-9759-43BD-AAEC-6635E85A54B2}"/>
              </a:ext>
            </a:extLst>
          </p:cNvPr>
          <p:cNvSpPr>
            <a:spLocks xmlns:a="http://schemas.openxmlformats.org/drawingml/2006/main" noGrp="1"/>
          </p:cNvSpPr>
          <p:nvPr/>
        </p:nvSpPr>
        <p:spPr>
          <a:xfrm xmlns:a="http://schemas.openxmlformats.org/drawingml/2006/main">
            <a:off x="8629650" y="3819525"/>
            <a:ext cx="2819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SinkOutput 缓存</a:t>
            </a:r>
          </a:p>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凑足提交粒度</a:t>
            </a:r>
          </a:p>
        </p:txBody>
      </p:sp>
      <p:sp>
        <p:nvSpPr>
          <p:cNvPr id="12" name="line-257">
            <a:extLst xmlns:a="http://schemas.openxmlformats.org/drawingml/2006/main">
              <a:ext uri="{FF2B5EF4-FFF2-40B4-BE49-F238E27FC236}">
                <a16:creationId xmlns:a16="http://schemas.microsoft.com/office/drawing/2014/main" id="{A09D652E-704A-4169-97D5-422DABC2233E}"/>
              </a:ext>
            </a:extLst>
          </p:cNvPr>
          <p:cNvSpPr>
            <a:spLocks xmlns:a="http://schemas.openxmlformats.org/drawingml/2006/main" noGrp="1"/>
          </p:cNvSpPr>
          <p:nvPr/>
        </p:nvSpPr>
        <p:spPr>
          <a:xfrm xmlns:a="http://schemas.openxmlformats.org/drawingml/2006/main">
            <a:off x="3771900" y="4171950"/>
            <a:ext cx="676275" cy="9525"/>
          </a:xfrm>
          <a:custGeom xmlns:a="http://schemas.openxmlformats.org/drawingml/2006/main">
            <a:pathLst>
              <a:path w="676275" h="9525">
                <a:moveTo>
                  <a:pt x="0" y="0"/>
                </a:moveTo>
                <a:lnTo>
                  <a:pt x="676275" y="0"/>
                </a:lnTo>
              </a:path>
            </a:pathLst>
          </a:custGeom>
          <a:noFill xmlns:a="http://schemas.openxmlformats.org/drawingml/2006/main"/>
          <a:ln xmlns:a="http://schemas.openxmlformats.org/drawingml/2006/main" w="28575">
            <a:solidFill>
              <a:srgbClr val="3379EB"/>
            </a:solidFill>
            <a:prstDash val="solid"/>
          </a:ln>
        </p:spPr>
      </p:sp>
      <p:sp>
        <p:nvSpPr>
          <p:cNvPr id="13" name="line-258">
            <a:extLst xmlns:a="http://schemas.openxmlformats.org/drawingml/2006/main">
              <a:ext uri="{FF2B5EF4-FFF2-40B4-BE49-F238E27FC236}">
                <a16:creationId xmlns:a16="http://schemas.microsoft.com/office/drawing/2014/main" id="{B69F7DEA-BF96-44F7-AB3D-B5FE236CA2D0}"/>
              </a:ext>
            </a:extLst>
          </p:cNvPr>
          <p:cNvSpPr>
            <a:spLocks xmlns:a="http://schemas.openxmlformats.org/drawingml/2006/main" noGrp="1"/>
          </p:cNvSpPr>
          <p:nvPr/>
        </p:nvSpPr>
        <p:spPr>
          <a:xfrm xmlns:a="http://schemas.openxmlformats.org/drawingml/2006/main">
            <a:off x="4362407" y="41719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4" name="line-259">
            <a:extLst xmlns:a="http://schemas.openxmlformats.org/drawingml/2006/main">
              <a:ext uri="{FF2B5EF4-FFF2-40B4-BE49-F238E27FC236}">
                <a16:creationId xmlns:a16="http://schemas.microsoft.com/office/drawing/2014/main" id="{6097175A-6F2F-4274-9D8F-51020BFB3CFD}"/>
              </a:ext>
            </a:extLst>
          </p:cNvPr>
          <p:cNvSpPr>
            <a:spLocks xmlns:a="http://schemas.openxmlformats.org/drawingml/2006/main" noGrp="1"/>
          </p:cNvSpPr>
          <p:nvPr/>
        </p:nvSpPr>
        <p:spPr>
          <a:xfrm xmlns:a="http://schemas.openxmlformats.org/drawingml/2006/main">
            <a:off x="4362407" y="41305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15" name="line-260">
            <a:extLst xmlns:a="http://schemas.openxmlformats.org/drawingml/2006/main">
              <a:ext uri="{FF2B5EF4-FFF2-40B4-BE49-F238E27FC236}">
                <a16:creationId xmlns:a16="http://schemas.microsoft.com/office/drawing/2014/main" id="{D7413C9F-EB66-4185-BF15-DECB1E040175}"/>
              </a:ext>
            </a:extLst>
          </p:cNvPr>
          <p:cNvSpPr>
            <a:spLocks xmlns:a="http://schemas.openxmlformats.org/drawingml/2006/main" noGrp="1"/>
          </p:cNvSpPr>
          <p:nvPr/>
        </p:nvSpPr>
        <p:spPr>
          <a:xfrm xmlns:a="http://schemas.openxmlformats.org/drawingml/2006/main">
            <a:off x="7724775" y="4171950"/>
            <a:ext cx="676275" cy="9525"/>
          </a:xfrm>
          <a:custGeom xmlns:a="http://schemas.openxmlformats.org/drawingml/2006/main">
            <a:pathLst>
              <a:path w="676275" h="9525">
                <a:moveTo>
                  <a:pt x="0" y="0"/>
                </a:moveTo>
                <a:lnTo>
                  <a:pt x="676275" y="0"/>
                </a:lnTo>
              </a:path>
            </a:pathLst>
          </a:custGeom>
          <a:noFill xmlns:a="http://schemas.openxmlformats.org/drawingml/2006/main"/>
          <a:ln xmlns:a="http://schemas.openxmlformats.org/drawingml/2006/main" w="28575">
            <a:solidFill>
              <a:srgbClr val="3379EB"/>
            </a:solidFill>
            <a:prstDash val="solid"/>
          </a:ln>
        </p:spPr>
      </p:sp>
      <p:sp>
        <p:nvSpPr>
          <p:cNvPr id="16" name="line-261">
            <a:extLst xmlns:a="http://schemas.openxmlformats.org/drawingml/2006/main">
              <a:ext uri="{FF2B5EF4-FFF2-40B4-BE49-F238E27FC236}">
                <a16:creationId xmlns:a16="http://schemas.microsoft.com/office/drawing/2014/main" id="{BAFFFCB8-9F28-4411-A32F-C54651BDACA7}"/>
              </a:ext>
            </a:extLst>
          </p:cNvPr>
          <p:cNvSpPr>
            <a:spLocks xmlns:a="http://schemas.openxmlformats.org/drawingml/2006/main" noGrp="1"/>
          </p:cNvSpPr>
          <p:nvPr/>
        </p:nvSpPr>
        <p:spPr>
          <a:xfrm xmlns:a="http://schemas.openxmlformats.org/drawingml/2006/main">
            <a:off x="8315282" y="41719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7" name="line-262">
            <a:extLst xmlns:a="http://schemas.openxmlformats.org/drawingml/2006/main">
              <a:ext uri="{FF2B5EF4-FFF2-40B4-BE49-F238E27FC236}">
                <a16:creationId xmlns:a16="http://schemas.microsoft.com/office/drawing/2014/main" id="{5AF59AA9-8893-4499-A7CF-A1A570BB3819}"/>
              </a:ext>
            </a:extLst>
          </p:cNvPr>
          <p:cNvSpPr>
            <a:spLocks xmlns:a="http://schemas.openxmlformats.org/drawingml/2006/main" noGrp="1"/>
          </p:cNvSpPr>
          <p:nvPr/>
        </p:nvSpPr>
        <p:spPr>
          <a:xfrm xmlns:a="http://schemas.openxmlformats.org/drawingml/2006/main">
            <a:off x="8315282" y="41305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18" name="object-263">
            <a:extLst xmlns:a="http://schemas.openxmlformats.org/drawingml/2006/main">
              <a:ext uri="{FF2B5EF4-FFF2-40B4-BE49-F238E27FC236}">
                <a16:creationId xmlns:a16="http://schemas.microsoft.com/office/drawing/2014/main" id="{96BEA7F1-8BC8-4090-9BC7-7B66F4615960}"/>
              </a:ext>
            </a:extLst>
          </p:cNvPr>
          <p:cNvSpPr>
            <a:spLocks xmlns:a="http://schemas.openxmlformats.org/drawingml/2006/main" noGrp="1"/>
          </p:cNvSpPr>
          <p:nvPr/>
        </p:nvSpPr>
        <p:spPr>
          <a:xfrm xmlns:a="http://schemas.openxmlformats.org/drawingml/2006/main">
            <a:off x="609600" y="504825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12263B"/>
                </a:solidFill>
                <a:latin typeface="Microsoft YaHei"/>
                <a:ea typeface="Microsoft YaHei"/>
                <a:cs typeface="Microsoft YaHei"/>
              </a:defRPr>
            </a:defPPr>
            <a:lvl1pPr algn="l">
              <a:defRPr sz="2175" b="1">
                <a:solidFill>
                  <a:srgbClr val="12263B"/>
                </a:solidFill>
                <a:latin typeface="Microsoft YaHei"/>
                <a:ea typeface="Microsoft YaHei"/>
                <a:cs typeface="Microsoft YaHei"/>
              </a:defRPr>
            </a:lvl1pPr>
            <a:lvl2pPr algn="l">
              <a:defRPr sz="2175" b="1">
                <a:solidFill>
                  <a:srgbClr val="12263B"/>
                </a:solidFill>
                <a:latin typeface="Microsoft YaHei"/>
                <a:ea typeface="Microsoft YaHei"/>
                <a:cs typeface="Microsoft YaHei"/>
              </a:defRPr>
            </a:lvl2pPr>
            <a:lvl3pPr algn="l">
              <a:defRPr sz="2175" b="1">
                <a:solidFill>
                  <a:srgbClr val="12263B"/>
                </a:solidFill>
                <a:latin typeface="Microsoft YaHei"/>
                <a:ea typeface="Microsoft YaHei"/>
                <a:cs typeface="Microsoft YaHei"/>
              </a:defRPr>
            </a:lvl3pPr>
            <a:lvl4pPr algn="l">
              <a:defRPr sz="2175" b="1">
                <a:solidFill>
                  <a:srgbClr val="12263B"/>
                </a:solidFill>
                <a:latin typeface="Microsoft YaHei"/>
                <a:ea typeface="Microsoft YaHei"/>
                <a:cs typeface="Microsoft YaHei"/>
              </a:defRPr>
            </a:lvl4pPr>
            <a:lvl5pPr algn="l">
              <a:defRPr sz="2175" b="1">
                <a:solidFill>
                  <a:srgbClr val="12263B"/>
                </a:solidFill>
                <a:latin typeface="Microsoft YaHei"/>
                <a:ea typeface="Microsoft YaHei"/>
                <a:cs typeface="Microsoft YaHei"/>
              </a:defRPr>
            </a:lvl5pPr>
            <a:lvl6pPr algn="l">
              <a:defRPr sz="2175" b="1">
                <a:solidFill>
                  <a:srgbClr val="12263B"/>
                </a:solidFill>
                <a:latin typeface="Microsoft YaHei"/>
                <a:ea typeface="Microsoft YaHei"/>
                <a:cs typeface="Microsoft YaHei"/>
              </a:defRPr>
            </a:lvl6pPr>
            <a:lvl7pPr algn="l">
              <a:defRPr sz="2175" b="1">
                <a:solidFill>
                  <a:srgbClr val="12263B"/>
                </a:solidFill>
                <a:latin typeface="Microsoft YaHei"/>
                <a:ea typeface="Microsoft YaHei"/>
                <a:cs typeface="Microsoft YaHei"/>
              </a:defRPr>
            </a:lvl7pPr>
            <a:lvl8pPr algn="l">
              <a:defRPr sz="2175" b="1">
                <a:solidFill>
                  <a:srgbClr val="12263B"/>
                </a:solidFill>
                <a:latin typeface="Microsoft YaHei"/>
                <a:ea typeface="Microsoft YaHei"/>
                <a:cs typeface="Microsoft YaHei"/>
              </a:defRPr>
            </a:lvl8pPr>
            <a:lvl9pPr algn="l">
              <a:defRPr sz="2175" b="1">
                <a:solidFill>
                  <a:srgbClr val="12263B"/>
                </a:solidFill>
                <a:latin typeface="Microsoft YaHei"/>
                <a:ea typeface="Microsoft YaHei"/>
                <a:cs typeface="Microsoft YaHei"/>
              </a:defRPr>
            </a:lvl9pPr>
          </a:lstStyle>
          <a:p xmlns:a="http://schemas.openxmlformats.org/drawingml/2006/main">
            <a:pPr algn="l">
              <a:defRPr sz="2175" b="1">
                <a:solidFill>
                  <a:srgbClr val="12263B"/>
                </a:solidFill>
                <a:latin typeface="Microsoft YaHei"/>
                <a:ea typeface="Microsoft YaHei"/>
                <a:cs typeface="Microsoft YaHei"/>
              </a:defRPr>
            </a:pPr>
            <a:r>
              <a:rPr sz="2175" b="1">
                <a:solidFill>
                  <a:srgbClr val="12263B"/>
                </a:solidFill>
                <a:latin typeface="Microsoft YaHei"/>
                <a:ea typeface="Microsoft YaHei"/>
                <a:cs typeface="Microsoft YaHei"/>
              </a:rPr>
              <a:t>“少一些 Buffer”与“少一些抗抖动余量”不能直接等同</a:t>
            </a:r>
          </a:p>
        </p:txBody>
      </p:sp>
      <p:sp>
        <p:nvSpPr>
          <p:cNvPr id="19" name="object-264">
            <a:extLst xmlns:a="http://schemas.openxmlformats.org/drawingml/2006/main">
              <a:ext uri="{FF2B5EF4-FFF2-40B4-BE49-F238E27FC236}">
                <a16:creationId xmlns:a16="http://schemas.microsoft.com/office/drawing/2014/main" id="{EF9FE253-D2AB-4393-9220-0410B6403ABF}"/>
              </a:ext>
            </a:extLst>
          </p:cNvPr>
          <p:cNvSpPr>
            <a:spLocks xmlns:a="http://schemas.openxmlformats.org/drawingml/2006/main" noGrp="1"/>
          </p:cNvSpPr>
          <p:nvPr/>
        </p:nvSpPr>
        <p:spPr>
          <a:xfrm xmlns:a="http://schemas.openxmlformats.org/drawingml/2006/main">
            <a:off x="609600" y="565785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119A92"/>
                </a:solidFill>
                <a:latin typeface="Microsoft YaHei"/>
                <a:ea typeface="Microsoft YaHei"/>
                <a:cs typeface="Microsoft YaHei"/>
              </a:defRPr>
            </a:defPPr>
            <a:lvl1pPr algn="l">
              <a:defRPr sz="2175" b="1">
                <a:solidFill>
                  <a:srgbClr val="119A92"/>
                </a:solidFill>
                <a:latin typeface="Microsoft YaHei"/>
                <a:ea typeface="Microsoft YaHei"/>
                <a:cs typeface="Microsoft YaHei"/>
              </a:defRPr>
            </a:lvl1pPr>
            <a:lvl2pPr algn="l">
              <a:defRPr sz="2175" b="1">
                <a:solidFill>
                  <a:srgbClr val="119A92"/>
                </a:solidFill>
                <a:latin typeface="Microsoft YaHei"/>
                <a:ea typeface="Microsoft YaHei"/>
                <a:cs typeface="Microsoft YaHei"/>
              </a:defRPr>
            </a:lvl2pPr>
            <a:lvl3pPr algn="l">
              <a:defRPr sz="2175" b="1">
                <a:solidFill>
                  <a:srgbClr val="119A92"/>
                </a:solidFill>
                <a:latin typeface="Microsoft YaHei"/>
                <a:ea typeface="Microsoft YaHei"/>
                <a:cs typeface="Microsoft YaHei"/>
              </a:defRPr>
            </a:lvl3pPr>
            <a:lvl4pPr algn="l">
              <a:defRPr sz="2175" b="1">
                <a:solidFill>
                  <a:srgbClr val="119A92"/>
                </a:solidFill>
                <a:latin typeface="Microsoft YaHei"/>
                <a:ea typeface="Microsoft YaHei"/>
                <a:cs typeface="Microsoft YaHei"/>
              </a:defRPr>
            </a:lvl4pPr>
            <a:lvl5pPr algn="l">
              <a:defRPr sz="2175" b="1">
                <a:solidFill>
                  <a:srgbClr val="119A92"/>
                </a:solidFill>
                <a:latin typeface="Microsoft YaHei"/>
                <a:ea typeface="Microsoft YaHei"/>
                <a:cs typeface="Microsoft YaHei"/>
              </a:defRPr>
            </a:lvl5pPr>
            <a:lvl6pPr algn="l">
              <a:defRPr sz="2175" b="1">
                <a:solidFill>
                  <a:srgbClr val="119A92"/>
                </a:solidFill>
                <a:latin typeface="Microsoft YaHei"/>
                <a:ea typeface="Microsoft YaHei"/>
                <a:cs typeface="Microsoft YaHei"/>
              </a:defRPr>
            </a:lvl6pPr>
            <a:lvl7pPr algn="l">
              <a:defRPr sz="2175" b="1">
                <a:solidFill>
                  <a:srgbClr val="119A92"/>
                </a:solidFill>
                <a:latin typeface="Microsoft YaHei"/>
                <a:ea typeface="Microsoft YaHei"/>
                <a:cs typeface="Microsoft YaHei"/>
              </a:defRPr>
            </a:lvl7pPr>
            <a:lvl8pPr algn="l">
              <a:defRPr sz="2175" b="1">
                <a:solidFill>
                  <a:srgbClr val="119A92"/>
                </a:solidFill>
                <a:latin typeface="Microsoft YaHei"/>
                <a:ea typeface="Microsoft YaHei"/>
                <a:cs typeface="Microsoft YaHei"/>
              </a:defRPr>
            </a:lvl8pPr>
            <a:lvl9pPr algn="l">
              <a:defRPr sz="2175" b="1">
                <a:solidFill>
                  <a:srgbClr val="119A92"/>
                </a:solidFill>
                <a:latin typeface="Microsoft YaHei"/>
                <a:ea typeface="Microsoft YaHei"/>
                <a:cs typeface="Microsoft YaHei"/>
              </a:defRPr>
            </a:lvl9pPr>
          </a:lstStyle>
          <a:p xmlns:a="http://schemas.openxmlformats.org/drawingml/2006/main">
            <a:pPr algn="l">
              <a:defRPr sz="2175" b="1">
                <a:solidFill>
                  <a:srgbClr val="119A92"/>
                </a:solidFill>
                <a:latin typeface="Microsoft YaHei"/>
                <a:ea typeface="Microsoft YaHei"/>
                <a:cs typeface="Microsoft YaHei"/>
              </a:defRPr>
            </a:pPr>
            <a:r>
              <a:rPr sz="2175" b="1">
                <a:solidFill>
                  <a:srgbClr val="119A92"/>
                </a:solidFill>
                <a:latin typeface="Microsoft YaHei"/>
                <a:ea typeface="Microsoft YaHei"/>
                <a:cs typeface="Microsoft YaHei"/>
              </a:rPr>
              <a:t>团队结论：降低时延，同时保持端到端抗抖动能力</a:t>
            </a:r>
          </a:p>
        </p:txBody>
      </p:sp>
      <p:sp>
        <p:nvSpPr>
          <p:cNvPr id="20" name="object-265">
            <a:extLst xmlns:a="http://schemas.openxmlformats.org/drawingml/2006/main">
              <a:ext uri="{FF2B5EF4-FFF2-40B4-BE49-F238E27FC236}">
                <a16:creationId xmlns:a16="http://schemas.microsoft.com/office/drawing/2014/main" id="{07C1A15F-2D6E-4BDB-90BB-5A3A3C04CB1E}"/>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缓冲职责示意，省略中间节点；抗抖动保持为团队结论，需同负载与扰动条件验证</a:t>
            </a:r>
          </a:p>
        </p:txBody>
      </p:sp>
      <p:sp>
        <p:nvSpPr>
          <p:cNvPr id="21" name="object-266">
            <a:extLst xmlns:a="http://schemas.openxmlformats.org/drawingml/2006/main">
              <a:ext uri="{FF2B5EF4-FFF2-40B4-BE49-F238E27FC236}">
                <a16:creationId xmlns:a16="http://schemas.microsoft.com/office/drawing/2014/main" id="{EAE4A0C0-9A70-46AE-8615-4AA2B93DC05B}"/>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08</a:t>
            </a:r>
          </a:p>
        </p:txBody>
      </p:sp>
    </p:spTree>
    <p:extLst>
      <p:ext uri="{BB962C8B-B14F-4D97-AF65-F5344CB8AC3E}">
        <p14:creationId xmlns:p14="http://schemas.microsoft.com/office/powerpoint/2010/main" val="1890799635"/>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object-267">
            <a:extLst xmlns:a="http://schemas.openxmlformats.org/drawingml/2006/main">
              <a:ext uri="{FF2B5EF4-FFF2-40B4-BE49-F238E27FC236}">
                <a16:creationId xmlns:a16="http://schemas.microsoft.com/office/drawing/2014/main" id="{9805691D-F299-43B7-A900-7CF1DE902399}"/>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第三部分 · 创新二：消息流转</a:t>
            </a:r>
          </a:p>
        </p:txBody>
      </p:sp>
      <p:sp>
        <p:nvSpPr>
          <p:cNvPr id="2" name="object-268">
            <a:extLst xmlns:a="http://schemas.openxmlformats.org/drawingml/2006/main">
              <a:ext uri="{FF2B5EF4-FFF2-40B4-BE49-F238E27FC236}">
                <a16:creationId xmlns:a16="http://schemas.microsoft.com/office/drawing/2014/main" id="{5EB58827-2A93-404E-893D-CA2BCDA53F33}"/>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无锁队列：控制请求怎样进入执行侧</a:t>
            </a:r>
          </a:p>
        </p:txBody>
      </p:sp>
      <p:sp>
        <p:nvSpPr>
          <p:cNvPr id="3" name="object-269">
            <a:extLst xmlns:a="http://schemas.openxmlformats.org/drawingml/2006/main">
              <a:ext uri="{FF2B5EF4-FFF2-40B4-BE49-F238E27FC236}">
                <a16:creationId xmlns:a16="http://schemas.microsoft.com/office/drawing/2014/main" id="{38DD3E86-610A-49B8-97DE-1B4EBDBE2DCB}"/>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以启动流为例：原子发布请求，由管理器处理线程消费并更新状态</a:t>
            </a:r>
          </a:p>
        </p:txBody>
      </p:sp>
      <p:sp>
        <p:nvSpPr>
          <p:cNvPr id="4" name="object-270">
            <a:extLst xmlns:a="http://schemas.openxmlformats.org/drawingml/2006/main">
              <a:ext uri="{FF2B5EF4-FFF2-40B4-BE49-F238E27FC236}">
                <a16:creationId xmlns:a16="http://schemas.microsoft.com/office/drawing/2014/main" id="{6C1F41B4-4ED7-4D84-8326-22EB6A467023}"/>
              </a:ext>
            </a:extLst>
          </p:cNvPr>
          <p:cNvSpPr>
            <a:spLocks xmlns:a="http://schemas.openxmlformats.org/drawingml/2006/main" noGrp="1"/>
          </p:cNvSpPr>
          <p:nvPr/>
        </p:nvSpPr>
        <p:spPr>
          <a:xfrm xmlns:a="http://schemas.openxmlformats.org/drawingml/2006/main">
            <a:off x="609600" y="2352675"/>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887798"/>
                </a:solidFill>
                <a:latin typeface="Microsoft YaHei"/>
                <a:ea typeface="Microsoft YaHei"/>
                <a:cs typeface="Microsoft YaHei"/>
              </a:defRPr>
            </a:defPPr>
            <a:lvl1pPr algn="l">
              <a:defRPr sz="2175" b="1">
                <a:solidFill>
                  <a:srgbClr val="887798"/>
                </a:solidFill>
                <a:latin typeface="Microsoft YaHei"/>
                <a:ea typeface="Microsoft YaHei"/>
                <a:cs typeface="Microsoft YaHei"/>
              </a:defRPr>
            </a:lvl1pPr>
            <a:lvl2pPr algn="l">
              <a:defRPr sz="2175" b="1">
                <a:solidFill>
                  <a:srgbClr val="887798"/>
                </a:solidFill>
                <a:latin typeface="Microsoft YaHei"/>
                <a:ea typeface="Microsoft YaHei"/>
                <a:cs typeface="Microsoft YaHei"/>
              </a:defRPr>
            </a:lvl2pPr>
            <a:lvl3pPr algn="l">
              <a:defRPr sz="2175" b="1">
                <a:solidFill>
                  <a:srgbClr val="887798"/>
                </a:solidFill>
                <a:latin typeface="Microsoft YaHei"/>
                <a:ea typeface="Microsoft YaHei"/>
                <a:cs typeface="Microsoft YaHei"/>
              </a:defRPr>
            </a:lvl3pPr>
            <a:lvl4pPr algn="l">
              <a:defRPr sz="2175" b="1">
                <a:solidFill>
                  <a:srgbClr val="887798"/>
                </a:solidFill>
                <a:latin typeface="Microsoft YaHei"/>
                <a:ea typeface="Microsoft YaHei"/>
                <a:cs typeface="Microsoft YaHei"/>
              </a:defRPr>
            </a:lvl4pPr>
            <a:lvl5pPr algn="l">
              <a:defRPr sz="2175" b="1">
                <a:solidFill>
                  <a:srgbClr val="887798"/>
                </a:solidFill>
                <a:latin typeface="Microsoft YaHei"/>
                <a:ea typeface="Microsoft YaHei"/>
                <a:cs typeface="Microsoft YaHei"/>
              </a:defRPr>
            </a:lvl5pPr>
            <a:lvl6pPr algn="l">
              <a:defRPr sz="2175" b="1">
                <a:solidFill>
                  <a:srgbClr val="887798"/>
                </a:solidFill>
                <a:latin typeface="Microsoft YaHei"/>
                <a:ea typeface="Microsoft YaHei"/>
                <a:cs typeface="Microsoft YaHei"/>
              </a:defRPr>
            </a:lvl6pPr>
            <a:lvl7pPr algn="l">
              <a:defRPr sz="2175" b="1">
                <a:solidFill>
                  <a:srgbClr val="887798"/>
                </a:solidFill>
                <a:latin typeface="Microsoft YaHei"/>
                <a:ea typeface="Microsoft YaHei"/>
                <a:cs typeface="Microsoft YaHei"/>
              </a:defRPr>
            </a:lvl7pPr>
            <a:lvl8pPr algn="l">
              <a:defRPr sz="2175" b="1">
                <a:solidFill>
                  <a:srgbClr val="887798"/>
                </a:solidFill>
                <a:latin typeface="Microsoft YaHei"/>
                <a:ea typeface="Microsoft YaHei"/>
                <a:cs typeface="Microsoft YaHei"/>
              </a:defRPr>
            </a:lvl8pPr>
            <a:lvl9pPr algn="l">
              <a:defRPr sz="2175" b="1">
                <a:solidFill>
                  <a:srgbClr val="887798"/>
                </a:solidFill>
                <a:latin typeface="Microsoft YaHei"/>
                <a:ea typeface="Microsoft YaHei"/>
                <a:cs typeface="Microsoft YaHei"/>
              </a:defRPr>
            </a:lvl9pPr>
          </a:lstStyle>
          <a:p xmlns:a="http://schemas.openxmlformats.org/drawingml/2006/main">
            <a:pPr algn="l">
              <a:defRPr sz="2175" b="1">
                <a:solidFill>
                  <a:srgbClr val="887798"/>
                </a:solidFill>
                <a:latin typeface="Microsoft YaHei"/>
                <a:ea typeface="Microsoft YaHei"/>
                <a:cs typeface="Microsoft YaHei"/>
              </a:defRPr>
            </a:pPr>
            <a:r>
              <a:rPr sz="2175" b="1">
                <a:solidFill>
                  <a:srgbClr val="887798"/>
                </a:solidFill>
                <a:latin typeface="Microsoft YaHei"/>
                <a:ea typeface="Microsoft YaHei"/>
                <a:cs typeface="Microsoft YaHei"/>
              </a:rPr>
              <a:t>5.1 Start 实例：PaLockGuard 保护 PA mainloop 操作</a:t>
            </a:r>
          </a:p>
        </p:txBody>
      </p:sp>
      <p:sp>
        <p:nvSpPr>
          <p:cNvPr id="5" name="object-271">
            <a:extLst xmlns:a="http://schemas.openxmlformats.org/drawingml/2006/main">
              <a:ext uri="{FF2B5EF4-FFF2-40B4-BE49-F238E27FC236}">
                <a16:creationId xmlns:a16="http://schemas.microsoft.com/office/drawing/2014/main" id="{BBC23CEF-F4F8-4953-B6A6-39B7E291D2A2}"/>
              </a:ext>
            </a:extLst>
          </p:cNvPr>
          <p:cNvSpPr>
            <a:spLocks xmlns:a="http://schemas.openxmlformats.org/drawingml/2006/main" noGrp="1"/>
          </p:cNvSpPr>
          <p:nvPr/>
        </p:nvSpPr>
        <p:spPr>
          <a:xfrm xmlns:a="http://schemas.openxmlformats.org/drawingml/2006/main">
            <a:off x="609600" y="3171825"/>
            <a:ext cx="2457450" cy="866775"/>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6" name="object-272">
            <a:extLst xmlns:a="http://schemas.openxmlformats.org/drawingml/2006/main">
              <a:ext uri="{FF2B5EF4-FFF2-40B4-BE49-F238E27FC236}">
                <a16:creationId xmlns:a16="http://schemas.microsoft.com/office/drawing/2014/main" id="{63A30F37-8078-49F9-A9B3-FB4541BA6256}"/>
              </a:ext>
            </a:extLst>
          </p:cNvPr>
          <p:cNvSpPr>
            <a:spLocks xmlns:a="http://schemas.openxmlformats.org/drawingml/2006/main" noGrp="1"/>
          </p:cNvSpPr>
          <p:nvPr/>
        </p:nvSpPr>
        <p:spPr>
          <a:xfrm xmlns:a="http://schemas.openxmlformats.org/drawingml/2006/main">
            <a:off x="723900" y="3228975"/>
            <a:ext cx="22288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启动请求</a:t>
            </a:r>
          </a:p>
        </p:txBody>
      </p:sp>
      <p:sp>
        <p:nvSpPr>
          <p:cNvPr id="7" name="object-273">
            <a:extLst xmlns:a="http://schemas.openxmlformats.org/drawingml/2006/main">
              <a:ext uri="{FF2B5EF4-FFF2-40B4-BE49-F238E27FC236}">
                <a16:creationId xmlns:a16="http://schemas.microsoft.com/office/drawing/2014/main" id="{98C79F50-A76A-4A6F-A6ED-C15ED01EB27D}"/>
              </a:ext>
            </a:extLst>
          </p:cNvPr>
          <p:cNvSpPr>
            <a:spLocks xmlns:a="http://schemas.openxmlformats.org/drawingml/2006/main" noGrp="1"/>
          </p:cNvSpPr>
          <p:nvPr/>
        </p:nvSpPr>
        <p:spPr>
          <a:xfrm xmlns:a="http://schemas.openxmlformats.org/drawingml/2006/main">
            <a:off x="3800475" y="3171825"/>
            <a:ext cx="2857500" cy="86677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8" name="object-274">
            <a:extLst xmlns:a="http://schemas.openxmlformats.org/drawingml/2006/main">
              <a:ext uri="{FF2B5EF4-FFF2-40B4-BE49-F238E27FC236}">
                <a16:creationId xmlns:a16="http://schemas.microsoft.com/office/drawing/2014/main" id="{4A270F2E-FA4F-42CB-A64C-FDA3DA9FC632}"/>
              </a:ext>
            </a:extLst>
          </p:cNvPr>
          <p:cNvSpPr>
            <a:spLocks xmlns:a="http://schemas.openxmlformats.org/drawingml/2006/main" noGrp="1"/>
          </p:cNvSpPr>
          <p:nvPr/>
        </p:nvSpPr>
        <p:spPr>
          <a:xfrm xmlns:a="http://schemas.openxmlformats.org/drawingml/2006/main">
            <a:off x="3914775" y="3228975"/>
            <a:ext cx="26289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原子发布</a:t>
            </a:r>
          </a:p>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HpaeNoLockQueue</a:t>
            </a:r>
          </a:p>
        </p:txBody>
      </p:sp>
      <p:sp>
        <p:nvSpPr>
          <p:cNvPr id="9" name="object-275">
            <a:extLst xmlns:a="http://schemas.openxmlformats.org/drawingml/2006/main">
              <a:ext uri="{FF2B5EF4-FFF2-40B4-BE49-F238E27FC236}">
                <a16:creationId xmlns:a16="http://schemas.microsoft.com/office/drawing/2014/main" id="{4975AFDB-3E9B-49FC-9D11-D456448333A8}"/>
              </a:ext>
            </a:extLst>
          </p:cNvPr>
          <p:cNvSpPr>
            <a:spLocks xmlns:a="http://schemas.openxmlformats.org/drawingml/2006/main" noGrp="1"/>
          </p:cNvSpPr>
          <p:nvPr/>
        </p:nvSpPr>
        <p:spPr>
          <a:xfrm xmlns:a="http://schemas.openxmlformats.org/drawingml/2006/main">
            <a:off x="7391400" y="3171825"/>
            <a:ext cx="4171950" cy="866775"/>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10" name="object-276">
            <a:extLst xmlns:a="http://schemas.openxmlformats.org/drawingml/2006/main">
              <a:ext uri="{FF2B5EF4-FFF2-40B4-BE49-F238E27FC236}">
                <a16:creationId xmlns:a16="http://schemas.microsoft.com/office/drawing/2014/main" id="{ACB052B6-F36F-4F82-B026-EA9EE6076C60}"/>
              </a:ext>
            </a:extLst>
          </p:cNvPr>
          <p:cNvSpPr>
            <a:spLocks xmlns:a="http://schemas.openxmlformats.org/drawingml/2006/main" noGrp="1"/>
          </p:cNvSpPr>
          <p:nvPr/>
        </p:nvSpPr>
        <p:spPr>
          <a:xfrm xmlns:a="http://schemas.openxmlformats.org/drawingml/2006/main">
            <a:off x="7505700" y="3228975"/>
            <a:ext cx="39433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处理线程</a:t>
            </a:r>
          </a:p>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HandleMsg 后 Process</a:t>
            </a:r>
          </a:p>
        </p:txBody>
      </p:sp>
      <p:sp>
        <p:nvSpPr>
          <p:cNvPr id="11" name="line-277">
            <a:extLst xmlns:a="http://schemas.openxmlformats.org/drawingml/2006/main">
              <a:ext uri="{FF2B5EF4-FFF2-40B4-BE49-F238E27FC236}">
                <a16:creationId xmlns:a16="http://schemas.microsoft.com/office/drawing/2014/main" id="{D8B622CE-CCC5-441A-8343-DF938620E03A}"/>
              </a:ext>
            </a:extLst>
          </p:cNvPr>
          <p:cNvSpPr>
            <a:spLocks xmlns:a="http://schemas.openxmlformats.org/drawingml/2006/main" noGrp="1"/>
          </p:cNvSpPr>
          <p:nvPr/>
        </p:nvSpPr>
        <p:spPr>
          <a:xfrm xmlns:a="http://schemas.openxmlformats.org/drawingml/2006/main">
            <a:off x="3181350" y="360045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28575">
            <a:solidFill>
              <a:srgbClr val="3379EB"/>
            </a:solidFill>
            <a:prstDash val="solid"/>
          </a:ln>
        </p:spPr>
      </p:sp>
      <p:sp>
        <p:nvSpPr>
          <p:cNvPr id="12" name="line-278">
            <a:extLst xmlns:a="http://schemas.openxmlformats.org/drawingml/2006/main">
              <a:ext uri="{FF2B5EF4-FFF2-40B4-BE49-F238E27FC236}">
                <a16:creationId xmlns:a16="http://schemas.microsoft.com/office/drawing/2014/main" id="{8CC7B11E-668C-49A2-9B02-42F8B5B6D10B}"/>
              </a:ext>
            </a:extLst>
          </p:cNvPr>
          <p:cNvSpPr>
            <a:spLocks xmlns:a="http://schemas.openxmlformats.org/drawingml/2006/main" noGrp="1"/>
          </p:cNvSpPr>
          <p:nvPr/>
        </p:nvSpPr>
        <p:spPr>
          <a:xfrm xmlns:a="http://schemas.openxmlformats.org/drawingml/2006/main">
            <a:off x="3600407" y="36004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3" name="line-279">
            <a:extLst xmlns:a="http://schemas.openxmlformats.org/drawingml/2006/main">
              <a:ext uri="{FF2B5EF4-FFF2-40B4-BE49-F238E27FC236}">
                <a16:creationId xmlns:a16="http://schemas.microsoft.com/office/drawing/2014/main" id="{C4ED7596-420B-4E4B-9FC8-5E53FC31D6B1}"/>
              </a:ext>
            </a:extLst>
          </p:cNvPr>
          <p:cNvSpPr>
            <a:spLocks xmlns:a="http://schemas.openxmlformats.org/drawingml/2006/main" noGrp="1"/>
          </p:cNvSpPr>
          <p:nvPr/>
        </p:nvSpPr>
        <p:spPr>
          <a:xfrm xmlns:a="http://schemas.openxmlformats.org/drawingml/2006/main">
            <a:off x="3600407" y="35590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14" name="line-280">
            <a:extLst xmlns:a="http://schemas.openxmlformats.org/drawingml/2006/main">
              <a:ext uri="{FF2B5EF4-FFF2-40B4-BE49-F238E27FC236}">
                <a16:creationId xmlns:a16="http://schemas.microsoft.com/office/drawing/2014/main" id="{472F8E0F-9C71-4012-BEFA-D74DDB7DD2C3}"/>
              </a:ext>
            </a:extLst>
          </p:cNvPr>
          <p:cNvSpPr>
            <a:spLocks xmlns:a="http://schemas.openxmlformats.org/drawingml/2006/main" noGrp="1"/>
          </p:cNvSpPr>
          <p:nvPr/>
        </p:nvSpPr>
        <p:spPr>
          <a:xfrm xmlns:a="http://schemas.openxmlformats.org/drawingml/2006/main">
            <a:off x="6772275" y="360045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28575">
            <a:solidFill>
              <a:srgbClr val="3379EB"/>
            </a:solidFill>
            <a:prstDash val="solid"/>
          </a:ln>
        </p:spPr>
      </p:sp>
      <p:sp>
        <p:nvSpPr>
          <p:cNvPr id="15" name="line-281">
            <a:extLst xmlns:a="http://schemas.openxmlformats.org/drawingml/2006/main">
              <a:ext uri="{FF2B5EF4-FFF2-40B4-BE49-F238E27FC236}">
                <a16:creationId xmlns:a16="http://schemas.microsoft.com/office/drawing/2014/main" id="{09CF4973-B25E-419E-8A8F-B2FB4ACF7EEC}"/>
              </a:ext>
            </a:extLst>
          </p:cNvPr>
          <p:cNvSpPr>
            <a:spLocks xmlns:a="http://schemas.openxmlformats.org/drawingml/2006/main" noGrp="1"/>
          </p:cNvSpPr>
          <p:nvPr/>
        </p:nvSpPr>
        <p:spPr>
          <a:xfrm xmlns:a="http://schemas.openxmlformats.org/drawingml/2006/main">
            <a:off x="7191332" y="36004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6" name="line-282">
            <a:extLst xmlns:a="http://schemas.openxmlformats.org/drawingml/2006/main">
              <a:ext uri="{FF2B5EF4-FFF2-40B4-BE49-F238E27FC236}">
                <a16:creationId xmlns:a16="http://schemas.microsoft.com/office/drawing/2014/main" id="{F17991C8-A476-40BE-8A58-83746DB5F487}"/>
              </a:ext>
            </a:extLst>
          </p:cNvPr>
          <p:cNvSpPr>
            <a:spLocks xmlns:a="http://schemas.openxmlformats.org/drawingml/2006/main" noGrp="1"/>
          </p:cNvSpPr>
          <p:nvPr/>
        </p:nvSpPr>
        <p:spPr>
          <a:xfrm xmlns:a="http://schemas.openxmlformats.org/drawingml/2006/main">
            <a:off x="7191332" y="35590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17" name="object-283">
            <a:extLst xmlns:a="http://schemas.openxmlformats.org/drawingml/2006/main">
              <a:ext uri="{FF2B5EF4-FFF2-40B4-BE49-F238E27FC236}">
                <a16:creationId xmlns:a16="http://schemas.microsoft.com/office/drawing/2014/main" id="{6A9B7936-6014-4D64-B08A-F4292D99FCA8}"/>
              </a:ext>
            </a:extLst>
          </p:cNvPr>
          <p:cNvSpPr>
            <a:spLocks xmlns:a="http://schemas.openxmlformats.org/drawingml/2006/main" noGrp="1"/>
          </p:cNvSpPr>
          <p:nvPr/>
        </p:nvSpPr>
        <p:spPr>
          <a:xfrm xmlns:a="http://schemas.openxmlformats.org/drawingml/2006/main">
            <a:off x="609600" y="4495800"/>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50" b="1">
                <a:solidFill>
                  <a:srgbClr val="12263B"/>
                </a:solidFill>
                <a:latin typeface="Microsoft YaHei"/>
                <a:ea typeface="Microsoft YaHei"/>
                <a:cs typeface="Microsoft YaHei"/>
              </a:defRPr>
            </a:defPPr>
            <a:lvl1pPr algn="l">
              <a:defRPr sz="2250" b="1">
                <a:solidFill>
                  <a:srgbClr val="12263B"/>
                </a:solidFill>
                <a:latin typeface="Microsoft YaHei"/>
                <a:ea typeface="Microsoft YaHei"/>
                <a:cs typeface="Microsoft YaHei"/>
              </a:defRPr>
            </a:lvl1pPr>
            <a:lvl2pPr algn="l">
              <a:defRPr sz="2250" b="1">
                <a:solidFill>
                  <a:srgbClr val="12263B"/>
                </a:solidFill>
                <a:latin typeface="Microsoft YaHei"/>
                <a:ea typeface="Microsoft YaHei"/>
                <a:cs typeface="Microsoft YaHei"/>
              </a:defRPr>
            </a:lvl2pPr>
            <a:lvl3pPr algn="l">
              <a:defRPr sz="2250" b="1">
                <a:solidFill>
                  <a:srgbClr val="12263B"/>
                </a:solidFill>
                <a:latin typeface="Microsoft YaHei"/>
                <a:ea typeface="Microsoft YaHei"/>
                <a:cs typeface="Microsoft YaHei"/>
              </a:defRPr>
            </a:lvl3pPr>
            <a:lvl4pPr algn="l">
              <a:defRPr sz="2250" b="1">
                <a:solidFill>
                  <a:srgbClr val="12263B"/>
                </a:solidFill>
                <a:latin typeface="Microsoft YaHei"/>
                <a:ea typeface="Microsoft YaHei"/>
                <a:cs typeface="Microsoft YaHei"/>
              </a:defRPr>
            </a:lvl4pPr>
            <a:lvl5pPr algn="l">
              <a:defRPr sz="2250" b="1">
                <a:solidFill>
                  <a:srgbClr val="12263B"/>
                </a:solidFill>
                <a:latin typeface="Microsoft YaHei"/>
                <a:ea typeface="Microsoft YaHei"/>
                <a:cs typeface="Microsoft YaHei"/>
              </a:defRPr>
            </a:lvl5pPr>
            <a:lvl6pPr algn="l">
              <a:defRPr sz="2250" b="1">
                <a:solidFill>
                  <a:srgbClr val="12263B"/>
                </a:solidFill>
                <a:latin typeface="Microsoft YaHei"/>
                <a:ea typeface="Microsoft YaHei"/>
                <a:cs typeface="Microsoft YaHei"/>
              </a:defRPr>
            </a:lvl6pPr>
            <a:lvl7pPr algn="l">
              <a:defRPr sz="2250" b="1">
                <a:solidFill>
                  <a:srgbClr val="12263B"/>
                </a:solidFill>
                <a:latin typeface="Microsoft YaHei"/>
                <a:ea typeface="Microsoft YaHei"/>
                <a:cs typeface="Microsoft YaHei"/>
              </a:defRPr>
            </a:lvl7pPr>
            <a:lvl8pPr algn="l">
              <a:defRPr sz="2250" b="1">
                <a:solidFill>
                  <a:srgbClr val="12263B"/>
                </a:solidFill>
                <a:latin typeface="Microsoft YaHei"/>
                <a:ea typeface="Microsoft YaHei"/>
                <a:cs typeface="Microsoft YaHei"/>
              </a:defRPr>
            </a:lvl8pPr>
            <a:lvl9pPr algn="l">
              <a:defRPr sz="2250" b="1">
                <a:solidFill>
                  <a:srgbClr val="12263B"/>
                </a:solidFill>
                <a:latin typeface="Microsoft YaHei"/>
                <a:ea typeface="Microsoft YaHei"/>
                <a:cs typeface="Microsoft YaHei"/>
              </a:defRPr>
            </a:lvl9pPr>
          </a:lstStyle>
          <a:p xmlns:a="http://schemas.openxmlformats.org/drawingml/2006/main">
            <a:pPr algn="l">
              <a:defRPr sz="2250" b="1">
                <a:solidFill>
                  <a:srgbClr val="12263B"/>
                </a:solidFill>
                <a:latin typeface="Microsoft YaHei"/>
                <a:ea typeface="Microsoft YaHei"/>
                <a:cs typeface="Microsoft YaHei"/>
              </a:defRPr>
            </a:pPr>
            <a:r>
              <a:rPr sz="2250" b="1">
                <a:solidFill>
                  <a:srgbClr val="12263B"/>
                </a:solidFill>
                <a:latin typeface="Microsoft YaHei"/>
                <a:ea typeface="Microsoft YaHei"/>
                <a:cs typeface="Microsoft YaHei"/>
              </a:rPr>
              <a:t>请求执行：更新状态、连接输入、设置淡入与可选音效</a:t>
            </a:r>
          </a:p>
        </p:txBody>
      </p:sp>
      <p:sp>
        <p:nvSpPr>
          <p:cNvPr id="18" name="object-284">
            <a:extLst xmlns:a="http://schemas.openxmlformats.org/drawingml/2006/main">
              <a:ext uri="{FF2B5EF4-FFF2-40B4-BE49-F238E27FC236}">
                <a16:creationId xmlns:a16="http://schemas.microsoft.com/office/drawing/2014/main" id="{4967635C-E4E3-4F79-90D6-E2DD473FCAFA}"/>
              </a:ext>
            </a:extLst>
          </p:cNvPr>
          <p:cNvSpPr>
            <a:spLocks xmlns:a="http://schemas.openxmlformats.org/drawingml/2006/main" noGrp="1"/>
          </p:cNvSpPr>
          <p:nvPr/>
        </p:nvSpPr>
        <p:spPr>
          <a:xfrm xmlns:a="http://schemas.openxmlformats.org/drawingml/2006/main">
            <a:off x="609600" y="5133975"/>
            <a:ext cx="1095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3379EB"/>
                </a:solidFill>
                <a:latin typeface="Microsoft YaHei"/>
                <a:ea typeface="Microsoft YaHei"/>
                <a:cs typeface="Microsoft YaHei"/>
              </a:defRPr>
            </a:defPPr>
            <a:lvl1pPr algn="l">
              <a:defRPr sz="2325" b="1">
                <a:solidFill>
                  <a:srgbClr val="3379EB"/>
                </a:solidFill>
                <a:latin typeface="Microsoft YaHei"/>
                <a:ea typeface="Microsoft YaHei"/>
                <a:cs typeface="Microsoft YaHei"/>
              </a:defRPr>
            </a:lvl1pPr>
            <a:lvl2pPr algn="l">
              <a:defRPr sz="2325" b="1">
                <a:solidFill>
                  <a:srgbClr val="3379EB"/>
                </a:solidFill>
                <a:latin typeface="Microsoft YaHei"/>
                <a:ea typeface="Microsoft YaHei"/>
                <a:cs typeface="Microsoft YaHei"/>
              </a:defRPr>
            </a:lvl2pPr>
            <a:lvl3pPr algn="l">
              <a:defRPr sz="2325" b="1">
                <a:solidFill>
                  <a:srgbClr val="3379EB"/>
                </a:solidFill>
                <a:latin typeface="Microsoft YaHei"/>
                <a:ea typeface="Microsoft YaHei"/>
                <a:cs typeface="Microsoft YaHei"/>
              </a:defRPr>
            </a:lvl3pPr>
            <a:lvl4pPr algn="l">
              <a:defRPr sz="2325" b="1">
                <a:solidFill>
                  <a:srgbClr val="3379EB"/>
                </a:solidFill>
                <a:latin typeface="Microsoft YaHei"/>
                <a:ea typeface="Microsoft YaHei"/>
                <a:cs typeface="Microsoft YaHei"/>
              </a:defRPr>
            </a:lvl4pPr>
            <a:lvl5pPr algn="l">
              <a:defRPr sz="2325" b="1">
                <a:solidFill>
                  <a:srgbClr val="3379EB"/>
                </a:solidFill>
                <a:latin typeface="Microsoft YaHei"/>
                <a:ea typeface="Microsoft YaHei"/>
                <a:cs typeface="Microsoft YaHei"/>
              </a:defRPr>
            </a:lvl5pPr>
            <a:lvl6pPr algn="l">
              <a:defRPr sz="2325" b="1">
                <a:solidFill>
                  <a:srgbClr val="3379EB"/>
                </a:solidFill>
                <a:latin typeface="Microsoft YaHei"/>
                <a:ea typeface="Microsoft YaHei"/>
                <a:cs typeface="Microsoft YaHei"/>
              </a:defRPr>
            </a:lvl6pPr>
            <a:lvl7pPr algn="l">
              <a:defRPr sz="2325" b="1">
                <a:solidFill>
                  <a:srgbClr val="3379EB"/>
                </a:solidFill>
                <a:latin typeface="Microsoft YaHei"/>
                <a:ea typeface="Microsoft YaHei"/>
                <a:cs typeface="Microsoft YaHei"/>
              </a:defRPr>
            </a:lvl7pPr>
            <a:lvl8pPr algn="l">
              <a:defRPr sz="2325" b="1">
                <a:solidFill>
                  <a:srgbClr val="3379EB"/>
                </a:solidFill>
                <a:latin typeface="Microsoft YaHei"/>
                <a:ea typeface="Microsoft YaHei"/>
                <a:cs typeface="Microsoft YaHei"/>
              </a:defRPr>
            </a:lvl8pPr>
            <a:lvl9pPr algn="l">
              <a:defRPr sz="2325" b="1">
                <a:solidFill>
                  <a:srgbClr val="3379EB"/>
                </a:solidFill>
                <a:latin typeface="Microsoft YaHei"/>
                <a:ea typeface="Microsoft YaHei"/>
                <a:cs typeface="Microsoft YaHei"/>
              </a:defRPr>
            </a:lvl9pPr>
          </a:lstStyle>
          <a:p xmlns:a="http://schemas.openxmlformats.org/drawingml/2006/main">
            <a:pPr algn="l">
              <a:defRPr sz="2325" b="1">
                <a:solidFill>
                  <a:srgbClr val="3379EB"/>
                </a:solidFill>
                <a:latin typeface="Microsoft YaHei"/>
                <a:ea typeface="Microsoft YaHei"/>
                <a:cs typeface="Microsoft YaHei"/>
              </a:defRPr>
            </a:pPr>
            <a:r>
              <a:rPr sz="2325" b="1">
                <a:solidFill>
                  <a:srgbClr val="3379EB"/>
                </a:solidFill>
                <a:latin typeface="Microsoft YaHei"/>
                <a:ea typeface="Microsoft YaHei"/>
                <a:cs typeface="Microsoft YaHei"/>
              </a:rPr>
              <a:t>常规发布 / 摘取减少队列互斥锁竞争</a:t>
            </a:r>
          </a:p>
        </p:txBody>
      </p:sp>
      <p:sp>
        <p:nvSpPr>
          <p:cNvPr id="19" name="object-285">
            <a:extLst xmlns:a="http://schemas.openxmlformats.org/drawingml/2006/main">
              <a:ext uri="{FF2B5EF4-FFF2-40B4-BE49-F238E27FC236}">
                <a16:creationId xmlns:a16="http://schemas.microsoft.com/office/drawing/2014/main" id="{241D904B-886E-4721-868C-35136FC0BE88}"/>
              </a:ext>
            </a:extLst>
          </p:cNvPr>
          <p:cNvSpPr>
            <a:spLocks xmlns:a="http://schemas.openxmlformats.org/drawingml/2006/main" noGrp="1"/>
          </p:cNvSpPr>
          <p:nvPr/>
        </p:nvSpPr>
        <p:spPr>
          <a:xfrm xmlns:a="http://schemas.openxmlformats.org/drawingml/2006/main">
            <a:off x="609600" y="5762625"/>
            <a:ext cx="10953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扩容与通知等待仍有锁；这是一条控制队列</a:t>
            </a:r>
          </a:p>
        </p:txBody>
      </p:sp>
      <p:sp>
        <p:nvSpPr>
          <p:cNvPr id="20" name="object-286">
            <a:extLst xmlns:a="http://schemas.openxmlformats.org/drawingml/2006/main">
              <a:ext uri="{FF2B5EF4-FFF2-40B4-BE49-F238E27FC236}">
                <a16:creationId xmlns:a16="http://schemas.microsoft.com/office/drawing/2014/main" id="{F67D7A7E-CC31-4138-8A59-52ADC1D8E62D}"/>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对照控制模型而非同一把锁逐行替换；不宣称所有音量/路由操作都走同一队列</a:t>
            </a:r>
          </a:p>
        </p:txBody>
      </p:sp>
      <p:sp>
        <p:nvSpPr>
          <p:cNvPr id="21" name="object-287">
            <a:extLst xmlns:a="http://schemas.openxmlformats.org/drawingml/2006/main">
              <a:ext uri="{FF2B5EF4-FFF2-40B4-BE49-F238E27FC236}">
                <a16:creationId xmlns:a16="http://schemas.microsoft.com/office/drawing/2014/main" id="{B8CBFC89-15EB-43CF-BAD1-67DCA1A9C208}"/>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09</a:t>
            </a:r>
          </a:p>
        </p:txBody>
      </p:sp>
    </p:spTree>
    <p:extLst>
      <p:ext uri="{BB962C8B-B14F-4D97-AF65-F5344CB8AC3E}">
        <p14:creationId xmlns:p14="http://schemas.microsoft.com/office/powerpoint/2010/main" val="1163180064"/>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5" name="object-288">
            <a:extLst xmlns:a="http://schemas.openxmlformats.org/drawingml/2006/main">
              <a:ext uri="{FF2B5EF4-FFF2-40B4-BE49-F238E27FC236}">
                <a16:creationId xmlns:a16="http://schemas.microsoft.com/office/drawing/2014/main" id="{08D1CA30-CA49-43DA-BD3F-2EC160E0CA1E}"/>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第三部分 · 创新三：节点化管理</a:t>
            </a:r>
          </a:p>
        </p:txBody>
      </p:sp>
      <p:sp>
        <p:nvSpPr>
          <p:cNvPr id="2" name="object-289">
            <a:extLst xmlns:a="http://schemas.openxmlformats.org/drawingml/2006/main">
              <a:ext uri="{FF2B5EF4-FFF2-40B4-BE49-F238E27FC236}">
                <a16:creationId xmlns:a16="http://schemas.microsoft.com/office/drawing/2014/main" id="{E0FB2DC7-6F6A-4243-8860-1D62ADF89312}"/>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节点化：处理职责怎样复用</a:t>
            </a:r>
          </a:p>
        </p:txBody>
      </p:sp>
      <p:sp>
        <p:nvSpPr>
          <p:cNvPr id="3" name="object-290">
            <a:extLst xmlns:a="http://schemas.openxmlformats.org/drawingml/2006/main">
              <a:ext uri="{FF2B5EF4-FFF2-40B4-BE49-F238E27FC236}">
                <a16:creationId xmlns:a16="http://schemas.microsoft.com/office/drawing/2014/main" id="{76B605B2-3E9E-4BBD-A5FC-1164E3119BA1}"/>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节点做处理，簇组合节点，Manager管理连接和状态</a:t>
            </a:r>
          </a:p>
        </p:txBody>
      </p:sp>
      <p:sp>
        <p:nvSpPr>
          <p:cNvPr id="4" name="object-291">
            <a:extLst xmlns:a="http://schemas.openxmlformats.org/drawingml/2006/main">
              <a:ext uri="{FF2B5EF4-FFF2-40B4-BE49-F238E27FC236}">
                <a16:creationId xmlns:a16="http://schemas.microsoft.com/office/drawing/2014/main" id="{91750629-743D-4F84-9AF4-82584A89A5FE}"/>
              </a:ext>
            </a:extLst>
          </p:cNvPr>
          <p:cNvSpPr>
            <a:spLocks xmlns:a="http://schemas.openxmlformats.org/drawingml/2006/main" noGrp="1"/>
          </p:cNvSpPr>
          <p:nvPr/>
        </p:nvSpPr>
        <p:spPr>
          <a:xfrm xmlns:a="http://schemas.openxmlformats.org/drawingml/2006/main">
            <a:off x="3886200" y="2343150"/>
            <a:ext cx="4419600" cy="647700"/>
          </a:xfrm>
          <a:prstGeom xmlns:a="http://schemas.openxmlformats.org/drawingml/2006/main" prst="rect">
            <a:avLst/>
          </a:prstGeom>
          <a:solidFill xmlns:a="http://schemas.openxmlformats.org/drawingml/2006/main">
            <a:srgbClr val="12263B"/>
          </a:solidFill>
          <a:ln xmlns:a="http://schemas.openxmlformats.org/drawingml/2006/main" w="0">
            <a:noFill/>
            <a:prstDash val="solid"/>
          </a:ln>
        </p:spPr>
      </p:sp>
      <p:sp>
        <p:nvSpPr>
          <p:cNvPr id="5" name="object-292">
            <a:extLst xmlns:a="http://schemas.openxmlformats.org/drawingml/2006/main">
              <a:ext uri="{FF2B5EF4-FFF2-40B4-BE49-F238E27FC236}">
                <a16:creationId xmlns:a16="http://schemas.microsoft.com/office/drawing/2014/main" id="{3293BC7B-C109-4888-A08B-68A4E6AADA00}"/>
              </a:ext>
            </a:extLst>
          </p:cNvPr>
          <p:cNvSpPr>
            <a:spLocks xmlns:a="http://schemas.openxmlformats.org/drawingml/2006/main" noGrp="1"/>
          </p:cNvSpPr>
          <p:nvPr/>
        </p:nvSpPr>
        <p:spPr>
          <a:xfrm xmlns:a="http://schemas.openxmlformats.org/drawingml/2006/main">
            <a:off x="4000500" y="2400300"/>
            <a:ext cx="4191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FFFFFF"/>
                </a:solidFill>
                <a:latin typeface="Microsoft YaHei"/>
                <a:ea typeface="Microsoft YaHei"/>
                <a:cs typeface="Microsoft YaHei"/>
              </a:defRPr>
            </a:defPPr>
            <a:lvl1pPr algn="ctr">
              <a:defRPr sz="2100" b="1">
                <a:solidFill>
                  <a:srgbClr val="FFFFFF"/>
                </a:solidFill>
                <a:latin typeface="Microsoft YaHei"/>
                <a:ea typeface="Microsoft YaHei"/>
                <a:cs typeface="Microsoft YaHei"/>
              </a:defRPr>
            </a:lvl1pPr>
            <a:lvl2pPr algn="ctr">
              <a:defRPr sz="2100" b="1">
                <a:solidFill>
                  <a:srgbClr val="FFFFFF"/>
                </a:solidFill>
                <a:latin typeface="Microsoft YaHei"/>
                <a:ea typeface="Microsoft YaHei"/>
                <a:cs typeface="Microsoft YaHei"/>
              </a:defRPr>
            </a:lvl2pPr>
            <a:lvl3pPr algn="ctr">
              <a:defRPr sz="2100" b="1">
                <a:solidFill>
                  <a:srgbClr val="FFFFFF"/>
                </a:solidFill>
                <a:latin typeface="Microsoft YaHei"/>
                <a:ea typeface="Microsoft YaHei"/>
                <a:cs typeface="Microsoft YaHei"/>
              </a:defRPr>
            </a:lvl3pPr>
            <a:lvl4pPr algn="ctr">
              <a:defRPr sz="2100" b="1">
                <a:solidFill>
                  <a:srgbClr val="FFFFFF"/>
                </a:solidFill>
                <a:latin typeface="Microsoft YaHei"/>
                <a:ea typeface="Microsoft YaHei"/>
                <a:cs typeface="Microsoft YaHei"/>
              </a:defRPr>
            </a:lvl4pPr>
            <a:lvl5pPr algn="ctr">
              <a:defRPr sz="2100" b="1">
                <a:solidFill>
                  <a:srgbClr val="FFFFFF"/>
                </a:solidFill>
                <a:latin typeface="Microsoft YaHei"/>
                <a:ea typeface="Microsoft YaHei"/>
                <a:cs typeface="Microsoft YaHei"/>
              </a:defRPr>
            </a:lvl5pPr>
            <a:lvl6pPr algn="ctr">
              <a:defRPr sz="2100" b="1">
                <a:solidFill>
                  <a:srgbClr val="FFFFFF"/>
                </a:solidFill>
                <a:latin typeface="Microsoft YaHei"/>
                <a:ea typeface="Microsoft YaHei"/>
                <a:cs typeface="Microsoft YaHei"/>
              </a:defRPr>
            </a:lvl6pPr>
            <a:lvl7pPr algn="ctr">
              <a:defRPr sz="2100" b="1">
                <a:solidFill>
                  <a:srgbClr val="FFFFFF"/>
                </a:solidFill>
                <a:latin typeface="Microsoft YaHei"/>
                <a:ea typeface="Microsoft YaHei"/>
                <a:cs typeface="Microsoft YaHei"/>
              </a:defRPr>
            </a:lvl7pPr>
            <a:lvl8pPr algn="ctr">
              <a:defRPr sz="2100" b="1">
                <a:solidFill>
                  <a:srgbClr val="FFFFFF"/>
                </a:solidFill>
                <a:latin typeface="Microsoft YaHei"/>
                <a:ea typeface="Microsoft YaHei"/>
                <a:cs typeface="Microsoft YaHei"/>
              </a:defRPr>
            </a:lvl8pPr>
            <a:lvl9pPr algn="ctr">
              <a:defRPr sz="2100" b="1">
                <a:solidFill>
                  <a:srgbClr val="FFFFFF"/>
                </a:solidFill>
                <a:latin typeface="Microsoft YaHei"/>
                <a:ea typeface="Microsoft YaHei"/>
                <a:cs typeface="Microsoft YaHei"/>
              </a:defRPr>
            </a:lvl9pPr>
          </a:lstStyle>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Manager：连接 / 场景 / 状态</a:t>
            </a:r>
          </a:p>
        </p:txBody>
      </p:sp>
      <p:sp>
        <p:nvSpPr>
          <p:cNvPr id="6" name="line-293">
            <a:extLst xmlns:a="http://schemas.openxmlformats.org/drawingml/2006/main">
              <a:ext uri="{FF2B5EF4-FFF2-40B4-BE49-F238E27FC236}">
                <a16:creationId xmlns:a16="http://schemas.microsoft.com/office/drawing/2014/main" id="{EFDCE731-8C0F-49A1-AE9D-F51C79885531}"/>
              </a:ext>
            </a:extLst>
          </p:cNvPr>
          <p:cNvSpPr>
            <a:spLocks xmlns:a="http://schemas.openxmlformats.org/drawingml/2006/main" noGrp="1"/>
          </p:cNvSpPr>
          <p:nvPr/>
        </p:nvSpPr>
        <p:spPr>
          <a:xfrm xmlns:a="http://schemas.openxmlformats.org/drawingml/2006/main">
            <a:off x="4953000" y="3076575"/>
            <a:ext cx="9525" cy="35719"/>
          </a:xfrm>
          <a:custGeom xmlns:a="http://schemas.openxmlformats.org/drawingml/2006/main">
            <a:pathLst>
              <a:path w="9525" h="35719">
                <a:moveTo>
                  <a:pt x="0" y="0"/>
                </a:moveTo>
                <a:lnTo>
                  <a:pt x="0" y="35719"/>
                </a:lnTo>
              </a:path>
            </a:pathLst>
          </a:custGeom>
          <a:noFill xmlns:a="http://schemas.openxmlformats.org/drawingml/2006/main"/>
          <a:ln xmlns:a="http://schemas.openxmlformats.org/drawingml/2006/main" w="19050">
            <a:solidFill>
              <a:srgbClr val="887798"/>
            </a:solidFill>
            <a:prstDash val="solid"/>
          </a:ln>
        </p:spPr>
      </p:sp>
      <p:sp>
        <p:nvSpPr>
          <p:cNvPr id="7" name="line-294">
            <a:extLst xmlns:a="http://schemas.openxmlformats.org/drawingml/2006/main">
              <a:ext uri="{FF2B5EF4-FFF2-40B4-BE49-F238E27FC236}">
                <a16:creationId xmlns:a16="http://schemas.microsoft.com/office/drawing/2014/main" id="{113F36A4-B7AD-4EAA-BC1A-D142896CDEB7}"/>
              </a:ext>
            </a:extLst>
          </p:cNvPr>
          <p:cNvSpPr>
            <a:spLocks xmlns:a="http://schemas.openxmlformats.org/drawingml/2006/main" noGrp="1"/>
          </p:cNvSpPr>
          <p:nvPr/>
        </p:nvSpPr>
        <p:spPr>
          <a:xfrm xmlns:a="http://schemas.openxmlformats.org/drawingml/2006/main">
            <a:off x="4953000" y="3148013"/>
            <a:ext cx="9525" cy="35719"/>
          </a:xfrm>
          <a:custGeom xmlns:a="http://schemas.openxmlformats.org/drawingml/2006/main">
            <a:pathLst>
              <a:path w="9525" h="35719">
                <a:moveTo>
                  <a:pt x="0" y="0"/>
                </a:moveTo>
                <a:lnTo>
                  <a:pt x="0" y="35719"/>
                </a:lnTo>
              </a:path>
            </a:pathLst>
          </a:custGeom>
          <a:noFill xmlns:a="http://schemas.openxmlformats.org/drawingml/2006/main"/>
          <a:ln xmlns:a="http://schemas.openxmlformats.org/drawingml/2006/main" w="19050">
            <a:solidFill>
              <a:srgbClr val="887798"/>
            </a:solidFill>
            <a:prstDash val="solid"/>
          </a:ln>
        </p:spPr>
      </p:sp>
      <p:sp>
        <p:nvSpPr>
          <p:cNvPr id="8" name="line-295">
            <a:extLst xmlns:a="http://schemas.openxmlformats.org/drawingml/2006/main">
              <a:ext uri="{FF2B5EF4-FFF2-40B4-BE49-F238E27FC236}">
                <a16:creationId xmlns:a16="http://schemas.microsoft.com/office/drawing/2014/main" id="{3169E234-2D49-40A2-8B3F-F1AEF2EA79E6}"/>
              </a:ext>
            </a:extLst>
          </p:cNvPr>
          <p:cNvSpPr>
            <a:spLocks xmlns:a="http://schemas.openxmlformats.org/drawingml/2006/main" noGrp="1"/>
          </p:cNvSpPr>
          <p:nvPr/>
        </p:nvSpPr>
        <p:spPr>
          <a:xfrm xmlns:a="http://schemas.openxmlformats.org/drawingml/2006/main">
            <a:off x="4953000" y="3219450"/>
            <a:ext cx="9525" cy="35719"/>
          </a:xfrm>
          <a:custGeom xmlns:a="http://schemas.openxmlformats.org/drawingml/2006/main">
            <a:pathLst>
              <a:path w="9525" h="35719">
                <a:moveTo>
                  <a:pt x="0" y="0"/>
                </a:moveTo>
                <a:lnTo>
                  <a:pt x="0" y="35719"/>
                </a:lnTo>
              </a:path>
            </a:pathLst>
          </a:custGeom>
          <a:noFill xmlns:a="http://schemas.openxmlformats.org/drawingml/2006/main"/>
          <a:ln xmlns:a="http://schemas.openxmlformats.org/drawingml/2006/main" w="19050">
            <a:solidFill>
              <a:srgbClr val="887798"/>
            </a:solidFill>
            <a:prstDash val="solid"/>
          </a:ln>
        </p:spPr>
      </p:sp>
      <p:sp>
        <p:nvSpPr>
          <p:cNvPr id="9" name="line-296">
            <a:extLst xmlns:a="http://schemas.openxmlformats.org/drawingml/2006/main">
              <a:ext uri="{FF2B5EF4-FFF2-40B4-BE49-F238E27FC236}">
                <a16:creationId xmlns:a16="http://schemas.microsoft.com/office/drawing/2014/main" id="{830871C7-43B6-47AE-BD7A-506B1FF774D1}"/>
              </a:ext>
            </a:extLst>
          </p:cNvPr>
          <p:cNvSpPr>
            <a:spLocks xmlns:a="http://schemas.openxmlformats.org/drawingml/2006/main" noGrp="1"/>
          </p:cNvSpPr>
          <p:nvPr/>
        </p:nvSpPr>
        <p:spPr>
          <a:xfrm xmlns:a="http://schemas.openxmlformats.org/drawingml/2006/main">
            <a:off x="4953000" y="3290888"/>
            <a:ext cx="9525" cy="35719"/>
          </a:xfrm>
          <a:custGeom xmlns:a="http://schemas.openxmlformats.org/drawingml/2006/main">
            <a:pathLst>
              <a:path w="9525" h="35719">
                <a:moveTo>
                  <a:pt x="0" y="0"/>
                </a:moveTo>
                <a:lnTo>
                  <a:pt x="0" y="35719"/>
                </a:lnTo>
              </a:path>
            </a:pathLst>
          </a:custGeom>
          <a:noFill xmlns:a="http://schemas.openxmlformats.org/drawingml/2006/main"/>
          <a:ln xmlns:a="http://schemas.openxmlformats.org/drawingml/2006/main" w="19050">
            <a:solidFill>
              <a:srgbClr val="887798"/>
            </a:solidFill>
            <a:prstDash val="solid"/>
          </a:ln>
        </p:spPr>
      </p:sp>
      <p:sp>
        <p:nvSpPr>
          <p:cNvPr id="10" name="line-297">
            <a:extLst xmlns:a="http://schemas.openxmlformats.org/drawingml/2006/main">
              <a:ext uri="{FF2B5EF4-FFF2-40B4-BE49-F238E27FC236}">
                <a16:creationId xmlns:a16="http://schemas.microsoft.com/office/drawing/2014/main" id="{6E361002-9FDB-4F8C-A13A-55A716FA31C5}"/>
              </a:ext>
            </a:extLst>
          </p:cNvPr>
          <p:cNvSpPr>
            <a:spLocks xmlns:a="http://schemas.openxmlformats.org/drawingml/2006/main" noGrp="1"/>
          </p:cNvSpPr>
          <p:nvPr/>
        </p:nvSpPr>
        <p:spPr>
          <a:xfrm xmlns:a="http://schemas.openxmlformats.org/drawingml/2006/main">
            <a:off x="4953000" y="3362325"/>
            <a:ext cx="9525" cy="35719"/>
          </a:xfrm>
          <a:custGeom xmlns:a="http://schemas.openxmlformats.org/drawingml/2006/main">
            <a:pathLst>
              <a:path w="9525" h="35719">
                <a:moveTo>
                  <a:pt x="0" y="0"/>
                </a:moveTo>
                <a:lnTo>
                  <a:pt x="0" y="35719"/>
                </a:lnTo>
              </a:path>
            </a:pathLst>
          </a:custGeom>
          <a:noFill xmlns:a="http://schemas.openxmlformats.org/drawingml/2006/main"/>
          <a:ln xmlns:a="http://schemas.openxmlformats.org/drawingml/2006/main" w="19050">
            <a:solidFill>
              <a:srgbClr val="887798"/>
            </a:solidFill>
            <a:prstDash val="solid"/>
          </a:ln>
        </p:spPr>
      </p:sp>
      <p:sp>
        <p:nvSpPr>
          <p:cNvPr id="11" name="line-298">
            <a:extLst xmlns:a="http://schemas.openxmlformats.org/drawingml/2006/main">
              <a:ext uri="{FF2B5EF4-FFF2-40B4-BE49-F238E27FC236}">
                <a16:creationId xmlns:a16="http://schemas.microsoft.com/office/drawing/2014/main" id="{ADBF45F3-578F-4477-AFB5-26A9EE56980D}"/>
              </a:ext>
            </a:extLst>
          </p:cNvPr>
          <p:cNvSpPr>
            <a:spLocks xmlns:a="http://schemas.openxmlformats.org/drawingml/2006/main" noGrp="1"/>
          </p:cNvSpPr>
          <p:nvPr/>
        </p:nvSpPr>
        <p:spPr>
          <a:xfrm xmlns:a="http://schemas.openxmlformats.org/drawingml/2006/main">
            <a:off x="4953000" y="3433763"/>
            <a:ext cx="9525" cy="35719"/>
          </a:xfrm>
          <a:custGeom xmlns:a="http://schemas.openxmlformats.org/drawingml/2006/main">
            <a:pathLst>
              <a:path w="9525" h="35719">
                <a:moveTo>
                  <a:pt x="0" y="0"/>
                </a:moveTo>
                <a:lnTo>
                  <a:pt x="0" y="35719"/>
                </a:lnTo>
              </a:path>
            </a:pathLst>
          </a:custGeom>
          <a:noFill xmlns:a="http://schemas.openxmlformats.org/drawingml/2006/main"/>
          <a:ln xmlns:a="http://schemas.openxmlformats.org/drawingml/2006/main" w="19050">
            <a:solidFill>
              <a:srgbClr val="887798"/>
            </a:solidFill>
            <a:prstDash val="solid"/>
          </a:ln>
        </p:spPr>
      </p:sp>
      <p:sp>
        <p:nvSpPr>
          <p:cNvPr id="12" name="line-299">
            <a:extLst xmlns:a="http://schemas.openxmlformats.org/drawingml/2006/main">
              <a:ext uri="{FF2B5EF4-FFF2-40B4-BE49-F238E27FC236}">
                <a16:creationId xmlns:a16="http://schemas.microsoft.com/office/drawing/2014/main" id="{B357F0BF-2FE9-4B3D-920B-2ACEA455D17B}"/>
              </a:ext>
            </a:extLst>
          </p:cNvPr>
          <p:cNvSpPr>
            <a:spLocks xmlns:a="http://schemas.openxmlformats.org/drawingml/2006/main" noGrp="1"/>
          </p:cNvSpPr>
          <p:nvPr/>
        </p:nvSpPr>
        <p:spPr>
          <a:xfrm xmlns:a="http://schemas.openxmlformats.org/drawingml/2006/main">
            <a:off x="4911570" y="3419432"/>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13" name="line-300">
            <a:extLst xmlns:a="http://schemas.openxmlformats.org/drawingml/2006/main">
              <a:ext uri="{FF2B5EF4-FFF2-40B4-BE49-F238E27FC236}">
                <a16:creationId xmlns:a16="http://schemas.microsoft.com/office/drawing/2014/main" id="{ABD43B4B-4743-47AD-BABA-5950649660E9}"/>
              </a:ext>
            </a:extLst>
          </p:cNvPr>
          <p:cNvSpPr>
            <a:spLocks xmlns:a="http://schemas.openxmlformats.org/drawingml/2006/main" noGrp="1"/>
          </p:cNvSpPr>
          <p:nvPr/>
        </p:nvSpPr>
        <p:spPr>
          <a:xfrm xmlns:a="http://schemas.openxmlformats.org/drawingml/2006/main">
            <a:off x="4953000" y="3419432"/>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14" name="line-301">
            <a:extLst xmlns:a="http://schemas.openxmlformats.org/drawingml/2006/main">
              <a:ext uri="{FF2B5EF4-FFF2-40B4-BE49-F238E27FC236}">
                <a16:creationId xmlns:a16="http://schemas.microsoft.com/office/drawing/2014/main" id="{201D54A6-90C5-4348-B8E9-781CAECC6E83}"/>
              </a:ext>
            </a:extLst>
          </p:cNvPr>
          <p:cNvSpPr>
            <a:spLocks xmlns:a="http://schemas.openxmlformats.org/drawingml/2006/main" noGrp="1"/>
          </p:cNvSpPr>
          <p:nvPr/>
        </p:nvSpPr>
        <p:spPr>
          <a:xfrm xmlns:a="http://schemas.openxmlformats.org/drawingml/2006/main">
            <a:off x="7429500" y="2990850"/>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887798"/>
            </a:solidFill>
            <a:prstDash val="solid"/>
          </a:ln>
        </p:spPr>
      </p:sp>
      <p:sp>
        <p:nvSpPr>
          <p:cNvPr id="15" name="line-302">
            <a:extLst xmlns:a="http://schemas.openxmlformats.org/drawingml/2006/main">
              <a:ext uri="{FF2B5EF4-FFF2-40B4-BE49-F238E27FC236}">
                <a16:creationId xmlns:a16="http://schemas.microsoft.com/office/drawing/2014/main" id="{1D7A27B3-E11B-42E5-9B02-743445BD2EFA}"/>
              </a:ext>
            </a:extLst>
          </p:cNvPr>
          <p:cNvSpPr>
            <a:spLocks xmlns:a="http://schemas.openxmlformats.org/drawingml/2006/main" noGrp="1"/>
          </p:cNvSpPr>
          <p:nvPr/>
        </p:nvSpPr>
        <p:spPr>
          <a:xfrm xmlns:a="http://schemas.openxmlformats.org/drawingml/2006/main">
            <a:off x="7429500" y="3276600"/>
            <a:ext cx="2047875" cy="9525"/>
          </a:xfrm>
          <a:custGeom xmlns:a="http://schemas.openxmlformats.org/drawingml/2006/main">
            <a:pathLst>
              <a:path w="2047875" h="9525">
                <a:moveTo>
                  <a:pt x="0" y="0"/>
                </a:moveTo>
                <a:lnTo>
                  <a:pt x="2047875" y="0"/>
                </a:lnTo>
              </a:path>
            </a:pathLst>
          </a:custGeom>
          <a:noFill xmlns:a="http://schemas.openxmlformats.org/drawingml/2006/main"/>
          <a:ln xmlns:a="http://schemas.openxmlformats.org/drawingml/2006/main" w="19050">
            <a:solidFill>
              <a:srgbClr val="887798"/>
            </a:solidFill>
            <a:prstDash val="solid"/>
          </a:ln>
        </p:spPr>
      </p:sp>
      <p:sp>
        <p:nvSpPr>
          <p:cNvPr id="16" name="line-303">
            <a:extLst xmlns:a="http://schemas.openxmlformats.org/drawingml/2006/main">
              <a:ext uri="{FF2B5EF4-FFF2-40B4-BE49-F238E27FC236}">
                <a16:creationId xmlns:a16="http://schemas.microsoft.com/office/drawing/2014/main" id="{D43F9775-846A-4ACC-B667-FC17E814240B}"/>
              </a:ext>
            </a:extLst>
          </p:cNvPr>
          <p:cNvSpPr>
            <a:spLocks xmlns:a="http://schemas.openxmlformats.org/drawingml/2006/main" noGrp="1"/>
          </p:cNvSpPr>
          <p:nvPr/>
        </p:nvSpPr>
        <p:spPr>
          <a:xfrm xmlns:a="http://schemas.openxmlformats.org/drawingml/2006/main">
            <a:off x="9477375" y="3276600"/>
            <a:ext cx="9525" cy="19050"/>
          </a:xfrm>
          <a:custGeom xmlns:a="http://schemas.openxmlformats.org/drawingml/2006/main">
            <a:pathLst>
              <a:path w="9525" h="19050">
                <a:moveTo>
                  <a:pt x="0" y="0"/>
                </a:moveTo>
                <a:lnTo>
                  <a:pt x="0" y="19050"/>
                </a:lnTo>
              </a:path>
            </a:pathLst>
          </a:custGeom>
          <a:noFill xmlns:a="http://schemas.openxmlformats.org/drawingml/2006/main"/>
          <a:ln xmlns:a="http://schemas.openxmlformats.org/drawingml/2006/main" w="19050">
            <a:solidFill>
              <a:srgbClr val="887798"/>
            </a:solidFill>
            <a:prstDash val="solid"/>
          </a:ln>
        </p:spPr>
      </p:sp>
      <p:sp>
        <p:nvSpPr>
          <p:cNvPr id="17" name="line-304">
            <a:extLst xmlns:a="http://schemas.openxmlformats.org/drawingml/2006/main">
              <a:ext uri="{FF2B5EF4-FFF2-40B4-BE49-F238E27FC236}">
                <a16:creationId xmlns:a16="http://schemas.microsoft.com/office/drawing/2014/main" id="{55EE8C80-F03A-4C60-9555-21F4F616B3E8}"/>
              </a:ext>
            </a:extLst>
          </p:cNvPr>
          <p:cNvSpPr>
            <a:spLocks xmlns:a="http://schemas.openxmlformats.org/drawingml/2006/main" noGrp="1"/>
          </p:cNvSpPr>
          <p:nvPr/>
        </p:nvSpPr>
        <p:spPr>
          <a:xfrm xmlns:a="http://schemas.openxmlformats.org/drawingml/2006/main">
            <a:off x="9477375" y="3314700"/>
            <a:ext cx="9525" cy="19050"/>
          </a:xfrm>
          <a:custGeom xmlns:a="http://schemas.openxmlformats.org/drawingml/2006/main">
            <a:pathLst>
              <a:path w="9525" h="19050">
                <a:moveTo>
                  <a:pt x="0" y="0"/>
                </a:moveTo>
                <a:lnTo>
                  <a:pt x="0" y="19050"/>
                </a:lnTo>
              </a:path>
            </a:pathLst>
          </a:custGeom>
          <a:noFill xmlns:a="http://schemas.openxmlformats.org/drawingml/2006/main"/>
          <a:ln xmlns:a="http://schemas.openxmlformats.org/drawingml/2006/main" w="19050">
            <a:solidFill>
              <a:srgbClr val="887798"/>
            </a:solidFill>
            <a:prstDash val="solid"/>
          </a:ln>
        </p:spPr>
      </p:sp>
      <p:sp>
        <p:nvSpPr>
          <p:cNvPr id="18" name="line-305">
            <a:extLst xmlns:a="http://schemas.openxmlformats.org/drawingml/2006/main">
              <a:ext uri="{FF2B5EF4-FFF2-40B4-BE49-F238E27FC236}">
                <a16:creationId xmlns:a16="http://schemas.microsoft.com/office/drawing/2014/main" id="{2B1E42AA-0D7F-4485-9400-A899456A0E39}"/>
              </a:ext>
            </a:extLst>
          </p:cNvPr>
          <p:cNvSpPr>
            <a:spLocks xmlns:a="http://schemas.openxmlformats.org/drawingml/2006/main" noGrp="1"/>
          </p:cNvSpPr>
          <p:nvPr/>
        </p:nvSpPr>
        <p:spPr>
          <a:xfrm xmlns:a="http://schemas.openxmlformats.org/drawingml/2006/main">
            <a:off x="9477375" y="3352800"/>
            <a:ext cx="9525" cy="19050"/>
          </a:xfrm>
          <a:custGeom xmlns:a="http://schemas.openxmlformats.org/drawingml/2006/main">
            <a:pathLst>
              <a:path w="9525" h="19050">
                <a:moveTo>
                  <a:pt x="0" y="0"/>
                </a:moveTo>
                <a:lnTo>
                  <a:pt x="0" y="19050"/>
                </a:lnTo>
              </a:path>
            </a:pathLst>
          </a:custGeom>
          <a:noFill xmlns:a="http://schemas.openxmlformats.org/drawingml/2006/main"/>
          <a:ln xmlns:a="http://schemas.openxmlformats.org/drawingml/2006/main" w="19050">
            <a:solidFill>
              <a:srgbClr val="887798"/>
            </a:solidFill>
            <a:prstDash val="solid"/>
          </a:ln>
        </p:spPr>
      </p:sp>
      <p:sp>
        <p:nvSpPr>
          <p:cNvPr id="19" name="line-306">
            <a:extLst xmlns:a="http://schemas.openxmlformats.org/drawingml/2006/main">
              <a:ext uri="{FF2B5EF4-FFF2-40B4-BE49-F238E27FC236}">
                <a16:creationId xmlns:a16="http://schemas.microsoft.com/office/drawing/2014/main" id="{2593402E-D45B-4FA4-89D6-0212C89A8E06}"/>
              </a:ext>
            </a:extLst>
          </p:cNvPr>
          <p:cNvSpPr>
            <a:spLocks xmlns:a="http://schemas.openxmlformats.org/drawingml/2006/main" noGrp="1"/>
          </p:cNvSpPr>
          <p:nvPr/>
        </p:nvSpPr>
        <p:spPr>
          <a:xfrm xmlns:a="http://schemas.openxmlformats.org/drawingml/2006/main">
            <a:off x="9477375" y="3390900"/>
            <a:ext cx="9525" cy="19050"/>
          </a:xfrm>
          <a:custGeom xmlns:a="http://schemas.openxmlformats.org/drawingml/2006/main">
            <a:pathLst>
              <a:path w="9525" h="19050">
                <a:moveTo>
                  <a:pt x="0" y="0"/>
                </a:moveTo>
                <a:lnTo>
                  <a:pt x="0" y="19050"/>
                </a:lnTo>
              </a:path>
            </a:pathLst>
          </a:custGeom>
          <a:noFill xmlns:a="http://schemas.openxmlformats.org/drawingml/2006/main"/>
          <a:ln xmlns:a="http://schemas.openxmlformats.org/drawingml/2006/main" w="19050">
            <a:solidFill>
              <a:srgbClr val="887798"/>
            </a:solidFill>
            <a:prstDash val="solid"/>
          </a:ln>
        </p:spPr>
      </p:sp>
      <p:sp>
        <p:nvSpPr>
          <p:cNvPr id="20" name="line-307">
            <a:extLst xmlns:a="http://schemas.openxmlformats.org/drawingml/2006/main">
              <a:ext uri="{FF2B5EF4-FFF2-40B4-BE49-F238E27FC236}">
                <a16:creationId xmlns:a16="http://schemas.microsoft.com/office/drawing/2014/main" id="{4E66DCCB-6ADB-427E-A505-E81BE14A4521}"/>
              </a:ext>
            </a:extLst>
          </p:cNvPr>
          <p:cNvSpPr>
            <a:spLocks xmlns:a="http://schemas.openxmlformats.org/drawingml/2006/main" noGrp="1"/>
          </p:cNvSpPr>
          <p:nvPr/>
        </p:nvSpPr>
        <p:spPr>
          <a:xfrm xmlns:a="http://schemas.openxmlformats.org/drawingml/2006/main">
            <a:off x="9477375" y="3429000"/>
            <a:ext cx="9525" cy="19050"/>
          </a:xfrm>
          <a:custGeom xmlns:a="http://schemas.openxmlformats.org/drawingml/2006/main">
            <a:pathLst>
              <a:path w="9525" h="19050">
                <a:moveTo>
                  <a:pt x="0" y="0"/>
                </a:moveTo>
                <a:lnTo>
                  <a:pt x="0" y="19050"/>
                </a:lnTo>
              </a:path>
            </a:pathLst>
          </a:custGeom>
          <a:noFill xmlns:a="http://schemas.openxmlformats.org/drawingml/2006/main"/>
          <a:ln xmlns:a="http://schemas.openxmlformats.org/drawingml/2006/main" w="19050">
            <a:solidFill>
              <a:srgbClr val="887798"/>
            </a:solidFill>
            <a:prstDash val="solid"/>
          </a:ln>
        </p:spPr>
      </p:sp>
      <p:sp>
        <p:nvSpPr>
          <p:cNvPr id="21" name="line-308">
            <a:extLst xmlns:a="http://schemas.openxmlformats.org/drawingml/2006/main">
              <a:ext uri="{FF2B5EF4-FFF2-40B4-BE49-F238E27FC236}">
                <a16:creationId xmlns:a16="http://schemas.microsoft.com/office/drawing/2014/main" id="{870FBD8F-F9E4-47C9-AF14-AA508544FE6B}"/>
              </a:ext>
            </a:extLst>
          </p:cNvPr>
          <p:cNvSpPr>
            <a:spLocks xmlns:a="http://schemas.openxmlformats.org/drawingml/2006/main" noGrp="1"/>
          </p:cNvSpPr>
          <p:nvPr/>
        </p:nvSpPr>
        <p:spPr>
          <a:xfrm xmlns:a="http://schemas.openxmlformats.org/drawingml/2006/main">
            <a:off x="9477375" y="3467100"/>
            <a:ext cx="9525" cy="19050"/>
          </a:xfrm>
          <a:custGeom xmlns:a="http://schemas.openxmlformats.org/drawingml/2006/main">
            <a:pathLst>
              <a:path w="9525" h="19050">
                <a:moveTo>
                  <a:pt x="0" y="0"/>
                </a:moveTo>
                <a:lnTo>
                  <a:pt x="0" y="19050"/>
                </a:lnTo>
              </a:path>
            </a:pathLst>
          </a:custGeom>
          <a:noFill xmlns:a="http://schemas.openxmlformats.org/drawingml/2006/main"/>
          <a:ln xmlns:a="http://schemas.openxmlformats.org/drawingml/2006/main" w="19050">
            <a:solidFill>
              <a:srgbClr val="887798"/>
            </a:solidFill>
            <a:prstDash val="solid"/>
          </a:ln>
        </p:spPr>
      </p:sp>
      <p:sp>
        <p:nvSpPr>
          <p:cNvPr id="22" name="line-309">
            <a:extLst xmlns:a="http://schemas.openxmlformats.org/drawingml/2006/main">
              <a:ext uri="{FF2B5EF4-FFF2-40B4-BE49-F238E27FC236}">
                <a16:creationId xmlns:a16="http://schemas.microsoft.com/office/drawing/2014/main" id="{395F145F-5C53-4F8A-889F-E33E507812BA}"/>
              </a:ext>
            </a:extLst>
          </p:cNvPr>
          <p:cNvSpPr>
            <a:spLocks xmlns:a="http://schemas.openxmlformats.org/drawingml/2006/main" noGrp="1"/>
          </p:cNvSpPr>
          <p:nvPr/>
        </p:nvSpPr>
        <p:spPr>
          <a:xfrm xmlns:a="http://schemas.openxmlformats.org/drawingml/2006/main">
            <a:off x="9435945" y="3419432"/>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23" name="line-310">
            <a:extLst xmlns:a="http://schemas.openxmlformats.org/drawingml/2006/main">
              <a:ext uri="{FF2B5EF4-FFF2-40B4-BE49-F238E27FC236}">
                <a16:creationId xmlns:a16="http://schemas.microsoft.com/office/drawing/2014/main" id="{71CDA0E2-CAC2-4D24-8D9D-13976CB0EEE0}"/>
              </a:ext>
            </a:extLst>
          </p:cNvPr>
          <p:cNvSpPr>
            <a:spLocks xmlns:a="http://schemas.openxmlformats.org/drawingml/2006/main" noGrp="1"/>
          </p:cNvSpPr>
          <p:nvPr/>
        </p:nvSpPr>
        <p:spPr>
          <a:xfrm xmlns:a="http://schemas.openxmlformats.org/drawingml/2006/main">
            <a:off x="9477375" y="3419432"/>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24" name="object-311">
            <a:extLst xmlns:a="http://schemas.openxmlformats.org/drawingml/2006/main">
              <a:ext uri="{FF2B5EF4-FFF2-40B4-BE49-F238E27FC236}">
                <a16:creationId xmlns:a16="http://schemas.microsoft.com/office/drawing/2014/main" id="{BEECD627-BB04-47F9-9CEE-2C182EB14E7F}"/>
              </a:ext>
            </a:extLst>
          </p:cNvPr>
          <p:cNvSpPr>
            <a:spLocks xmlns:a="http://schemas.openxmlformats.org/drawingml/2006/main" noGrp="1"/>
          </p:cNvSpPr>
          <p:nvPr/>
        </p:nvSpPr>
        <p:spPr>
          <a:xfrm xmlns:a="http://schemas.openxmlformats.org/drawingml/2006/main">
            <a:off x="609600" y="3667125"/>
            <a:ext cx="1733550" cy="1200150"/>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25" name="object-312">
            <a:extLst xmlns:a="http://schemas.openxmlformats.org/drawingml/2006/main">
              <a:ext uri="{FF2B5EF4-FFF2-40B4-BE49-F238E27FC236}">
                <a16:creationId xmlns:a16="http://schemas.microsoft.com/office/drawing/2014/main" id="{121928FD-C1B4-4219-8ABB-091690A478A6}"/>
              </a:ext>
            </a:extLst>
          </p:cNvPr>
          <p:cNvSpPr>
            <a:spLocks xmlns:a="http://schemas.openxmlformats.org/drawingml/2006/main" noGrp="1"/>
          </p:cNvSpPr>
          <p:nvPr/>
        </p:nvSpPr>
        <p:spPr>
          <a:xfrm xmlns:a="http://schemas.openxmlformats.org/drawingml/2006/main">
            <a:off x="723900" y="3724275"/>
            <a:ext cx="15049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75" b="1">
                <a:solidFill>
                  <a:srgbClr val="FFFFFF"/>
                </a:solidFill>
                <a:latin typeface="Microsoft YaHei"/>
                <a:ea typeface="Microsoft YaHei"/>
                <a:cs typeface="Microsoft YaHei"/>
              </a:defRPr>
            </a:defPPr>
            <a:lvl1pPr algn="ctr">
              <a:defRPr sz="1875" b="1">
                <a:solidFill>
                  <a:srgbClr val="FFFFFF"/>
                </a:solidFill>
                <a:latin typeface="Microsoft YaHei"/>
                <a:ea typeface="Microsoft YaHei"/>
                <a:cs typeface="Microsoft YaHei"/>
              </a:defRPr>
            </a:lvl1pPr>
            <a:lvl2pPr algn="ctr">
              <a:defRPr sz="1875" b="1">
                <a:solidFill>
                  <a:srgbClr val="FFFFFF"/>
                </a:solidFill>
                <a:latin typeface="Microsoft YaHei"/>
                <a:ea typeface="Microsoft YaHei"/>
                <a:cs typeface="Microsoft YaHei"/>
              </a:defRPr>
            </a:lvl2pPr>
            <a:lvl3pPr algn="ctr">
              <a:defRPr sz="1875" b="1">
                <a:solidFill>
                  <a:srgbClr val="FFFFFF"/>
                </a:solidFill>
                <a:latin typeface="Microsoft YaHei"/>
                <a:ea typeface="Microsoft YaHei"/>
                <a:cs typeface="Microsoft YaHei"/>
              </a:defRPr>
            </a:lvl3pPr>
            <a:lvl4pPr algn="ctr">
              <a:defRPr sz="1875" b="1">
                <a:solidFill>
                  <a:srgbClr val="FFFFFF"/>
                </a:solidFill>
                <a:latin typeface="Microsoft YaHei"/>
                <a:ea typeface="Microsoft YaHei"/>
                <a:cs typeface="Microsoft YaHei"/>
              </a:defRPr>
            </a:lvl4pPr>
            <a:lvl5pPr algn="ctr">
              <a:defRPr sz="1875" b="1">
                <a:solidFill>
                  <a:srgbClr val="FFFFFF"/>
                </a:solidFill>
                <a:latin typeface="Microsoft YaHei"/>
                <a:ea typeface="Microsoft YaHei"/>
                <a:cs typeface="Microsoft YaHei"/>
              </a:defRPr>
            </a:lvl5pPr>
            <a:lvl6pPr algn="ctr">
              <a:defRPr sz="1875" b="1">
                <a:solidFill>
                  <a:srgbClr val="FFFFFF"/>
                </a:solidFill>
                <a:latin typeface="Microsoft YaHei"/>
                <a:ea typeface="Microsoft YaHei"/>
                <a:cs typeface="Microsoft YaHei"/>
              </a:defRPr>
            </a:lvl6pPr>
            <a:lvl7pPr algn="ctr">
              <a:defRPr sz="1875" b="1">
                <a:solidFill>
                  <a:srgbClr val="FFFFFF"/>
                </a:solidFill>
                <a:latin typeface="Microsoft YaHei"/>
                <a:ea typeface="Microsoft YaHei"/>
                <a:cs typeface="Microsoft YaHei"/>
              </a:defRPr>
            </a:lvl7pPr>
            <a:lvl8pPr algn="ctr">
              <a:defRPr sz="1875" b="1">
                <a:solidFill>
                  <a:srgbClr val="FFFFFF"/>
                </a:solidFill>
                <a:latin typeface="Microsoft YaHei"/>
                <a:ea typeface="Microsoft YaHei"/>
                <a:cs typeface="Microsoft YaHei"/>
              </a:defRPr>
            </a:lvl8pPr>
            <a:lvl9pPr algn="ctr">
              <a:defRPr sz="1875" b="1">
                <a:solidFill>
                  <a:srgbClr val="FFFFFF"/>
                </a:solidFill>
                <a:latin typeface="Microsoft YaHei"/>
                <a:ea typeface="Microsoft YaHei"/>
                <a:cs typeface="Microsoft YaHei"/>
              </a:defRPr>
            </a:lvl9pPr>
          </a:lstStyle>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输入节点</a:t>
            </a:r>
          </a:p>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取数</a:t>
            </a:r>
          </a:p>
        </p:txBody>
      </p:sp>
      <p:sp>
        <p:nvSpPr>
          <p:cNvPr id="26" name="object-313">
            <a:extLst xmlns:a="http://schemas.openxmlformats.org/drawingml/2006/main">
              <a:ext uri="{FF2B5EF4-FFF2-40B4-BE49-F238E27FC236}">
                <a16:creationId xmlns:a16="http://schemas.microsoft.com/office/drawing/2014/main" id="{6097FFA5-B68C-491B-BB54-1A3505C0D5FD}"/>
              </a:ext>
            </a:extLst>
          </p:cNvPr>
          <p:cNvSpPr>
            <a:spLocks xmlns:a="http://schemas.openxmlformats.org/drawingml/2006/main" noGrp="1"/>
          </p:cNvSpPr>
          <p:nvPr/>
        </p:nvSpPr>
        <p:spPr>
          <a:xfrm xmlns:a="http://schemas.openxmlformats.org/drawingml/2006/main">
            <a:off x="2914650" y="3667125"/>
            <a:ext cx="2381250" cy="120015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27" name="object-314">
            <a:extLst xmlns:a="http://schemas.openxmlformats.org/drawingml/2006/main">
              <a:ext uri="{FF2B5EF4-FFF2-40B4-BE49-F238E27FC236}">
                <a16:creationId xmlns:a16="http://schemas.microsoft.com/office/drawing/2014/main" id="{113EACB5-BF4D-483E-8846-DF463B9D8F7F}"/>
              </a:ext>
            </a:extLst>
          </p:cNvPr>
          <p:cNvSpPr>
            <a:spLocks xmlns:a="http://schemas.openxmlformats.org/drawingml/2006/main" noGrp="1"/>
          </p:cNvSpPr>
          <p:nvPr/>
        </p:nvSpPr>
        <p:spPr>
          <a:xfrm xmlns:a="http://schemas.openxmlformats.org/drawingml/2006/main">
            <a:off x="3028950" y="3724275"/>
            <a:ext cx="21526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按流处理</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转换 / 增益</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可选会话音效</a:t>
            </a:r>
          </a:p>
        </p:txBody>
      </p:sp>
      <p:sp>
        <p:nvSpPr>
          <p:cNvPr id="28" name="object-315">
            <a:extLst xmlns:a="http://schemas.openxmlformats.org/drawingml/2006/main">
              <a:ext uri="{FF2B5EF4-FFF2-40B4-BE49-F238E27FC236}">
                <a16:creationId xmlns:a16="http://schemas.microsoft.com/office/drawing/2014/main" id="{4745C62F-C65A-43B9-A394-FD3B38889483}"/>
              </a:ext>
            </a:extLst>
          </p:cNvPr>
          <p:cNvSpPr>
            <a:spLocks xmlns:a="http://schemas.openxmlformats.org/drawingml/2006/main" noGrp="1"/>
          </p:cNvSpPr>
          <p:nvPr/>
        </p:nvSpPr>
        <p:spPr>
          <a:xfrm xmlns:a="http://schemas.openxmlformats.org/drawingml/2006/main">
            <a:off x="5867400" y="3667125"/>
            <a:ext cx="2381250" cy="120015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29" name="object-316">
            <a:extLst xmlns:a="http://schemas.openxmlformats.org/drawingml/2006/main">
              <a:ext uri="{FF2B5EF4-FFF2-40B4-BE49-F238E27FC236}">
                <a16:creationId xmlns:a16="http://schemas.microsoft.com/office/drawing/2014/main" id="{73A4A36C-CB47-4E3B-84A7-C27E6D87D356}"/>
              </a:ext>
            </a:extLst>
          </p:cNvPr>
          <p:cNvSpPr>
            <a:spLocks xmlns:a="http://schemas.openxmlformats.org/drawingml/2006/main" noGrp="1"/>
          </p:cNvSpPr>
          <p:nvPr/>
        </p:nvSpPr>
        <p:spPr>
          <a:xfrm xmlns:a="http://schemas.openxmlformats.org/drawingml/2006/main">
            <a:off x="5981700" y="3724275"/>
            <a:ext cx="21526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场景处理</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场景Mixer</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可选渲染音效</a:t>
            </a:r>
          </a:p>
        </p:txBody>
      </p:sp>
      <p:sp>
        <p:nvSpPr>
          <p:cNvPr id="30" name="object-317">
            <a:extLst xmlns:a="http://schemas.openxmlformats.org/drawingml/2006/main">
              <a:ext uri="{FF2B5EF4-FFF2-40B4-BE49-F238E27FC236}">
                <a16:creationId xmlns:a16="http://schemas.microsoft.com/office/drawing/2014/main" id="{2891DE53-E7C3-4E86-AA06-92C0A9233DE2}"/>
              </a:ext>
            </a:extLst>
          </p:cNvPr>
          <p:cNvSpPr>
            <a:spLocks xmlns:a="http://schemas.openxmlformats.org/drawingml/2006/main" noGrp="1"/>
          </p:cNvSpPr>
          <p:nvPr/>
        </p:nvSpPr>
        <p:spPr>
          <a:xfrm xmlns:a="http://schemas.openxmlformats.org/drawingml/2006/main">
            <a:off x="8820150" y="3667125"/>
            <a:ext cx="2743200" cy="1200150"/>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31" name="object-318">
            <a:extLst xmlns:a="http://schemas.openxmlformats.org/drawingml/2006/main">
              <a:ext uri="{FF2B5EF4-FFF2-40B4-BE49-F238E27FC236}">
                <a16:creationId xmlns:a16="http://schemas.microsoft.com/office/drawing/2014/main" id="{1C8D4913-D5F8-4EBC-90E5-B1CC1D0D1049}"/>
              </a:ext>
            </a:extLst>
          </p:cNvPr>
          <p:cNvSpPr>
            <a:spLocks xmlns:a="http://schemas.openxmlformats.org/drawingml/2006/main" noGrp="1"/>
          </p:cNvSpPr>
          <p:nvPr/>
        </p:nvSpPr>
        <p:spPr>
          <a:xfrm xmlns:a="http://schemas.openxmlformats.org/drawingml/2006/main">
            <a:off x="8934450" y="3724275"/>
            <a:ext cx="25146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输出簇</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转换 / 输出Mixer</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SinkOutput</a:t>
            </a:r>
          </a:p>
        </p:txBody>
      </p:sp>
      <p:sp>
        <p:nvSpPr>
          <p:cNvPr id="32" name="line-319">
            <a:extLst xmlns:a="http://schemas.openxmlformats.org/drawingml/2006/main">
              <a:ext uri="{FF2B5EF4-FFF2-40B4-BE49-F238E27FC236}">
                <a16:creationId xmlns:a16="http://schemas.microsoft.com/office/drawing/2014/main" id="{D5D51C50-DA08-464D-A0DA-E62B40407631}"/>
              </a:ext>
            </a:extLst>
          </p:cNvPr>
          <p:cNvSpPr>
            <a:spLocks xmlns:a="http://schemas.openxmlformats.org/drawingml/2006/main" noGrp="1"/>
          </p:cNvSpPr>
          <p:nvPr/>
        </p:nvSpPr>
        <p:spPr>
          <a:xfrm xmlns:a="http://schemas.openxmlformats.org/drawingml/2006/main">
            <a:off x="2447925" y="4267200"/>
            <a:ext cx="352425" cy="9525"/>
          </a:xfrm>
          <a:custGeom xmlns:a="http://schemas.openxmlformats.org/drawingml/2006/main">
            <a:pathLst>
              <a:path w="352425" h="9525">
                <a:moveTo>
                  <a:pt x="0" y="0"/>
                </a:moveTo>
                <a:lnTo>
                  <a:pt x="352425" y="0"/>
                </a:lnTo>
              </a:path>
            </a:pathLst>
          </a:custGeom>
          <a:noFill xmlns:a="http://schemas.openxmlformats.org/drawingml/2006/main"/>
          <a:ln xmlns:a="http://schemas.openxmlformats.org/drawingml/2006/main" w="28575">
            <a:solidFill>
              <a:srgbClr val="3379EB"/>
            </a:solidFill>
            <a:prstDash val="solid"/>
          </a:ln>
        </p:spPr>
      </p:sp>
      <p:sp>
        <p:nvSpPr>
          <p:cNvPr id="33" name="line-320">
            <a:extLst xmlns:a="http://schemas.openxmlformats.org/drawingml/2006/main">
              <a:ext uri="{FF2B5EF4-FFF2-40B4-BE49-F238E27FC236}">
                <a16:creationId xmlns:a16="http://schemas.microsoft.com/office/drawing/2014/main" id="{EC580F23-C639-40E8-8751-BFE88DD2F55F}"/>
              </a:ext>
            </a:extLst>
          </p:cNvPr>
          <p:cNvSpPr>
            <a:spLocks xmlns:a="http://schemas.openxmlformats.org/drawingml/2006/main" noGrp="1"/>
          </p:cNvSpPr>
          <p:nvPr/>
        </p:nvSpPr>
        <p:spPr>
          <a:xfrm xmlns:a="http://schemas.openxmlformats.org/drawingml/2006/main">
            <a:off x="2714582" y="42672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4" name="line-321">
            <a:extLst xmlns:a="http://schemas.openxmlformats.org/drawingml/2006/main">
              <a:ext uri="{FF2B5EF4-FFF2-40B4-BE49-F238E27FC236}">
                <a16:creationId xmlns:a16="http://schemas.microsoft.com/office/drawing/2014/main" id="{E7E22C24-B7C0-48B6-AA02-21F1224BBB19}"/>
              </a:ext>
            </a:extLst>
          </p:cNvPr>
          <p:cNvSpPr>
            <a:spLocks xmlns:a="http://schemas.openxmlformats.org/drawingml/2006/main" noGrp="1"/>
          </p:cNvSpPr>
          <p:nvPr/>
        </p:nvSpPr>
        <p:spPr>
          <a:xfrm xmlns:a="http://schemas.openxmlformats.org/drawingml/2006/main">
            <a:off x="2714582" y="42257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5" name="line-322">
            <a:extLst xmlns:a="http://schemas.openxmlformats.org/drawingml/2006/main">
              <a:ext uri="{FF2B5EF4-FFF2-40B4-BE49-F238E27FC236}">
                <a16:creationId xmlns:a16="http://schemas.microsoft.com/office/drawing/2014/main" id="{B223B9D0-F853-47A7-8CEE-E20CFC3C7A3D}"/>
              </a:ext>
            </a:extLst>
          </p:cNvPr>
          <p:cNvSpPr>
            <a:spLocks xmlns:a="http://schemas.openxmlformats.org/drawingml/2006/main" noGrp="1"/>
          </p:cNvSpPr>
          <p:nvPr/>
        </p:nvSpPr>
        <p:spPr>
          <a:xfrm xmlns:a="http://schemas.openxmlformats.org/drawingml/2006/main">
            <a:off x="5400675" y="4267200"/>
            <a:ext cx="352425" cy="9525"/>
          </a:xfrm>
          <a:custGeom xmlns:a="http://schemas.openxmlformats.org/drawingml/2006/main">
            <a:pathLst>
              <a:path w="352425" h="9525">
                <a:moveTo>
                  <a:pt x="0" y="0"/>
                </a:moveTo>
                <a:lnTo>
                  <a:pt x="352425" y="0"/>
                </a:lnTo>
              </a:path>
            </a:pathLst>
          </a:custGeom>
          <a:noFill xmlns:a="http://schemas.openxmlformats.org/drawingml/2006/main"/>
          <a:ln xmlns:a="http://schemas.openxmlformats.org/drawingml/2006/main" w="28575">
            <a:solidFill>
              <a:srgbClr val="3379EB"/>
            </a:solidFill>
            <a:prstDash val="solid"/>
          </a:ln>
        </p:spPr>
      </p:sp>
      <p:sp>
        <p:nvSpPr>
          <p:cNvPr id="36" name="line-323">
            <a:extLst xmlns:a="http://schemas.openxmlformats.org/drawingml/2006/main">
              <a:ext uri="{FF2B5EF4-FFF2-40B4-BE49-F238E27FC236}">
                <a16:creationId xmlns:a16="http://schemas.microsoft.com/office/drawing/2014/main" id="{069B244B-1F74-449B-88FB-64E0F9974E21}"/>
              </a:ext>
            </a:extLst>
          </p:cNvPr>
          <p:cNvSpPr>
            <a:spLocks xmlns:a="http://schemas.openxmlformats.org/drawingml/2006/main" noGrp="1"/>
          </p:cNvSpPr>
          <p:nvPr/>
        </p:nvSpPr>
        <p:spPr>
          <a:xfrm xmlns:a="http://schemas.openxmlformats.org/drawingml/2006/main">
            <a:off x="5667332" y="42672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7" name="line-324">
            <a:extLst xmlns:a="http://schemas.openxmlformats.org/drawingml/2006/main">
              <a:ext uri="{FF2B5EF4-FFF2-40B4-BE49-F238E27FC236}">
                <a16:creationId xmlns:a16="http://schemas.microsoft.com/office/drawing/2014/main" id="{E2A19545-0363-408E-B986-351F491F4707}"/>
              </a:ext>
            </a:extLst>
          </p:cNvPr>
          <p:cNvSpPr>
            <a:spLocks xmlns:a="http://schemas.openxmlformats.org/drawingml/2006/main" noGrp="1"/>
          </p:cNvSpPr>
          <p:nvPr/>
        </p:nvSpPr>
        <p:spPr>
          <a:xfrm xmlns:a="http://schemas.openxmlformats.org/drawingml/2006/main">
            <a:off x="5667332" y="42257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8" name="line-325">
            <a:extLst xmlns:a="http://schemas.openxmlformats.org/drawingml/2006/main">
              <a:ext uri="{FF2B5EF4-FFF2-40B4-BE49-F238E27FC236}">
                <a16:creationId xmlns:a16="http://schemas.microsoft.com/office/drawing/2014/main" id="{EADCE949-F893-46F0-9A59-64771B8E85FE}"/>
              </a:ext>
            </a:extLst>
          </p:cNvPr>
          <p:cNvSpPr>
            <a:spLocks xmlns:a="http://schemas.openxmlformats.org/drawingml/2006/main" noGrp="1"/>
          </p:cNvSpPr>
          <p:nvPr/>
        </p:nvSpPr>
        <p:spPr>
          <a:xfrm xmlns:a="http://schemas.openxmlformats.org/drawingml/2006/main">
            <a:off x="8353425" y="4267200"/>
            <a:ext cx="352425" cy="9525"/>
          </a:xfrm>
          <a:custGeom xmlns:a="http://schemas.openxmlformats.org/drawingml/2006/main">
            <a:pathLst>
              <a:path w="352425" h="9525">
                <a:moveTo>
                  <a:pt x="0" y="0"/>
                </a:moveTo>
                <a:lnTo>
                  <a:pt x="352425" y="0"/>
                </a:lnTo>
              </a:path>
            </a:pathLst>
          </a:custGeom>
          <a:noFill xmlns:a="http://schemas.openxmlformats.org/drawingml/2006/main"/>
          <a:ln xmlns:a="http://schemas.openxmlformats.org/drawingml/2006/main" w="28575">
            <a:solidFill>
              <a:srgbClr val="3379EB"/>
            </a:solidFill>
            <a:prstDash val="solid"/>
          </a:ln>
        </p:spPr>
      </p:sp>
      <p:sp>
        <p:nvSpPr>
          <p:cNvPr id="39" name="line-326">
            <a:extLst xmlns:a="http://schemas.openxmlformats.org/drawingml/2006/main">
              <a:ext uri="{FF2B5EF4-FFF2-40B4-BE49-F238E27FC236}">
                <a16:creationId xmlns:a16="http://schemas.microsoft.com/office/drawing/2014/main" id="{D5932A21-5E48-4962-AF5D-7A626C8C26BD}"/>
              </a:ext>
            </a:extLst>
          </p:cNvPr>
          <p:cNvSpPr>
            <a:spLocks xmlns:a="http://schemas.openxmlformats.org/drawingml/2006/main" noGrp="1"/>
          </p:cNvSpPr>
          <p:nvPr/>
        </p:nvSpPr>
        <p:spPr>
          <a:xfrm xmlns:a="http://schemas.openxmlformats.org/drawingml/2006/main">
            <a:off x="8620082" y="42672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40" name="line-327">
            <a:extLst xmlns:a="http://schemas.openxmlformats.org/drawingml/2006/main">
              <a:ext uri="{FF2B5EF4-FFF2-40B4-BE49-F238E27FC236}">
                <a16:creationId xmlns:a16="http://schemas.microsoft.com/office/drawing/2014/main" id="{84BD790E-CA8B-4BA7-B77A-F8C586B93A45}"/>
              </a:ext>
            </a:extLst>
          </p:cNvPr>
          <p:cNvSpPr>
            <a:spLocks xmlns:a="http://schemas.openxmlformats.org/drawingml/2006/main" noGrp="1"/>
          </p:cNvSpPr>
          <p:nvPr/>
        </p:nvSpPr>
        <p:spPr>
          <a:xfrm xmlns:a="http://schemas.openxmlformats.org/drawingml/2006/main">
            <a:off x="8620082" y="42257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41" name="object-328">
            <a:extLst xmlns:a="http://schemas.openxmlformats.org/drawingml/2006/main">
              <a:ext uri="{FF2B5EF4-FFF2-40B4-BE49-F238E27FC236}">
                <a16:creationId xmlns:a16="http://schemas.microsoft.com/office/drawing/2014/main" id="{0E345A38-75D5-4EF3-8782-A403F3B896E3}"/>
              </a:ext>
            </a:extLst>
          </p:cNvPr>
          <p:cNvSpPr>
            <a:spLocks xmlns:a="http://schemas.openxmlformats.org/drawingml/2006/main" noGrp="1"/>
          </p:cNvSpPr>
          <p:nvPr/>
        </p:nvSpPr>
        <p:spPr>
          <a:xfrm xmlns:a="http://schemas.openxmlformats.org/drawingml/2006/main">
            <a:off x="609600" y="52578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50" b="1">
                <a:solidFill>
                  <a:srgbClr val="12263B"/>
                </a:solidFill>
                <a:latin typeface="Microsoft YaHei"/>
                <a:ea typeface="Microsoft YaHei"/>
                <a:cs typeface="Microsoft YaHei"/>
              </a:defRPr>
            </a:defPPr>
            <a:lvl1pPr algn="l">
              <a:defRPr sz="2250" b="1">
                <a:solidFill>
                  <a:srgbClr val="12263B"/>
                </a:solidFill>
                <a:latin typeface="Microsoft YaHei"/>
                <a:ea typeface="Microsoft YaHei"/>
                <a:cs typeface="Microsoft YaHei"/>
              </a:defRPr>
            </a:lvl1pPr>
            <a:lvl2pPr algn="l">
              <a:defRPr sz="2250" b="1">
                <a:solidFill>
                  <a:srgbClr val="12263B"/>
                </a:solidFill>
                <a:latin typeface="Microsoft YaHei"/>
                <a:ea typeface="Microsoft YaHei"/>
                <a:cs typeface="Microsoft YaHei"/>
              </a:defRPr>
            </a:lvl2pPr>
            <a:lvl3pPr algn="l">
              <a:defRPr sz="2250" b="1">
                <a:solidFill>
                  <a:srgbClr val="12263B"/>
                </a:solidFill>
                <a:latin typeface="Microsoft YaHei"/>
                <a:ea typeface="Microsoft YaHei"/>
                <a:cs typeface="Microsoft YaHei"/>
              </a:defRPr>
            </a:lvl3pPr>
            <a:lvl4pPr algn="l">
              <a:defRPr sz="2250" b="1">
                <a:solidFill>
                  <a:srgbClr val="12263B"/>
                </a:solidFill>
                <a:latin typeface="Microsoft YaHei"/>
                <a:ea typeface="Microsoft YaHei"/>
                <a:cs typeface="Microsoft YaHei"/>
              </a:defRPr>
            </a:lvl4pPr>
            <a:lvl5pPr algn="l">
              <a:defRPr sz="2250" b="1">
                <a:solidFill>
                  <a:srgbClr val="12263B"/>
                </a:solidFill>
                <a:latin typeface="Microsoft YaHei"/>
                <a:ea typeface="Microsoft YaHei"/>
                <a:cs typeface="Microsoft YaHei"/>
              </a:defRPr>
            </a:lvl5pPr>
            <a:lvl6pPr algn="l">
              <a:defRPr sz="2250" b="1">
                <a:solidFill>
                  <a:srgbClr val="12263B"/>
                </a:solidFill>
                <a:latin typeface="Microsoft YaHei"/>
                <a:ea typeface="Microsoft YaHei"/>
                <a:cs typeface="Microsoft YaHei"/>
              </a:defRPr>
            </a:lvl6pPr>
            <a:lvl7pPr algn="l">
              <a:defRPr sz="2250" b="1">
                <a:solidFill>
                  <a:srgbClr val="12263B"/>
                </a:solidFill>
                <a:latin typeface="Microsoft YaHei"/>
                <a:ea typeface="Microsoft YaHei"/>
                <a:cs typeface="Microsoft YaHei"/>
              </a:defRPr>
            </a:lvl7pPr>
            <a:lvl8pPr algn="l">
              <a:defRPr sz="2250" b="1">
                <a:solidFill>
                  <a:srgbClr val="12263B"/>
                </a:solidFill>
                <a:latin typeface="Microsoft YaHei"/>
                <a:ea typeface="Microsoft YaHei"/>
                <a:cs typeface="Microsoft YaHei"/>
              </a:defRPr>
            </a:lvl8pPr>
            <a:lvl9pPr algn="l">
              <a:defRPr sz="2250" b="1">
                <a:solidFill>
                  <a:srgbClr val="12263B"/>
                </a:solidFill>
                <a:latin typeface="Microsoft YaHei"/>
                <a:ea typeface="Microsoft YaHei"/>
                <a:cs typeface="Microsoft YaHei"/>
              </a:defRPr>
            </a:lvl9pPr>
          </a:lstStyle>
          <a:p xmlns:a="http://schemas.openxmlformats.org/drawingml/2006/main">
            <a:pPr algn="l">
              <a:defRPr sz="2250" b="1">
                <a:solidFill>
                  <a:srgbClr val="12263B"/>
                </a:solidFill>
                <a:latin typeface="Microsoft YaHei"/>
                <a:ea typeface="Microsoft YaHei"/>
                <a:cs typeface="Microsoft YaHei"/>
              </a:defRPr>
            </a:pPr>
            <a:r>
              <a:rPr sz="2250" b="1">
                <a:solidFill>
                  <a:srgbClr val="12263B"/>
                </a:solidFill>
                <a:latin typeface="Microsoft YaHei"/>
                <a:ea typeface="Microsoft YaHei"/>
                <a:cs typeface="Microsoft YaHei"/>
              </a:rPr>
              <a:t>复用处理职责，按场景连接；输出端按需拉取计算结果</a:t>
            </a:r>
          </a:p>
        </p:txBody>
      </p:sp>
      <p:sp>
        <p:nvSpPr>
          <p:cNvPr id="42" name="object-329">
            <a:extLst xmlns:a="http://schemas.openxmlformats.org/drawingml/2006/main">
              <a:ext uri="{FF2B5EF4-FFF2-40B4-BE49-F238E27FC236}">
                <a16:creationId xmlns:a16="http://schemas.microsoft.com/office/drawing/2014/main" id="{FCBB4C0C-FE7B-41FC-AB63-D87AB9A123B5}"/>
              </a:ext>
            </a:extLst>
          </p:cNvPr>
          <p:cNvSpPr>
            <a:spLocks xmlns:a="http://schemas.openxmlformats.org/drawingml/2006/main" noGrp="1"/>
          </p:cNvSpPr>
          <p:nvPr/>
        </p:nvSpPr>
        <p:spPr>
          <a:xfrm xmlns:a="http://schemas.openxmlformats.org/drawingml/2006/main">
            <a:off x="609600" y="5800725"/>
            <a:ext cx="10953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950" b="0">
                <a:solidFill>
                  <a:srgbClr val="62768A"/>
                </a:solidFill>
                <a:latin typeface="Microsoft YaHei"/>
                <a:ea typeface="Microsoft YaHei"/>
                <a:cs typeface="Microsoft YaHei"/>
              </a:defRPr>
            </a:defPPr>
            <a:lvl1pPr algn="l">
              <a:defRPr sz="1950" b="0">
                <a:solidFill>
                  <a:srgbClr val="62768A"/>
                </a:solidFill>
                <a:latin typeface="Microsoft YaHei"/>
                <a:ea typeface="Microsoft YaHei"/>
                <a:cs typeface="Microsoft YaHei"/>
              </a:defRPr>
            </a:lvl1pPr>
            <a:lvl2pPr algn="l">
              <a:defRPr sz="1950" b="0">
                <a:solidFill>
                  <a:srgbClr val="62768A"/>
                </a:solidFill>
                <a:latin typeface="Microsoft YaHei"/>
                <a:ea typeface="Microsoft YaHei"/>
                <a:cs typeface="Microsoft YaHei"/>
              </a:defRPr>
            </a:lvl2pPr>
            <a:lvl3pPr algn="l">
              <a:defRPr sz="1950" b="0">
                <a:solidFill>
                  <a:srgbClr val="62768A"/>
                </a:solidFill>
                <a:latin typeface="Microsoft YaHei"/>
                <a:ea typeface="Microsoft YaHei"/>
                <a:cs typeface="Microsoft YaHei"/>
              </a:defRPr>
            </a:lvl3pPr>
            <a:lvl4pPr algn="l">
              <a:defRPr sz="1950" b="0">
                <a:solidFill>
                  <a:srgbClr val="62768A"/>
                </a:solidFill>
                <a:latin typeface="Microsoft YaHei"/>
                <a:ea typeface="Microsoft YaHei"/>
                <a:cs typeface="Microsoft YaHei"/>
              </a:defRPr>
            </a:lvl4pPr>
            <a:lvl5pPr algn="l">
              <a:defRPr sz="1950" b="0">
                <a:solidFill>
                  <a:srgbClr val="62768A"/>
                </a:solidFill>
                <a:latin typeface="Microsoft YaHei"/>
                <a:ea typeface="Microsoft YaHei"/>
                <a:cs typeface="Microsoft YaHei"/>
              </a:defRPr>
            </a:lvl5pPr>
            <a:lvl6pPr algn="l">
              <a:defRPr sz="1950" b="0">
                <a:solidFill>
                  <a:srgbClr val="62768A"/>
                </a:solidFill>
                <a:latin typeface="Microsoft YaHei"/>
                <a:ea typeface="Microsoft YaHei"/>
                <a:cs typeface="Microsoft YaHei"/>
              </a:defRPr>
            </a:lvl6pPr>
            <a:lvl7pPr algn="l">
              <a:defRPr sz="1950" b="0">
                <a:solidFill>
                  <a:srgbClr val="62768A"/>
                </a:solidFill>
                <a:latin typeface="Microsoft YaHei"/>
                <a:ea typeface="Microsoft YaHei"/>
                <a:cs typeface="Microsoft YaHei"/>
              </a:defRPr>
            </a:lvl7pPr>
            <a:lvl8pPr algn="l">
              <a:defRPr sz="1950" b="0">
                <a:solidFill>
                  <a:srgbClr val="62768A"/>
                </a:solidFill>
                <a:latin typeface="Microsoft YaHei"/>
                <a:ea typeface="Microsoft YaHei"/>
                <a:cs typeface="Microsoft YaHei"/>
              </a:defRPr>
            </a:lvl8pPr>
            <a:lvl9pPr algn="l">
              <a:defRPr sz="1950" b="0">
                <a:solidFill>
                  <a:srgbClr val="62768A"/>
                </a:solidFill>
                <a:latin typeface="Microsoft YaHei"/>
                <a:ea typeface="Microsoft YaHei"/>
                <a:cs typeface="Microsoft YaHei"/>
              </a:defRPr>
            </a:lvl9pPr>
          </a:lstStyle>
          <a:p xmlns:a="http://schemas.openxmlformats.org/drawingml/2006/main">
            <a:pPr algn="l">
              <a:defRPr sz="1950" b="0">
                <a:solidFill>
                  <a:srgbClr val="62768A"/>
                </a:solidFill>
                <a:latin typeface="Microsoft YaHei"/>
                <a:ea typeface="Microsoft YaHei"/>
                <a:cs typeface="Microsoft YaHei"/>
              </a:defRPr>
            </a:pPr>
            <a:r>
              <a:rPr sz="1950" b="0">
                <a:solidFill>
                  <a:srgbClr val="62768A"/>
                </a:solidFill>
                <a:latin typeface="Microsoft YaHei"/>
                <a:ea typeface="Microsoft YaHei"/>
                <a:cs typeface="Microsoft YaHei"/>
              </a:rPr>
              <a:t>类型复用与实例共享有不同边界，状态仍需按流和场景管理</a:t>
            </a:r>
          </a:p>
        </p:txBody>
      </p:sp>
      <p:sp>
        <p:nvSpPr>
          <p:cNvPr id="43" name="object-330">
            <a:extLst xmlns:a="http://schemas.openxmlformats.org/drawingml/2006/main">
              <a:ext uri="{FF2B5EF4-FFF2-40B4-BE49-F238E27FC236}">
                <a16:creationId xmlns:a16="http://schemas.microsoft.com/office/drawing/2014/main" id="{FC64135D-840A-41B2-93CB-1C7102C0B2ED}"/>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图按职责折叠节点；可选音效与特殊路径有条件，非所有场景必经拓扑</a:t>
            </a:r>
          </a:p>
        </p:txBody>
      </p:sp>
      <p:sp>
        <p:nvSpPr>
          <p:cNvPr id="44" name="object-331">
            <a:extLst xmlns:a="http://schemas.openxmlformats.org/drawingml/2006/main">
              <a:ext uri="{FF2B5EF4-FFF2-40B4-BE49-F238E27FC236}">
                <a16:creationId xmlns:a16="http://schemas.microsoft.com/office/drawing/2014/main" id="{B48731B7-1985-41F7-83C6-3BC7AC43482C}"/>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10</a:t>
            </a:r>
          </a:p>
        </p:txBody>
      </p:sp>
    </p:spTree>
    <p:extLst>
      <p:ext uri="{BB962C8B-B14F-4D97-AF65-F5344CB8AC3E}">
        <p14:creationId xmlns:p14="http://schemas.microsoft.com/office/powerpoint/2010/main" val="387364933"/>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object-332">
            <a:extLst xmlns:a="http://schemas.openxmlformats.org/drawingml/2006/main">
              <a:ext uri="{FF2B5EF4-FFF2-40B4-BE49-F238E27FC236}">
                <a16:creationId xmlns:a16="http://schemas.microsoft.com/office/drawing/2014/main" id="{720E3D69-012C-4898-9B5E-0E1BFFDCAD53}"/>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第三部分 · 创新三：一个具体接入例子</a:t>
            </a:r>
          </a:p>
        </p:txBody>
      </p:sp>
      <p:sp>
        <p:nvSpPr>
          <p:cNvPr id="2" name="object-333">
            <a:extLst xmlns:a="http://schemas.openxmlformats.org/drawingml/2006/main">
              <a:ext uri="{FF2B5EF4-FFF2-40B4-BE49-F238E27FC236}">
                <a16:creationId xmlns:a16="http://schemas.microsoft.com/office/drawing/2014/main" id="{44E62DF1-F231-4E9F-887A-54552922EDC4}"/>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一个会话接入音效，哪些逻辑能复用</a:t>
            </a:r>
          </a:p>
        </p:txBody>
      </p:sp>
      <p:sp>
        <p:nvSpPr>
          <p:cNvPr id="3" name="object-334">
            <a:extLst xmlns:a="http://schemas.openxmlformats.org/drawingml/2006/main">
              <a:ext uri="{FF2B5EF4-FFF2-40B4-BE49-F238E27FC236}">
                <a16:creationId xmlns:a16="http://schemas.microsoft.com/office/drawing/2014/main" id="{06900B0E-C127-47C2-82FD-3CEC4DE06944}"/>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在局部连接中插入SessionEffect，复用已有转换、增益与混音</a:t>
            </a:r>
          </a:p>
        </p:txBody>
      </p:sp>
      <p:sp>
        <p:nvSpPr>
          <p:cNvPr id="4" name="object-335">
            <a:extLst xmlns:a="http://schemas.openxmlformats.org/drawingml/2006/main">
              <a:ext uri="{FF2B5EF4-FFF2-40B4-BE49-F238E27FC236}">
                <a16:creationId xmlns:a16="http://schemas.microsoft.com/office/drawing/2014/main" id="{AAD7A171-CA51-4E91-BFC0-969257A4F3EB}"/>
              </a:ext>
            </a:extLst>
          </p:cNvPr>
          <p:cNvSpPr>
            <a:spLocks xmlns:a="http://schemas.openxmlformats.org/drawingml/2006/main" noGrp="1"/>
          </p:cNvSpPr>
          <p:nvPr/>
        </p:nvSpPr>
        <p:spPr>
          <a:xfrm xmlns:a="http://schemas.openxmlformats.org/drawingml/2006/main">
            <a:off x="609600" y="235267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1">
                <a:solidFill>
                  <a:srgbClr val="62768A"/>
                </a:solidFill>
                <a:latin typeface="Microsoft YaHei"/>
                <a:ea typeface="Microsoft YaHei"/>
                <a:cs typeface="Microsoft YaHei"/>
              </a:defRPr>
            </a:defPPr>
            <a:lvl1pPr algn="l">
              <a:defRPr sz="2100" b="1">
                <a:solidFill>
                  <a:srgbClr val="62768A"/>
                </a:solidFill>
                <a:latin typeface="Microsoft YaHei"/>
                <a:ea typeface="Microsoft YaHei"/>
                <a:cs typeface="Microsoft YaHei"/>
              </a:defRPr>
            </a:lvl1pPr>
            <a:lvl2pPr algn="l">
              <a:defRPr sz="2100" b="1">
                <a:solidFill>
                  <a:srgbClr val="62768A"/>
                </a:solidFill>
                <a:latin typeface="Microsoft YaHei"/>
                <a:ea typeface="Microsoft YaHei"/>
                <a:cs typeface="Microsoft YaHei"/>
              </a:defRPr>
            </a:lvl2pPr>
            <a:lvl3pPr algn="l">
              <a:defRPr sz="2100" b="1">
                <a:solidFill>
                  <a:srgbClr val="62768A"/>
                </a:solidFill>
                <a:latin typeface="Microsoft YaHei"/>
                <a:ea typeface="Microsoft YaHei"/>
                <a:cs typeface="Microsoft YaHei"/>
              </a:defRPr>
            </a:lvl3pPr>
            <a:lvl4pPr algn="l">
              <a:defRPr sz="2100" b="1">
                <a:solidFill>
                  <a:srgbClr val="62768A"/>
                </a:solidFill>
                <a:latin typeface="Microsoft YaHei"/>
                <a:ea typeface="Microsoft YaHei"/>
                <a:cs typeface="Microsoft YaHei"/>
              </a:defRPr>
            </a:lvl4pPr>
            <a:lvl5pPr algn="l">
              <a:defRPr sz="2100" b="1">
                <a:solidFill>
                  <a:srgbClr val="62768A"/>
                </a:solidFill>
                <a:latin typeface="Microsoft YaHei"/>
                <a:ea typeface="Microsoft YaHei"/>
                <a:cs typeface="Microsoft YaHei"/>
              </a:defRPr>
            </a:lvl5pPr>
            <a:lvl6pPr algn="l">
              <a:defRPr sz="2100" b="1">
                <a:solidFill>
                  <a:srgbClr val="62768A"/>
                </a:solidFill>
                <a:latin typeface="Microsoft YaHei"/>
                <a:ea typeface="Microsoft YaHei"/>
                <a:cs typeface="Microsoft YaHei"/>
              </a:defRPr>
            </a:lvl6pPr>
            <a:lvl7pPr algn="l">
              <a:defRPr sz="2100" b="1">
                <a:solidFill>
                  <a:srgbClr val="62768A"/>
                </a:solidFill>
                <a:latin typeface="Microsoft YaHei"/>
                <a:ea typeface="Microsoft YaHei"/>
                <a:cs typeface="Microsoft YaHei"/>
              </a:defRPr>
            </a:lvl7pPr>
            <a:lvl8pPr algn="l">
              <a:defRPr sz="2100" b="1">
                <a:solidFill>
                  <a:srgbClr val="62768A"/>
                </a:solidFill>
                <a:latin typeface="Microsoft YaHei"/>
                <a:ea typeface="Microsoft YaHei"/>
                <a:cs typeface="Microsoft YaHei"/>
              </a:defRPr>
            </a:lvl8pPr>
            <a:lvl9pPr algn="l">
              <a:defRPr sz="2100" b="1">
                <a:solidFill>
                  <a:srgbClr val="62768A"/>
                </a:solidFill>
                <a:latin typeface="Microsoft YaHei"/>
                <a:ea typeface="Microsoft YaHei"/>
                <a:cs typeface="Microsoft YaHei"/>
              </a:defRPr>
            </a:lvl9pPr>
          </a:lstStyle>
          <a:p xmlns:a="http://schemas.openxmlformats.org/drawingml/2006/main">
            <a:pPr algn="l">
              <a:defRPr sz="2100" b="1">
                <a:solidFill>
                  <a:srgbClr val="62768A"/>
                </a:solidFill>
                <a:latin typeface="Microsoft YaHei"/>
                <a:ea typeface="Microsoft YaHei"/>
                <a:cs typeface="Microsoft YaHei"/>
              </a:defRPr>
            </a:pPr>
            <a:r>
              <a:rPr sz="2100" b="1">
                <a:solidFill>
                  <a:srgbClr val="62768A"/>
                </a:solidFill>
                <a:latin typeface="Microsoft YaHei"/>
                <a:ea typeface="Microsoft YaHei"/>
                <a:cs typeface="Microsoft YaHei"/>
              </a:rPr>
              <a:t>未启用会话音效</a:t>
            </a:r>
          </a:p>
        </p:txBody>
      </p:sp>
      <p:sp>
        <p:nvSpPr>
          <p:cNvPr id="5" name="object-336">
            <a:extLst xmlns:a="http://schemas.openxmlformats.org/drawingml/2006/main">
              <a:ext uri="{FF2B5EF4-FFF2-40B4-BE49-F238E27FC236}">
                <a16:creationId xmlns:a16="http://schemas.microsoft.com/office/drawing/2014/main" id="{91E50E74-A2CA-4C8C-BB29-EF380A59C526}"/>
              </a:ext>
            </a:extLst>
          </p:cNvPr>
          <p:cNvSpPr>
            <a:spLocks xmlns:a="http://schemas.openxmlformats.org/drawingml/2006/main" noGrp="1"/>
          </p:cNvSpPr>
          <p:nvPr/>
        </p:nvSpPr>
        <p:spPr>
          <a:xfrm xmlns:a="http://schemas.openxmlformats.org/drawingml/2006/main">
            <a:off x="609600" y="2905125"/>
            <a:ext cx="2571750" cy="74295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6" name="object-337">
            <a:extLst xmlns:a="http://schemas.openxmlformats.org/drawingml/2006/main">
              <a:ext uri="{FF2B5EF4-FFF2-40B4-BE49-F238E27FC236}">
                <a16:creationId xmlns:a16="http://schemas.microsoft.com/office/drawing/2014/main" id="{691EA6FE-914D-46D9-AD81-A46F8C10810F}"/>
              </a:ext>
            </a:extLst>
          </p:cNvPr>
          <p:cNvSpPr>
            <a:spLocks xmlns:a="http://schemas.openxmlformats.org/drawingml/2006/main" noGrp="1"/>
          </p:cNvSpPr>
          <p:nvPr/>
        </p:nvSpPr>
        <p:spPr>
          <a:xfrm xmlns:a="http://schemas.openxmlformats.org/drawingml/2006/main">
            <a:off x="723900" y="2962275"/>
            <a:ext cx="2343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FFFFFF"/>
                </a:solidFill>
                <a:latin typeface="Microsoft YaHei"/>
                <a:ea typeface="Microsoft YaHei"/>
                <a:cs typeface="Microsoft YaHei"/>
              </a:defRPr>
            </a:defPPr>
            <a:lvl1pPr algn="ctr">
              <a:defRPr sz="2025" b="1">
                <a:solidFill>
                  <a:srgbClr val="FFFFFF"/>
                </a:solidFill>
                <a:latin typeface="Microsoft YaHei"/>
                <a:ea typeface="Microsoft YaHei"/>
                <a:cs typeface="Microsoft YaHei"/>
              </a:defRPr>
            </a:lvl1pPr>
            <a:lvl2pPr algn="ctr">
              <a:defRPr sz="2025" b="1">
                <a:solidFill>
                  <a:srgbClr val="FFFFFF"/>
                </a:solidFill>
                <a:latin typeface="Microsoft YaHei"/>
                <a:ea typeface="Microsoft YaHei"/>
                <a:cs typeface="Microsoft YaHei"/>
              </a:defRPr>
            </a:lvl2pPr>
            <a:lvl3pPr algn="ctr">
              <a:defRPr sz="2025" b="1">
                <a:solidFill>
                  <a:srgbClr val="FFFFFF"/>
                </a:solidFill>
                <a:latin typeface="Microsoft YaHei"/>
                <a:ea typeface="Microsoft YaHei"/>
                <a:cs typeface="Microsoft YaHei"/>
              </a:defRPr>
            </a:lvl3pPr>
            <a:lvl4pPr algn="ctr">
              <a:defRPr sz="2025" b="1">
                <a:solidFill>
                  <a:srgbClr val="FFFFFF"/>
                </a:solidFill>
                <a:latin typeface="Microsoft YaHei"/>
                <a:ea typeface="Microsoft YaHei"/>
                <a:cs typeface="Microsoft YaHei"/>
              </a:defRPr>
            </a:lvl4pPr>
            <a:lvl5pPr algn="ctr">
              <a:defRPr sz="2025" b="1">
                <a:solidFill>
                  <a:srgbClr val="FFFFFF"/>
                </a:solidFill>
                <a:latin typeface="Microsoft YaHei"/>
                <a:ea typeface="Microsoft YaHei"/>
                <a:cs typeface="Microsoft YaHei"/>
              </a:defRPr>
            </a:lvl5pPr>
            <a:lvl6pPr algn="ctr">
              <a:defRPr sz="2025" b="1">
                <a:solidFill>
                  <a:srgbClr val="FFFFFF"/>
                </a:solidFill>
                <a:latin typeface="Microsoft YaHei"/>
                <a:ea typeface="Microsoft YaHei"/>
                <a:cs typeface="Microsoft YaHei"/>
              </a:defRPr>
            </a:lvl6pPr>
            <a:lvl7pPr algn="ctr">
              <a:defRPr sz="2025" b="1">
                <a:solidFill>
                  <a:srgbClr val="FFFFFF"/>
                </a:solidFill>
                <a:latin typeface="Microsoft YaHei"/>
                <a:ea typeface="Microsoft YaHei"/>
                <a:cs typeface="Microsoft YaHei"/>
              </a:defRPr>
            </a:lvl7pPr>
            <a:lvl8pPr algn="ctr">
              <a:defRPr sz="2025" b="1">
                <a:solidFill>
                  <a:srgbClr val="FFFFFF"/>
                </a:solidFill>
                <a:latin typeface="Microsoft YaHei"/>
                <a:ea typeface="Microsoft YaHei"/>
                <a:cs typeface="Microsoft YaHei"/>
              </a:defRPr>
            </a:lvl8pPr>
            <a:lvl9pPr algn="ctr">
              <a:defRPr sz="2025" b="1">
                <a:solidFill>
                  <a:srgbClr val="FFFFFF"/>
                </a:solidFill>
                <a:latin typeface="Microsoft YaHei"/>
                <a:ea typeface="Microsoft YaHei"/>
                <a:cs typeface="Microsoft YaHei"/>
              </a:defRPr>
            </a:lvl9pPr>
          </a:lstStyle>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Converter</a:t>
            </a:r>
          </a:p>
        </p:txBody>
      </p:sp>
      <p:sp>
        <p:nvSpPr>
          <p:cNvPr id="7" name="object-338">
            <a:extLst xmlns:a="http://schemas.openxmlformats.org/drawingml/2006/main">
              <a:ext uri="{FF2B5EF4-FFF2-40B4-BE49-F238E27FC236}">
                <a16:creationId xmlns:a16="http://schemas.microsoft.com/office/drawing/2014/main" id="{BCDC43F3-7C4C-4D95-9AA3-F00550BF83AF}"/>
              </a:ext>
            </a:extLst>
          </p:cNvPr>
          <p:cNvSpPr>
            <a:spLocks xmlns:a="http://schemas.openxmlformats.org/drawingml/2006/main" noGrp="1"/>
          </p:cNvSpPr>
          <p:nvPr/>
        </p:nvSpPr>
        <p:spPr>
          <a:xfrm xmlns:a="http://schemas.openxmlformats.org/drawingml/2006/main">
            <a:off x="8172450" y="2905125"/>
            <a:ext cx="3390900" cy="74295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8" name="object-339">
            <a:extLst xmlns:a="http://schemas.openxmlformats.org/drawingml/2006/main">
              <a:ext uri="{FF2B5EF4-FFF2-40B4-BE49-F238E27FC236}">
                <a16:creationId xmlns:a16="http://schemas.microsoft.com/office/drawing/2014/main" id="{5C50CF76-4F40-49B5-A4CC-0BC463E3B070}"/>
              </a:ext>
            </a:extLst>
          </p:cNvPr>
          <p:cNvSpPr>
            <a:spLocks xmlns:a="http://schemas.openxmlformats.org/drawingml/2006/main" noGrp="1"/>
          </p:cNvSpPr>
          <p:nvPr/>
        </p:nvSpPr>
        <p:spPr>
          <a:xfrm xmlns:a="http://schemas.openxmlformats.org/drawingml/2006/main">
            <a:off x="8286750" y="2962275"/>
            <a:ext cx="3162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a:solidFill>
                  <a:srgbClr val="FFFFFF"/>
                </a:solidFill>
                <a:latin typeface="Microsoft YaHei"/>
                <a:ea typeface="Microsoft YaHei"/>
                <a:cs typeface="Microsoft YaHei"/>
              </a:defRPr>
            </a:defPPr>
            <a:lvl1pPr algn="ctr">
              <a:defRPr sz="1725" b="1">
                <a:solidFill>
                  <a:srgbClr val="FFFFFF"/>
                </a:solidFill>
                <a:latin typeface="Microsoft YaHei"/>
                <a:ea typeface="Microsoft YaHei"/>
                <a:cs typeface="Microsoft YaHei"/>
              </a:defRPr>
            </a:lvl1pPr>
            <a:lvl2pPr algn="ctr">
              <a:defRPr sz="1725" b="1">
                <a:solidFill>
                  <a:srgbClr val="FFFFFF"/>
                </a:solidFill>
                <a:latin typeface="Microsoft YaHei"/>
                <a:ea typeface="Microsoft YaHei"/>
                <a:cs typeface="Microsoft YaHei"/>
              </a:defRPr>
            </a:lvl2pPr>
            <a:lvl3pPr algn="ctr">
              <a:defRPr sz="1725" b="1">
                <a:solidFill>
                  <a:srgbClr val="FFFFFF"/>
                </a:solidFill>
                <a:latin typeface="Microsoft YaHei"/>
                <a:ea typeface="Microsoft YaHei"/>
                <a:cs typeface="Microsoft YaHei"/>
              </a:defRPr>
            </a:lvl3pPr>
            <a:lvl4pPr algn="ctr">
              <a:defRPr sz="1725" b="1">
                <a:solidFill>
                  <a:srgbClr val="FFFFFF"/>
                </a:solidFill>
                <a:latin typeface="Microsoft YaHei"/>
                <a:ea typeface="Microsoft YaHei"/>
                <a:cs typeface="Microsoft YaHei"/>
              </a:defRPr>
            </a:lvl4pPr>
            <a:lvl5pPr algn="ctr">
              <a:defRPr sz="1725" b="1">
                <a:solidFill>
                  <a:srgbClr val="FFFFFF"/>
                </a:solidFill>
                <a:latin typeface="Microsoft YaHei"/>
                <a:ea typeface="Microsoft YaHei"/>
                <a:cs typeface="Microsoft YaHei"/>
              </a:defRPr>
            </a:lvl5pPr>
            <a:lvl6pPr algn="ctr">
              <a:defRPr sz="1725" b="1">
                <a:solidFill>
                  <a:srgbClr val="FFFFFF"/>
                </a:solidFill>
                <a:latin typeface="Microsoft YaHei"/>
                <a:ea typeface="Microsoft YaHei"/>
                <a:cs typeface="Microsoft YaHei"/>
              </a:defRPr>
            </a:lvl6pPr>
            <a:lvl7pPr algn="ctr">
              <a:defRPr sz="1725" b="1">
                <a:solidFill>
                  <a:srgbClr val="FFFFFF"/>
                </a:solidFill>
                <a:latin typeface="Microsoft YaHei"/>
                <a:ea typeface="Microsoft YaHei"/>
                <a:cs typeface="Microsoft YaHei"/>
              </a:defRPr>
            </a:lvl7pPr>
            <a:lvl8pPr algn="ctr">
              <a:defRPr sz="1725" b="1">
                <a:solidFill>
                  <a:srgbClr val="FFFFFF"/>
                </a:solidFill>
                <a:latin typeface="Microsoft YaHei"/>
                <a:ea typeface="Microsoft YaHei"/>
                <a:cs typeface="Microsoft YaHei"/>
              </a:defRPr>
            </a:lvl8pPr>
            <a:lvl9pPr algn="ctr">
              <a:defRPr sz="1725" b="1">
                <a:solidFill>
                  <a:srgbClr val="FFFFFF"/>
                </a:solidFill>
                <a:latin typeface="Microsoft YaHei"/>
                <a:ea typeface="Microsoft YaHei"/>
                <a:cs typeface="Microsoft YaHei"/>
              </a:defRPr>
            </a:lvl9pPr>
          </a:lstStyle>
          <a:p xmlns:a="http://schemas.openxmlformats.org/drawingml/2006/main">
            <a:pPr algn="ctr">
              <a:defRPr sz="1725" b="1">
                <a:solidFill>
                  <a:srgbClr val="FFFFFF"/>
                </a:solidFill>
                <a:latin typeface="Microsoft YaHei"/>
                <a:ea typeface="Microsoft YaHei"/>
                <a:cs typeface="Microsoft YaHei"/>
              </a:defRPr>
            </a:pPr>
            <a:r>
              <a:rPr sz="1725" b="1">
                <a:solidFill>
                  <a:srgbClr val="FFFFFF"/>
                </a:solidFill>
                <a:latin typeface="Microsoft YaHei"/>
                <a:ea typeface="Microsoft YaHei"/>
                <a:cs typeface="Microsoft YaHei"/>
              </a:rPr>
              <a:t>LoudnessGain / Gain / Mixer</a:t>
            </a:r>
          </a:p>
        </p:txBody>
      </p:sp>
      <p:sp>
        <p:nvSpPr>
          <p:cNvPr id="9" name="line-340">
            <a:extLst xmlns:a="http://schemas.openxmlformats.org/drawingml/2006/main">
              <a:ext uri="{FF2B5EF4-FFF2-40B4-BE49-F238E27FC236}">
                <a16:creationId xmlns:a16="http://schemas.microsoft.com/office/drawing/2014/main" id="{C9AB1E87-714B-4A75-92E6-8A0DCB9BAF19}"/>
              </a:ext>
            </a:extLst>
          </p:cNvPr>
          <p:cNvSpPr>
            <a:spLocks xmlns:a="http://schemas.openxmlformats.org/drawingml/2006/main" noGrp="1"/>
          </p:cNvSpPr>
          <p:nvPr/>
        </p:nvSpPr>
        <p:spPr>
          <a:xfrm xmlns:a="http://schemas.openxmlformats.org/drawingml/2006/main">
            <a:off x="3295650" y="3276600"/>
            <a:ext cx="4762500" cy="9525"/>
          </a:xfrm>
          <a:custGeom xmlns:a="http://schemas.openxmlformats.org/drawingml/2006/main">
            <a:pathLst>
              <a:path w="4762500" h="9525">
                <a:moveTo>
                  <a:pt x="0" y="0"/>
                </a:moveTo>
                <a:lnTo>
                  <a:pt x="4762500" y="0"/>
                </a:lnTo>
              </a:path>
            </a:pathLst>
          </a:custGeom>
          <a:noFill xmlns:a="http://schemas.openxmlformats.org/drawingml/2006/main"/>
          <a:ln xmlns:a="http://schemas.openxmlformats.org/drawingml/2006/main" w="28575">
            <a:solidFill>
              <a:srgbClr val="62768A"/>
            </a:solidFill>
            <a:prstDash val="solid"/>
          </a:ln>
        </p:spPr>
      </p:sp>
      <p:sp>
        <p:nvSpPr>
          <p:cNvPr id="10" name="line-341">
            <a:extLst xmlns:a="http://schemas.openxmlformats.org/drawingml/2006/main">
              <a:ext uri="{FF2B5EF4-FFF2-40B4-BE49-F238E27FC236}">
                <a16:creationId xmlns:a16="http://schemas.microsoft.com/office/drawing/2014/main" id="{A0858F27-358C-4109-9E55-D977CE50E68E}"/>
              </a:ext>
            </a:extLst>
          </p:cNvPr>
          <p:cNvSpPr>
            <a:spLocks xmlns:a="http://schemas.openxmlformats.org/drawingml/2006/main" noGrp="1"/>
          </p:cNvSpPr>
          <p:nvPr/>
        </p:nvSpPr>
        <p:spPr>
          <a:xfrm xmlns:a="http://schemas.openxmlformats.org/drawingml/2006/main">
            <a:off x="7972382" y="32766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62768A"/>
            </a:solidFill>
            <a:prstDash val="solid"/>
          </a:ln>
        </p:spPr>
      </p:sp>
      <p:sp>
        <p:nvSpPr>
          <p:cNvPr id="11" name="line-342">
            <a:extLst xmlns:a="http://schemas.openxmlformats.org/drawingml/2006/main">
              <a:ext uri="{FF2B5EF4-FFF2-40B4-BE49-F238E27FC236}">
                <a16:creationId xmlns:a16="http://schemas.microsoft.com/office/drawing/2014/main" id="{9891C247-DE90-41E9-B648-DC369B98F67B}"/>
              </a:ext>
            </a:extLst>
          </p:cNvPr>
          <p:cNvSpPr>
            <a:spLocks xmlns:a="http://schemas.openxmlformats.org/drawingml/2006/main" noGrp="1"/>
          </p:cNvSpPr>
          <p:nvPr/>
        </p:nvSpPr>
        <p:spPr>
          <a:xfrm xmlns:a="http://schemas.openxmlformats.org/drawingml/2006/main">
            <a:off x="7972382" y="32351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62768A"/>
            </a:solidFill>
            <a:prstDash val="solid"/>
          </a:ln>
        </p:spPr>
      </p:sp>
      <p:sp>
        <p:nvSpPr>
          <p:cNvPr id="12" name="object-343">
            <a:extLst xmlns:a="http://schemas.openxmlformats.org/drawingml/2006/main">
              <a:ext uri="{FF2B5EF4-FFF2-40B4-BE49-F238E27FC236}">
                <a16:creationId xmlns:a16="http://schemas.microsoft.com/office/drawing/2014/main" id="{5D287041-E02B-4109-A48E-A973B2A273B3}"/>
              </a:ext>
            </a:extLst>
          </p:cNvPr>
          <p:cNvSpPr>
            <a:spLocks xmlns:a="http://schemas.openxmlformats.org/drawingml/2006/main" noGrp="1"/>
          </p:cNvSpPr>
          <p:nvPr/>
        </p:nvSpPr>
        <p:spPr>
          <a:xfrm xmlns:a="http://schemas.openxmlformats.org/drawingml/2006/main">
            <a:off x="609600" y="407670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1">
                <a:solidFill>
                  <a:srgbClr val="119A92"/>
                </a:solidFill>
                <a:latin typeface="Microsoft YaHei"/>
                <a:ea typeface="Microsoft YaHei"/>
                <a:cs typeface="Microsoft YaHei"/>
              </a:defRPr>
            </a:defPPr>
            <a:lvl1pPr algn="l">
              <a:defRPr sz="2100" b="1">
                <a:solidFill>
                  <a:srgbClr val="119A92"/>
                </a:solidFill>
                <a:latin typeface="Microsoft YaHei"/>
                <a:ea typeface="Microsoft YaHei"/>
                <a:cs typeface="Microsoft YaHei"/>
              </a:defRPr>
            </a:lvl1pPr>
            <a:lvl2pPr algn="l">
              <a:defRPr sz="2100" b="1">
                <a:solidFill>
                  <a:srgbClr val="119A92"/>
                </a:solidFill>
                <a:latin typeface="Microsoft YaHei"/>
                <a:ea typeface="Microsoft YaHei"/>
                <a:cs typeface="Microsoft YaHei"/>
              </a:defRPr>
            </a:lvl2pPr>
            <a:lvl3pPr algn="l">
              <a:defRPr sz="2100" b="1">
                <a:solidFill>
                  <a:srgbClr val="119A92"/>
                </a:solidFill>
                <a:latin typeface="Microsoft YaHei"/>
                <a:ea typeface="Microsoft YaHei"/>
                <a:cs typeface="Microsoft YaHei"/>
              </a:defRPr>
            </a:lvl3pPr>
            <a:lvl4pPr algn="l">
              <a:defRPr sz="2100" b="1">
                <a:solidFill>
                  <a:srgbClr val="119A92"/>
                </a:solidFill>
                <a:latin typeface="Microsoft YaHei"/>
                <a:ea typeface="Microsoft YaHei"/>
                <a:cs typeface="Microsoft YaHei"/>
              </a:defRPr>
            </a:lvl4pPr>
            <a:lvl5pPr algn="l">
              <a:defRPr sz="2100" b="1">
                <a:solidFill>
                  <a:srgbClr val="119A92"/>
                </a:solidFill>
                <a:latin typeface="Microsoft YaHei"/>
                <a:ea typeface="Microsoft YaHei"/>
                <a:cs typeface="Microsoft YaHei"/>
              </a:defRPr>
            </a:lvl5pPr>
            <a:lvl6pPr algn="l">
              <a:defRPr sz="2100" b="1">
                <a:solidFill>
                  <a:srgbClr val="119A92"/>
                </a:solidFill>
                <a:latin typeface="Microsoft YaHei"/>
                <a:ea typeface="Microsoft YaHei"/>
                <a:cs typeface="Microsoft YaHei"/>
              </a:defRPr>
            </a:lvl6pPr>
            <a:lvl7pPr algn="l">
              <a:defRPr sz="2100" b="1">
                <a:solidFill>
                  <a:srgbClr val="119A92"/>
                </a:solidFill>
                <a:latin typeface="Microsoft YaHei"/>
                <a:ea typeface="Microsoft YaHei"/>
                <a:cs typeface="Microsoft YaHei"/>
              </a:defRPr>
            </a:lvl7pPr>
            <a:lvl8pPr algn="l">
              <a:defRPr sz="2100" b="1">
                <a:solidFill>
                  <a:srgbClr val="119A92"/>
                </a:solidFill>
                <a:latin typeface="Microsoft YaHei"/>
                <a:ea typeface="Microsoft YaHei"/>
                <a:cs typeface="Microsoft YaHei"/>
              </a:defRPr>
            </a:lvl8pPr>
            <a:lvl9pPr algn="l">
              <a:defRPr sz="2100" b="1">
                <a:solidFill>
                  <a:srgbClr val="119A92"/>
                </a:solidFill>
                <a:latin typeface="Microsoft YaHei"/>
                <a:ea typeface="Microsoft YaHei"/>
                <a:cs typeface="Microsoft YaHei"/>
              </a:defRPr>
            </a:lvl9pPr>
          </a:lstStyle>
          <a:p xmlns:a="http://schemas.openxmlformats.org/drawingml/2006/main">
            <a:pPr algn="l">
              <a:defRPr sz="2100" b="1">
                <a:solidFill>
                  <a:srgbClr val="119A92"/>
                </a:solidFill>
                <a:latin typeface="Microsoft YaHei"/>
                <a:ea typeface="Microsoft YaHei"/>
                <a:cs typeface="Microsoft YaHei"/>
              </a:defRPr>
            </a:pPr>
            <a:r>
              <a:rPr sz="2100" b="1">
                <a:solidFill>
                  <a:srgbClr val="119A92"/>
                </a:solidFill>
                <a:latin typeface="Microsoft YaHei"/>
                <a:ea typeface="Microsoft YaHei"/>
                <a:cs typeface="Microsoft YaHei"/>
              </a:rPr>
              <a:t>初始化成功后，插入会话音效</a:t>
            </a:r>
          </a:p>
        </p:txBody>
      </p:sp>
      <p:sp>
        <p:nvSpPr>
          <p:cNvPr id="13" name="object-344">
            <a:extLst xmlns:a="http://schemas.openxmlformats.org/drawingml/2006/main">
              <a:ext uri="{FF2B5EF4-FFF2-40B4-BE49-F238E27FC236}">
                <a16:creationId xmlns:a16="http://schemas.microsoft.com/office/drawing/2014/main" id="{A6B54360-C9EF-447C-9D87-95D91EE29559}"/>
              </a:ext>
            </a:extLst>
          </p:cNvPr>
          <p:cNvSpPr>
            <a:spLocks xmlns:a="http://schemas.openxmlformats.org/drawingml/2006/main" noGrp="1"/>
          </p:cNvSpPr>
          <p:nvPr/>
        </p:nvSpPr>
        <p:spPr>
          <a:xfrm xmlns:a="http://schemas.openxmlformats.org/drawingml/2006/main">
            <a:off x="609600" y="4629150"/>
            <a:ext cx="2571750" cy="84772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14" name="object-345">
            <a:extLst xmlns:a="http://schemas.openxmlformats.org/drawingml/2006/main">
              <a:ext uri="{FF2B5EF4-FFF2-40B4-BE49-F238E27FC236}">
                <a16:creationId xmlns:a16="http://schemas.microsoft.com/office/drawing/2014/main" id="{F8B4AAAB-DA0E-484A-8FBD-1DBC844AB179}"/>
              </a:ext>
            </a:extLst>
          </p:cNvPr>
          <p:cNvSpPr>
            <a:spLocks xmlns:a="http://schemas.openxmlformats.org/drawingml/2006/main" noGrp="1"/>
          </p:cNvSpPr>
          <p:nvPr/>
        </p:nvSpPr>
        <p:spPr>
          <a:xfrm xmlns:a="http://schemas.openxmlformats.org/drawingml/2006/main">
            <a:off x="723900" y="4686300"/>
            <a:ext cx="23431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FFFFFF"/>
                </a:solidFill>
                <a:latin typeface="Microsoft YaHei"/>
                <a:ea typeface="Microsoft YaHei"/>
                <a:cs typeface="Microsoft YaHei"/>
              </a:defRPr>
            </a:defPPr>
            <a:lvl1pPr algn="ctr">
              <a:defRPr sz="2025" b="1">
                <a:solidFill>
                  <a:srgbClr val="FFFFFF"/>
                </a:solidFill>
                <a:latin typeface="Microsoft YaHei"/>
                <a:ea typeface="Microsoft YaHei"/>
                <a:cs typeface="Microsoft YaHei"/>
              </a:defRPr>
            </a:lvl1pPr>
            <a:lvl2pPr algn="ctr">
              <a:defRPr sz="2025" b="1">
                <a:solidFill>
                  <a:srgbClr val="FFFFFF"/>
                </a:solidFill>
                <a:latin typeface="Microsoft YaHei"/>
                <a:ea typeface="Microsoft YaHei"/>
                <a:cs typeface="Microsoft YaHei"/>
              </a:defRPr>
            </a:lvl2pPr>
            <a:lvl3pPr algn="ctr">
              <a:defRPr sz="2025" b="1">
                <a:solidFill>
                  <a:srgbClr val="FFFFFF"/>
                </a:solidFill>
                <a:latin typeface="Microsoft YaHei"/>
                <a:ea typeface="Microsoft YaHei"/>
                <a:cs typeface="Microsoft YaHei"/>
              </a:defRPr>
            </a:lvl3pPr>
            <a:lvl4pPr algn="ctr">
              <a:defRPr sz="2025" b="1">
                <a:solidFill>
                  <a:srgbClr val="FFFFFF"/>
                </a:solidFill>
                <a:latin typeface="Microsoft YaHei"/>
                <a:ea typeface="Microsoft YaHei"/>
                <a:cs typeface="Microsoft YaHei"/>
              </a:defRPr>
            </a:lvl4pPr>
            <a:lvl5pPr algn="ctr">
              <a:defRPr sz="2025" b="1">
                <a:solidFill>
                  <a:srgbClr val="FFFFFF"/>
                </a:solidFill>
                <a:latin typeface="Microsoft YaHei"/>
                <a:ea typeface="Microsoft YaHei"/>
                <a:cs typeface="Microsoft YaHei"/>
              </a:defRPr>
            </a:lvl5pPr>
            <a:lvl6pPr algn="ctr">
              <a:defRPr sz="2025" b="1">
                <a:solidFill>
                  <a:srgbClr val="FFFFFF"/>
                </a:solidFill>
                <a:latin typeface="Microsoft YaHei"/>
                <a:ea typeface="Microsoft YaHei"/>
                <a:cs typeface="Microsoft YaHei"/>
              </a:defRPr>
            </a:lvl6pPr>
            <a:lvl7pPr algn="ctr">
              <a:defRPr sz="2025" b="1">
                <a:solidFill>
                  <a:srgbClr val="FFFFFF"/>
                </a:solidFill>
                <a:latin typeface="Microsoft YaHei"/>
                <a:ea typeface="Microsoft YaHei"/>
                <a:cs typeface="Microsoft YaHei"/>
              </a:defRPr>
            </a:lvl7pPr>
            <a:lvl8pPr algn="ctr">
              <a:defRPr sz="2025" b="1">
                <a:solidFill>
                  <a:srgbClr val="FFFFFF"/>
                </a:solidFill>
                <a:latin typeface="Microsoft YaHei"/>
                <a:ea typeface="Microsoft YaHei"/>
                <a:cs typeface="Microsoft YaHei"/>
              </a:defRPr>
            </a:lvl8pPr>
            <a:lvl9pPr algn="ctr">
              <a:defRPr sz="2025" b="1">
                <a:solidFill>
                  <a:srgbClr val="FFFFFF"/>
                </a:solidFill>
                <a:latin typeface="Microsoft YaHei"/>
                <a:ea typeface="Microsoft YaHei"/>
                <a:cs typeface="Microsoft YaHei"/>
              </a:defRPr>
            </a:lvl9pPr>
          </a:lstStyle>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Converter</a:t>
            </a:r>
          </a:p>
        </p:txBody>
      </p:sp>
      <p:sp>
        <p:nvSpPr>
          <p:cNvPr id="15" name="object-346">
            <a:extLst xmlns:a="http://schemas.openxmlformats.org/drawingml/2006/main">
              <a:ext uri="{FF2B5EF4-FFF2-40B4-BE49-F238E27FC236}">
                <a16:creationId xmlns:a16="http://schemas.microsoft.com/office/drawing/2014/main" id="{80438D2E-123D-48AA-B117-38F0AF52C456}"/>
              </a:ext>
            </a:extLst>
          </p:cNvPr>
          <p:cNvSpPr>
            <a:spLocks xmlns:a="http://schemas.openxmlformats.org/drawingml/2006/main" noGrp="1"/>
          </p:cNvSpPr>
          <p:nvPr/>
        </p:nvSpPr>
        <p:spPr>
          <a:xfrm xmlns:a="http://schemas.openxmlformats.org/drawingml/2006/main">
            <a:off x="4086225" y="4629150"/>
            <a:ext cx="3181350" cy="847725"/>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16" name="object-347">
            <a:extLst xmlns:a="http://schemas.openxmlformats.org/drawingml/2006/main">
              <a:ext uri="{FF2B5EF4-FFF2-40B4-BE49-F238E27FC236}">
                <a16:creationId xmlns:a16="http://schemas.microsoft.com/office/drawing/2014/main" id="{15D09315-822D-4070-BACF-6AFCE946CC54}"/>
              </a:ext>
            </a:extLst>
          </p:cNvPr>
          <p:cNvSpPr>
            <a:spLocks xmlns:a="http://schemas.openxmlformats.org/drawingml/2006/main" noGrp="1"/>
          </p:cNvSpPr>
          <p:nvPr/>
        </p:nvSpPr>
        <p:spPr>
          <a:xfrm xmlns:a="http://schemas.openxmlformats.org/drawingml/2006/main">
            <a:off x="4200525" y="4686300"/>
            <a:ext cx="2952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FFFFFF"/>
                </a:solidFill>
                <a:latin typeface="Microsoft YaHei"/>
                <a:ea typeface="Microsoft YaHei"/>
                <a:cs typeface="Microsoft YaHei"/>
              </a:defRPr>
            </a:defPPr>
            <a:lvl1pPr algn="ctr">
              <a:defRPr sz="2100" b="1">
                <a:solidFill>
                  <a:srgbClr val="FFFFFF"/>
                </a:solidFill>
                <a:latin typeface="Microsoft YaHei"/>
                <a:ea typeface="Microsoft YaHei"/>
                <a:cs typeface="Microsoft YaHei"/>
              </a:defRPr>
            </a:lvl1pPr>
            <a:lvl2pPr algn="ctr">
              <a:defRPr sz="2100" b="1">
                <a:solidFill>
                  <a:srgbClr val="FFFFFF"/>
                </a:solidFill>
                <a:latin typeface="Microsoft YaHei"/>
                <a:ea typeface="Microsoft YaHei"/>
                <a:cs typeface="Microsoft YaHei"/>
              </a:defRPr>
            </a:lvl2pPr>
            <a:lvl3pPr algn="ctr">
              <a:defRPr sz="2100" b="1">
                <a:solidFill>
                  <a:srgbClr val="FFFFFF"/>
                </a:solidFill>
                <a:latin typeface="Microsoft YaHei"/>
                <a:ea typeface="Microsoft YaHei"/>
                <a:cs typeface="Microsoft YaHei"/>
              </a:defRPr>
            </a:lvl3pPr>
            <a:lvl4pPr algn="ctr">
              <a:defRPr sz="2100" b="1">
                <a:solidFill>
                  <a:srgbClr val="FFFFFF"/>
                </a:solidFill>
                <a:latin typeface="Microsoft YaHei"/>
                <a:ea typeface="Microsoft YaHei"/>
                <a:cs typeface="Microsoft YaHei"/>
              </a:defRPr>
            </a:lvl4pPr>
            <a:lvl5pPr algn="ctr">
              <a:defRPr sz="2100" b="1">
                <a:solidFill>
                  <a:srgbClr val="FFFFFF"/>
                </a:solidFill>
                <a:latin typeface="Microsoft YaHei"/>
                <a:ea typeface="Microsoft YaHei"/>
                <a:cs typeface="Microsoft YaHei"/>
              </a:defRPr>
            </a:lvl5pPr>
            <a:lvl6pPr algn="ctr">
              <a:defRPr sz="2100" b="1">
                <a:solidFill>
                  <a:srgbClr val="FFFFFF"/>
                </a:solidFill>
                <a:latin typeface="Microsoft YaHei"/>
                <a:ea typeface="Microsoft YaHei"/>
                <a:cs typeface="Microsoft YaHei"/>
              </a:defRPr>
            </a:lvl6pPr>
            <a:lvl7pPr algn="ctr">
              <a:defRPr sz="2100" b="1">
                <a:solidFill>
                  <a:srgbClr val="FFFFFF"/>
                </a:solidFill>
                <a:latin typeface="Microsoft YaHei"/>
                <a:ea typeface="Microsoft YaHei"/>
                <a:cs typeface="Microsoft YaHei"/>
              </a:defRPr>
            </a:lvl7pPr>
            <a:lvl8pPr algn="ctr">
              <a:defRPr sz="2100" b="1">
                <a:solidFill>
                  <a:srgbClr val="FFFFFF"/>
                </a:solidFill>
                <a:latin typeface="Microsoft YaHei"/>
                <a:ea typeface="Microsoft YaHei"/>
                <a:cs typeface="Microsoft YaHei"/>
              </a:defRPr>
            </a:lvl8pPr>
            <a:lvl9pPr algn="ctr">
              <a:defRPr sz="2100" b="1">
                <a:solidFill>
                  <a:srgbClr val="FFFFFF"/>
                </a:solidFill>
                <a:latin typeface="Microsoft YaHei"/>
                <a:ea typeface="Microsoft YaHei"/>
                <a:cs typeface="Microsoft YaHei"/>
              </a:defRPr>
            </a:lvl9pPr>
          </a:lstStyle>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SessionEffect</a:t>
            </a:r>
          </a:p>
        </p:txBody>
      </p:sp>
      <p:sp>
        <p:nvSpPr>
          <p:cNvPr id="17" name="object-348">
            <a:extLst xmlns:a="http://schemas.openxmlformats.org/drawingml/2006/main">
              <a:ext uri="{FF2B5EF4-FFF2-40B4-BE49-F238E27FC236}">
                <a16:creationId xmlns:a16="http://schemas.microsoft.com/office/drawing/2014/main" id="{E4519E4B-C49C-40C8-9B17-FC56CB7BB4A2}"/>
              </a:ext>
            </a:extLst>
          </p:cNvPr>
          <p:cNvSpPr>
            <a:spLocks xmlns:a="http://schemas.openxmlformats.org/drawingml/2006/main" noGrp="1"/>
          </p:cNvSpPr>
          <p:nvPr/>
        </p:nvSpPr>
        <p:spPr>
          <a:xfrm xmlns:a="http://schemas.openxmlformats.org/drawingml/2006/main">
            <a:off x="8172450" y="4629150"/>
            <a:ext cx="3390900" cy="84772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18" name="object-349">
            <a:extLst xmlns:a="http://schemas.openxmlformats.org/drawingml/2006/main">
              <a:ext uri="{FF2B5EF4-FFF2-40B4-BE49-F238E27FC236}">
                <a16:creationId xmlns:a16="http://schemas.microsoft.com/office/drawing/2014/main" id="{EDE2BABA-7D12-479A-8152-7542040ED521}"/>
              </a:ext>
            </a:extLst>
          </p:cNvPr>
          <p:cNvSpPr>
            <a:spLocks xmlns:a="http://schemas.openxmlformats.org/drawingml/2006/main" noGrp="1"/>
          </p:cNvSpPr>
          <p:nvPr/>
        </p:nvSpPr>
        <p:spPr>
          <a:xfrm xmlns:a="http://schemas.openxmlformats.org/drawingml/2006/main">
            <a:off x="8286750" y="4686300"/>
            <a:ext cx="31623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75" b="1">
                <a:solidFill>
                  <a:srgbClr val="FFFFFF"/>
                </a:solidFill>
                <a:latin typeface="Microsoft YaHei"/>
                <a:ea typeface="Microsoft YaHei"/>
                <a:cs typeface="Microsoft YaHei"/>
              </a:defRPr>
            </a:defPPr>
            <a:lvl1pPr algn="ctr">
              <a:defRPr sz="1875" b="1">
                <a:solidFill>
                  <a:srgbClr val="FFFFFF"/>
                </a:solidFill>
                <a:latin typeface="Microsoft YaHei"/>
                <a:ea typeface="Microsoft YaHei"/>
                <a:cs typeface="Microsoft YaHei"/>
              </a:defRPr>
            </a:lvl1pPr>
            <a:lvl2pPr algn="ctr">
              <a:defRPr sz="1875" b="1">
                <a:solidFill>
                  <a:srgbClr val="FFFFFF"/>
                </a:solidFill>
                <a:latin typeface="Microsoft YaHei"/>
                <a:ea typeface="Microsoft YaHei"/>
                <a:cs typeface="Microsoft YaHei"/>
              </a:defRPr>
            </a:lvl2pPr>
            <a:lvl3pPr algn="ctr">
              <a:defRPr sz="1875" b="1">
                <a:solidFill>
                  <a:srgbClr val="FFFFFF"/>
                </a:solidFill>
                <a:latin typeface="Microsoft YaHei"/>
                <a:ea typeface="Microsoft YaHei"/>
                <a:cs typeface="Microsoft YaHei"/>
              </a:defRPr>
            </a:lvl3pPr>
            <a:lvl4pPr algn="ctr">
              <a:defRPr sz="1875" b="1">
                <a:solidFill>
                  <a:srgbClr val="FFFFFF"/>
                </a:solidFill>
                <a:latin typeface="Microsoft YaHei"/>
                <a:ea typeface="Microsoft YaHei"/>
                <a:cs typeface="Microsoft YaHei"/>
              </a:defRPr>
            </a:lvl4pPr>
            <a:lvl5pPr algn="ctr">
              <a:defRPr sz="1875" b="1">
                <a:solidFill>
                  <a:srgbClr val="FFFFFF"/>
                </a:solidFill>
                <a:latin typeface="Microsoft YaHei"/>
                <a:ea typeface="Microsoft YaHei"/>
                <a:cs typeface="Microsoft YaHei"/>
              </a:defRPr>
            </a:lvl5pPr>
            <a:lvl6pPr algn="ctr">
              <a:defRPr sz="1875" b="1">
                <a:solidFill>
                  <a:srgbClr val="FFFFFF"/>
                </a:solidFill>
                <a:latin typeface="Microsoft YaHei"/>
                <a:ea typeface="Microsoft YaHei"/>
                <a:cs typeface="Microsoft YaHei"/>
              </a:defRPr>
            </a:lvl6pPr>
            <a:lvl7pPr algn="ctr">
              <a:defRPr sz="1875" b="1">
                <a:solidFill>
                  <a:srgbClr val="FFFFFF"/>
                </a:solidFill>
                <a:latin typeface="Microsoft YaHei"/>
                <a:ea typeface="Microsoft YaHei"/>
                <a:cs typeface="Microsoft YaHei"/>
              </a:defRPr>
            </a:lvl7pPr>
            <a:lvl8pPr algn="ctr">
              <a:defRPr sz="1875" b="1">
                <a:solidFill>
                  <a:srgbClr val="FFFFFF"/>
                </a:solidFill>
                <a:latin typeface="Microsoft YaHei"/>
                <a:ea typeface="Microsoft YaHei"/>
                <a:cs typeface="Microsoft YaHei"/>
              </a:defRPr>
            </a:lvl8pPr>
            <a:lvl9pPr algn="ctr">
              <a:defRPr sz="1875" b="1">
                <a:solidFill>
                  <a:srgbClr val="FFFFFF"/>
                </a:solidFill>
                <a:latin typeface="Microsoft YaHei"/>
                <a:ea typeface="Microsoft YaHei"/>
                <a:cs typeface="Microsoft YaHei"/>
              </a:defRPr>
            </a:lvl9pPr>
          </a:lstStyle>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LoudnessGain</a:t>
            </a:r>
          </a:p>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Gain / Mixer</a:t>
            </a:r>
          </a:p>
        </p:txBody>
      </p:sp>
      <p:sp>
        <p:nvSpPr>
          <p:cNvPr id="19" name="line-350">
            <a:extLst xmlns:a="http://schemas.openxmlformats.org/drawingml/2006/main">
              <a:ext uri="{FF2B5EF4-FFF2-40B4-BE49-F238E27FC236}">
                <a16:creationId xmlns:a16="http://schemas.microsoft.com/office/drawing/2014/main" id="{013C9410-7700-44B7-8785-F12B6B05E630}"/>
              </a:ext>
            </a:extLst>
          </p:cNvPr>
          <p:cNvSpPr>
            <a:spLocks xmlns:a="http://schemas.openxmlformats.org/drawingml/2006/main" noGrp="1"/>
          </p:cNvSpPr>
          <p:nvPr/>
        </p:nvSpPr>
        <p:spPr>
          <a:xfrm xmlns:a="http://schemas.openxmlformats.org/drawingml/2006/main">
            <a:off x="3295650" y="5048250"/>
            <a:ext cx="676275" cy="9525"/>
          </a:xfrm>
          <a:custGeom xmlns:a="http://schemas.openxmlformats.org/drawingml/2006/main">
            <a:pathLst>
              <a:path w="676275" h="9525">
                <a:moveTo>
                  <a:pt x="0" y="0"/>
                </a:moveTo>
                <a:lnTo>
                  <a:pt x="676275" y="0"/>
                </a:lnTo>
              </a:path>
            </a:pathLst>
          </a:custGeom>
          <a:noFill xmlns:a="http://schemas.openxmlformats.org/drawingml/2006/main"/>
          <a:ln xmlns:a="http://schemas.openxmlformats.org/drawingml/2006/main" w="28575">
            <a:solidFill>
              <a:srgbClr val="3379EB"/>
            </a:solidFill>
            <a:prstDash val="solid"/>
          </a:ln>
        </p:spPr>
      </p:sp>
      <p:sp>
        <p:nvSpPr>
          <p:cNvPr id="20" name="line-351">
            <a:extLst xmlns:a="http://schemas.openxmlformats.org/drawingml/2006/main">
              <a:ext uri="{FF2B5EF4-FFF2-40B4-BE49-F238E27FC236}">
                <a16:creationId xmlns:a16="http://schemas.microsoft.com/office/drawing/2014/main" id="{AFBAA1E7-758A-4461-B2E7-0D86E051F6A7}"/>
              </a:ext>
            </a:extLst>
          </p:cNvPr>
          <p:cNvSpPr>
            <a:spLocks xmlns:a="http://schemas.openxmlformats.org/drawingml/2006/main" noGrp="1"/>
          </p:cNvSpPr>
          <p:nvPr/>
        </p:nvSpPr>
        <p:spPr>
          <a:xfrm xmlns:a="http://schemas.openxmlformats.org/drawingml/2006/main">
            <a:off x="3886157" y="50482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1" name="line-352">
            <a:extLst xmlns:a="http://schemas.openxmlformats.org/drawingml/2006/main">
              <a:ext uri="{FF2B5EF4-FFF2-40B4-BE49-F238E27FC236}">
                <a16:creationId xmlns:a16="http://schemas.microsoft.com/office/drawing/2014/main" id="{CC9519B7-F4E8-418E-8D64-EEEDAE1CA663}"/>
              </a:ext>
            </a:extLst>
          </p:cNvPr>
          <p:cNvSpPr>
            <a:spLocks xmlns:a="http://schemas.openxmlformats.org/drawingml/2006/main" noGrp="1"/>
          </p:cNvSpPr>
          <p:nvPr/>
        </p:nvSpPr>
        <p:spPr>
          <a:xfrm xmlns:a="http://schemas.openxmlformats.org/drawingml/2006/main">
            <a:off x="3886157" y="50068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2" name="line-353">
            <a:extLst xmlns:a="http://schemas.openxmlformats.org/drawingml/2006/main">
              <a:ext uri="{FF2B5EF4-FFF2-40B4-BE49-F238E27FC236}">
                <a16:creationId xmlns:a16="http://schemas.microsoft.com/office/drawing/2014/main" id="{7673DDAA-E26D-4123-A731-2D98CF565B8E}"/>
              </a:ext>
            </a:extLst>
          </p:cNvPr>
          <p:cNvSpPr>
            <a:spLocks xmlns:a="http://schemas.openxmlformats.org/drawingml/2006/main" noGrp="1"/>
          </p:cNvSpPr>
          <p:nvPr/>
        </p:nvSpPr>
        <p:spPr>
          <a:xfrm xmlns:a="http://schemas.openxmlformats.org/drawingml/2006/main">
            <a:off x="7381875" y="5048250"/>
            <a:ext cx="676275" cy="9525"/>
          </a:xfrm>
          <a:custGeom xmlns:a="http://schemas.openxmlformats.org/drawingml/2006/main">
            <a:pathLst>
              <a:path w="676275" h="9525">
                <a:moveTo>
                  <a:pt x="0" y="0"/>
                </a:moveTo>
                <a:lnTo>
                  <a:pt x="676275" y="0"/>
                </a:lnTo>
              </a:path>
            </a:pathLst>
          </a:custGeom>
          <a:noFill xmlns:a="http://schemas.openxmlformats.org/drawingml/2006/main"/>
          <a:ln xmlns:a="http://schemas.openxmlformats.org/drawingml/2006/main" w="28575">
            <a:solidFill>
              <a:srgbClr val="3379EB"/>
            </a:solidFill>
            <a:prstDash val="solid"/>
          </a:ln>
        </p:spPr>
      </p:sp>
      <p:sp>
        <p:nvSpPr>
          <p:cNvPr id="23" name="line-354">
            <a:extLst xmlns:a="http://schemas.openxmlformats.org/drawingml/2006/main">
              <a:ext uri="{FF2B5EF4-FFF2-40B4-BE49-F238E27FC236}">
                <a16:creationId xmlns:a16="http://schemas.microsoft.com/office/drawing/2014/main" id="{484A9602-8F9B-42D8-95C8-0FE8B96339C4}"/>
              </a:ext>
            </a:extLst>
          </p:cNvPr>
          <p:cNvSpPr>
            <a:spLocks xmlns:a="http://schemas.openxmlformats.org/drawingml/2006/main" noGrp="1"/>
          </p:cNvSpPr>
          <p:nvPr/>
        </p:nvSpPr>
        <p:spPr>
          <a:xfrm xmlns:a="http://schemas.openxmlformats.org/drawingml/2006/main">
            <a:off x="7972382" y="50482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4" name="line-355">
            <a:extLst xmlns:a="http://schemas.openxmlformats.org/drawingml/2006/main">
              <a:ext uri="{FF2B5EF4-FFF2-40B4-BE49-F238E27FC236}">
                <a16:creationId xmlns:a16="http://schemas.microsoft.com/office/drawing/2014/main" id="{DDA3CE36-E4A5-4A31-A0B2-66FD83FEB89E}"/>
              </a:ext>
            </a:extLst>
          </p:cNvPr>
          <p:cNvSpPr>
            <a:spLocks xmlns:a="http://schemas.openxmlformats.org/drawingml/2006/main" noGrp="1"/>
          </p:cNvSpPr>
          <p:nvPr/>
        </p:nvSpPr>
        <p:spPr>
          <a:xfrm xmlns:a="http://schemas.openxmlformats.org/drawingml/2006/main">
            <a:off x="7972382" y="50068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5" name="object-356">
            <a:extLst xmlns:a="http://schemas.openxmlformats.org/drawingml/2006/main">
              <a:ext uri="{FF2B5EF4-FFF2-40B4-BE49-F238E27FC236}">
                <a16:creationId xmlns:a16="http://schemas.microsoft.com/office/drawing/2014/main" id="{03A3AB18-9AE4-4B93-B5CB-28354EFEFA20}"/>
              </a:ext>
            </a:extLst>
          </p:cNvPr>
          <p:cNvSpPr>
            <a:spLocks xmlns:a="http://schemas.openxmlformats.org/drawingml/2006/main" noGrp="1"/>
          </p:cNvSpPr>
          <p:nvPr/>
        </p:nvSpPr>
        <p:spPr>
          <a:xfrm xmlns:a="http://schemas.openxmlformats.org/drawingml/2006/main">
            <a:off x="609600" y="5800725"/>
            <a:ext cx="1095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12263B"/>
                </a:solidFill>
                <a:latin typeface="Microsoft YaHei"/>
                <a:ea typeface="Microsoft YaHei"/>
                <a:cs typeface="Microsoft YaHei"/>
              </a:defRPr>
            </a:defPPr>
            <a:lvl1pPr algn="l">
              <a:defRPr sz="2025" b="1">
                <a:solidFill>
                  <a:srgbClr val="12263B"/>
                </a:solidFill>
                <a:latin typeface="Microsoft YaHei"/>
                <a:ea typeface="Microsoft YaHei"/>
                <a:cs typeface="Microsoft YaHei"/>
              </a:defRPr>
            </a:lvl1pPr>
            <a:lvl2pPr algn="l">
              <a:defRPr sz="2025" b="1">
                <a:solidFill>
                  <a:srgbClr val="12263B"/>
                </a:solidFill>
                <a:latin typeface="Microsoft YaHei"/>
                <a:ea typeface="Microsoft YaHei"/>
                <a:cs typeface="Microsoft YaHei"/>
              </a:defRPr>
            </a:lvl2pPr>
            <a:lvl3pPr algn="l">
              <a:defRPr sz="2025" b="1">
                <a:solidFill>
                  <a:srgbClr val="12263B"/>
                </a:solidFill>
                <a:latin typeface="Microsoft YaHei"/>
                <a:ea typeface="Microsoft YaHei"/>
                <a:cs typeface="Microsoft YaHei"/>
              </a:defRPr>
            </a:lvl3pPr>
            <a:lvl4pPr algn="l">
              <a:defRPr sz="2025" b="1">
                <a:solidFill>
                  <a:srgbClr val="12263B"/>
                </a:solidFill>
                <a:latin typeface="Microsoft YaHei"/>
                <a:ea typeface="Microsoft YaHei"/>
                <a:cs typeface="Microsoft YaHei"/>
              </a:defRPr>
            </a:lvl4pPr>
            <a:lvl5pPr algn="l">
              <a:defRPr sz="2025" b="1">
                <a:solidFill>
                  <a:srgbClr val="12263B"/>
                </a:solidFill>
                <a:latin typeface="Microsoft YaHei"/>
                <a:ea typeface="Microsoft YaHei"/>
                <a:cs typeface="Microsoft YaHei"/>
              </a:defRPr>
            </a:lvl5pPr>
            <a:lvl6pPr algn="l">
              <a:defRPr sz="2025" b="1">
                <a:solidFill>
                  <a:srgbClr val="12263B"/>
                </a:solidFill>
                <a:latin typeface="Microsoft YaHei"/>
                <a:ea typeface="Microsoft YaHei"/>
                <a:cs typeface="Microsoft YaHei"/>
              </a:defRPr>
            </a:lvl6pPr>
            <a:lvl7pPr algn="l">
              <a:defRPr sz="2025" b="1">
                <a:solidFill>
                  <a:srgbClr val="12263B"/>
                </a:solidFill>
                <a:latin typeface="Microsoft YaHei"/>
                <a:ea typeface="Microsoft YaHei"/>
                <a:cs typeface="Microsoft YaHei"/>
              </a:defRPr>
            </a:lvl7pPr>
            <a:lvl8pPr algn="l">
              <a:defRPr sz="2025" b="1">
                <a:solidFill>
                  <a:srgbClr val="12263B"/>
                </a:solidFill>
                <a:latin typeface="Microsoft YaHei"/>
                <a:ea typeface="Microsoft YaHei"/>
                <a:cs typeface="Microsoft YaHei"/>
              </a:defRPr>
            </a:lvl8pPr>
            <a:lvl9pPr algn="l">
              <a:defRPr sz="2025" b="1">
                <a:solidFill>
                  <a:srgbClr val="12263B"/>
                </a:solidFill>
                <a:latin typeface="Microsoft YaHei"/>
                <a:ea typeface="Microsoft YaHei"/>
                <a:cs typeface="Microsoft YaHei"/>
              </a:defRPr>
            </a:lvl9pPr>
          </a:lstStyle>
          <a:p xmlns:a="http://schemas.openxmlformats.org/drawingml/2006/main">
            <a:pPr algn="l">
              <a:defRPr sz="2025" b="1">
                <a:solidFill>
                  <a:srgbClr val="12263B"/>
                </a:solidFill>
                <a:latin typeface="Microsoft YaHei"/>
                <a:ea typeface="Microsoft YaHei"/>
                <a:cs typeface="Microsoft YaHei"/>
              </a:defRPr>
            </a:pPr>
            <a:r>
              <a:rPr sz="2025" b="1">
                <a:solidFill>
                  <a:srgbClr val="12263B"/>
                </a:solidFill>
                <a:latin typeface="Microsoft YaHei"/>
                <a:ea typeface="Microsoft YaHei"/>
                <a:cs typeface="Microsoft YaHei"/>
              </a:rPr>
              <a:t>复用处理单元，也必须遵守格式、生命周期与迁移状态契约</a:t>
            </a:r>
          </a:p>
        </p:txBody>
      </p:sp>
      <p:sp>
        <p:nvSpPr>
          <p:cNvPr id="26" name="object-357">
            <a:extLst xmlns:a="http://schemas.openxmlformats.org/drawingml/2006/main">
              <a:ext uri="{FF2B5EF4-FFF2-40B4-BE49-F238E27FC236}">
                <a16:creationId xmlns:a16="http://schemas.microsoft.com/office/drawing/2014/main" id="{6BC8650B-AC6C-4E07-A30F-EF8C86EAD582}"/>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固定源码功能例子，非内部项目成果；图将下游增益与混音职责折叠显示</a:t>
            </a:r>
          </a:p>
        </p:txBody>
      </p:sp>
      <p:sp>
        <p:nvSpPr>
          <p:cNvPr id="27" name="object-358">
            <a:extLst xmlns:a="http://schemas.openxmlformats.org/drawingml/2006/main">
              <a:ext uri="{FF2B5EF4-FFF2-40B4-BE49-F238E27FC236}">
                <a16:creationId xmlns:a16="http://schemas.microsoft.com/office/drawing/2014/main" id="{9A9297C8-75A4-434A-AEBB-06024964E972}"/>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11</a:t>
            </a:r>
          </a:p>
        </p:txBody>
      </p:sp>
    </p:spTree>
    <p:extLst>
      <p:ext uri="{BB962C8B-B14F-4D97-AF65-F5344CB8AC3E}">
        <p14:creationId xmlns:p14="http://schemas.microsoft.com/office/powerpoint/2010/main" val="1555299101"/>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6" name="object-359">
            <a:extLst xmlns:a="http://schemas.openxmlformats.org/drawingml/2006/main">
              <a:ext uri="{FF2B5EF4-FFF2-40B4-BE49-F238E27FC236}">
                <a16:creationId xmlns:a16="http://schemas.microsoft.com/office/drawing/2014/main" id="{2F8033B4-E6AB-45A0-A241-8206EDCDBC12}"/>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第三部分 · 三项创新回到系统协同</a:t>
            </a:r>
          </a:p>
        </p:txBody>
      </p:sp>
      <p:sp>
        <p:nvSpPr>
          <p:cNvPr id="2" name="object-360">
            <a:extLst xmlns:a="http://schemas.openxmlformats.org/drawingml/2006/main">
              <a:ext uri="{FF2B5EF4-FFF2-40B4-BE49-F238E27FC236}">
                <a16:creationId xmlns:a16="http://schemas.microsoft.com/office/drawing/2014/main" id="{BF5CDAAC-5A96-4390-AD94-22F140EC8733}"/>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回到全局：策略驱动，执行侧协同落实</a:t>
            </a:r>
          </a:p>
        </p:txBody>
      </p:sp>
      <p:sp>
        <p:nvSpPr>
          <p:cNvPr id="3" name="object-361">
            <a:extLst xmlns:a="http://schemas.openxmlformats.org/drawingml/2006/main">
              <a:ext uri="{FF2B5EF4-FFF2-40B4-BE49-F238E27FC236}">
                <a16:creationId xmlns:a16="http://schemas.microsoft.com/office/drawing/2014/main" id="{9903870C-0104-4268-8768-6525796A87DC}"/>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三项创新服务于系统行为，最终仍要在应用与设备变化中兑现</a:t>
            </a:r>
          </a:p>
        </p:txBody>
      </p:sp>
      <p:sp>
        <p:nvSpPr>
          <p:cNvPr id="4" name="object-362">
            <a:extLst xmlns:a="http://schemas.openxmlformats.org/drawingml/2006/main">
              <a:ext uri="{FF2B5EF4-FFF2-40B4-BE49-F238E27FC236}">
                <a16:creationId xmlns:a16="http://schemas.microsoft.com/office/drawing/2014/main" id="{ADE8E4F0-2583-4758-9655-2D3118835ACB}"/>
              </a:ext>
            </a:extLst>
          </p:cNvPr>
          <p:cNvSpPr>
            <a:spLocks xmlns:a="http://schemas.openxmlformats.org/drawingml/2006/main" noGrp="1"/>
          </p:cNvSpPr>
          <p:nvPr/>
        </p:nvSpPr>
        <p:spPr>
          <a:xfrm xmlns:a="http://schemas.openxmlformats.org/drawingml/2006/main">
            <a:off x="609600" y="235267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50" b="1">
                <a:solidFill>
                  <a:srgbClr val="12263B"/>
                </a:solidFill>
                <a:latin typeface="Microsoft YaHei"/>
                <a:ea typeface="Microsoft YaHei"/>
                <a:cs typeface="Microsoft YaHei"/>
              </a:defRPr>
            </a:defPPr>
            <a:lvl1pPr algn="l">
              <a:defRPr sz="2250" b="1">
                <a:solidFill>
                  <a:srgbClr val="12263B"/>
                </a:solidFill>
                <a:latin typeface="Microsoft YaHei"/>
                <a:ea typeface="Microsoft YaHei"/>
                <a:cs typeface="Microsoft YaHei"/>
              </a:defRPr>
            </a:lvl1pPr>
            <a:lvl2pPr algn="l">
              <a:defRPr sz="2250" b="1">
                <a:solidFill>
                  <a:srgbClr val="12263B"/>
                </a:solidFill>
                <a:latin typeface="Microsoft YaHei"/>
                <a:ea typeface="Microsoft YaHei"/>
                <a:cs typeface="Microsoft YaHei"/>
              </a:defRPr>
            </a:lvl2pPr>
            <a:lvl3pPr algn="l">
              <a:defRPr sz="2250" b="1">
                <a:solidFill>
                  <a:srgbClr val="12263B"/>
                </a:solidFill>
                <a:latin typeface="Microsoft YaHei"/>
                <a:ea typeface="Microsoft YaHei"/>
                <a:cs typeface="Microsoft YaHei"/>
              </a:defRPr>
            </a:lvl3pPr>
            <a:lvl4pPr algn="l">
              <a:defRPr sz="2250" b="1">
                <a:solidFill>
                  <a:srgbClr val="12263B"/>
                </a:solidFill>
                <a:latin typeface="Microsoft YaHei"/>
                <a:ea typeface="Microsoft YaHei"/>
                <a:cs typeface="Microsoft YaHei"/>
              </a:defRPr>
            </a:lvl4pPr>
            <a:lvl5pPr algn="l">
              <a:defRPr sz="2250" b="1">
                <a:solidFill>
                  <a:srgbClr val="12263B"/>
                </a:solidFill>
                <a:latin typeface="Microsoft YaHei"/>
                <a:ea typeface="Microsoft YaHei"/>
                <a:cs typeface="Microsoft YaHei"/>
              </a:defRPr>
            </a:lvl5pPr>
            <a:lvl6pPr algn="l">
              <a:defRPr sz="2250" b="1">
                <a:solidFill>
                  <a:srgbClr val="12263B"/>
                </a:solidFill>
                <a:latin typeface="Microsoft YaHei"/>
                <a:ea typeface="Microsoft YaHei"/>
                <a:cs typeface="Microsoft YaHei"/>
              </a:defRPr>
            </a:lvl6pPr>
            <a:lvl7pPr algn="l">
              <a:defRPr sz="2250" b="1">
                <a:solidFill>
                  <a:srgbClr val="12263B"/>
                </a:solidFill>
                <a:latin typeface="Microsoft YaHei"/>
                <a:ea typeface="Microsoft YaHei"/>
                <a:cs typeface="Microsoft YaHei"/>
              </a:defRPr>
            </a:lvl7pPr>
            <a:lvl8pPr algn="l">
              <a:defRPr sz="2250" b="1">
                <a:solidFill>
                  <a:srgbClr val="12263B"/>
                </a:solidFill>
                <a:latin typeface="Microsoft YaHei"/>
                <a:ea typeface="Microsoft YaHei"/>
                <a:cs typeface="Microsoft YaHei"/>
              </a:defRPr>
            </a:lvl8pPr>
            <a:lvl9pPr algn="l">
              <a:defRPr sz="2250" b="1">
                <a:solidFill>
                  <a:srgbClr val="12263B"/>
                </a:solidFill>
                <a:latin typeface="Microsoft YaHei"/>
                <a:ea typeface="Microsoft YaHei"/>
                <a:cs typeface="Microsoft YaHei"/>
              </a:defRPr>
            </a:lvl9pPr>
          </a:lstStyle>
          <a:p xmlns:a="http://schemas.openxmlformats.org/drawingml/2006/main">
            <a:pPr algn="l">
              <a:defRPr sz="2250" b="1">
                <a:solidFill>
                  <a:srgbClr val="12263B"/>
                </a:solidFill>
                <a:latin typeface="Microsoft YaHei"/>
                <a:ea typeface="Microsoft YaHei"/>
                <a:cs typeface="Microsoft YaHei"/>
              </a:defRPr>
            </a:pPr>
            <a:r>
              <a:rPr sz="2250" b="1">
                <a:solidFill>
                  <a:srgbClr val="12263B"/>
                </a:solidFill>
                <a:latin typeface="Microsoft YaHei"/>
                <a:ea typeface="Microsoft YaHei"/>
                <a:cs typeface="Microsoft YaHei"/>
              </a:rPr>
              <a:t>音乐播放      游戏加入      提醒出现      切到耳机</a:t>
            </a:r>
          </a:p>
        </p:txBody>
      </p:sp>
      <p:sp>
        <p:nvSpPr>
          <p:cNvPr id="5" name="object-363">
            <a:extLst xmlns:a="http://schemas.openxmlformats.org/drawingml/2006/main">
              <a:ext uri="{FF2B5EF4-FFF2-40B4-BE49-F238E27FC236}">
                <a16:creationId xmlns:a16="http://schemas.microsoft.com/office/drawing/2014/main" id="{A0D632DF-C5A8-47FB-BEFA-6CC48504AF87}"/>
              </a:ext>
            </a:extLst>
          </p:cNvPr>
          <p:cNvSpPr>
            <a:spLocks xmlns:a="http://schemas.openxmlformats.org/drawingml/2006/main" noGrp="1"/>
          </p:cNvSpPr>
          <p:nvPr/>
        </p:nvSpPr>
        <p:spPr>
          <a:xfrm xmlns:a="http://schemas.openxmlformats.org/drawingml/2006/main">
            <a:off x="609600" y="3143250"/>
            <a:ext cx="10953750" cy="69532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6" name="object-364">
            <a:extLst xmlns:a="http://schemas.openxmlformats.org/drawingml/2006/main">
              <a:ext uri="{FF2B5EF4-FFF2-40B4-BE49-F238E27FC236}">
                <a16:creationId xmlns:a16="http://schemas.microsoft.com/office/drawing/2014/main" id="{67D181E2-01FD-400B-9478-583C74A5C515}"/>
              </a:ext>
            </a:extLst>
          </p:cNvPr>
          <p:cNvSpPr>
            <a:spLocks xmlns:a="http://schemas.openxmlformats.org/drawingml/2006/main" noGrp="1"/>
          </p:cNvSpPr>
          <p:nvPr/>
        </p:nvSpPr>
        <p:spPr>
          <a:xfrm xmlns:a="http://schemas.openxmlformats.org/drawingml/2006/main">
            <a:off x="723900" y="3200400"/>
            <a:ext cx="107251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FFFFFF"/>
                </a:solidFill>
                <a:latin typeface="Microsoft YaHei"/>
                <a:ea typeface="Microsoft YaHei"/>
                <a:cs typeface="Microsoft YaHei"/>
              </a:defRPr>
            </a:defPPr>
            <a:lvl1pPr algn="ctr">
              <a:defRPr sz="2100" b="1">
                <a:solidFill>
                  <a:srgbClr val="FFFFFF"/>
                </a:solidFill>
                <a:latin typeface="Microsoft YaHei"/>
                <a:ea typeface="Microsoft YaHei"/>
                <a:cs typeface="Microsoft YaHei"/>
              </a:defRPr>
            </a:lvl1pPr>
            <a:lvl2pPr algn="ctr">
              <a:defRPr sz="2100" b="1">
                <a:solidFill>
                  <a:srgbClr val="FFFFFF"/>
                </a:solidFill>
                <a:latin typeface="Microsoft YaHei"/>
                <a:ea typeface="Microsoft YaHei"/>
                <a:cs typeface="Microsoft YaHei"/>
              </a:defRPr>
            </a:lvl2pPr>
            <a:lvl3pPr algn="ctr">
              <a:defRPr sz="2100" b="1">
                <a:solidFill>
                  <a:srgbClr val="FFFFFF"/>
                </a:solidFill>
                <a:latin typeface="Microsoft YaHei"/>
                <a:ea typeface="Microsoft YaHei"/>
                <a:cs typeface="Microsoft YaHei"/>
              </a:defRPr>
            </a:lvl3pPr>
            <a:lvl4pPr algn="ctr">
              <a:defRPr sz="2100" b="1">
                <a:solidFill>
                  <a:srgbClr val="FFFFFF"/>
                </a:solidFill>
                <a:latin typeface="Microsoft YaHei"/>
                <a:ea typeface="Microsoft YaHei"/>
                <a:cs typeface="Microsoft YaHei"/>
              </a:defRPr>
            </a:lvl4pPr>
            <a:lvl5pPr algn="ctr">
              <a:defRPr sz="2100" b="1">
                <a:solidFill>
                  <a:srgbClr val="FFFFFF"/>
                </a:solidFill>
                <a:latin typeface="Microsoft YaHei"/>
                <a:ea typeface="Microsoft YaHei"/>
                <a:cs typeface="Microsoft YaHei"/>
              </a:defRPr>
            </a:lvl5pPr>
            <a:lvl6pPr algn="ctr">
              <a:defRPr sz="2100" b="1">
                <a:solidFill>
                  <a:srgbClr val="FFFFFF"/>
                </a:solidFill>
                <a:latin typeface="Microsoft YaHei"/>
                <a:ea typeface="Microsoft YaHei"/>
                <a:cs typeface="Microsoft YaHei"/>
              </a:defRPr>
            </a:lvl6pPr>
            <a:lvl7pPr algn="ctr">
              <a:defRPr sz="2100" b="1">
                <a:solidFill>
                  <a:srgbClr val="FFFFFF"/>
                </a:solidFill>
                <a:latin typeface="Microsoft YaHei"/>
                <a:ea typeface="Microsoft YaHei"/>
                <a:cs typeface="Microsoft YaHei"/>
              </a:defRPr>
            </a:lvl7pPr>
            <a:lvl8pPr algn="ctr">
              <a:defRPr sz="2100" b="1">
                <a:solidFill>
                  <a:srgbClr val="FFFFFF"/>
                </a:solidFill>
                <a:latin typeface="Microsoft YaHei"/>
                <a:ea typeface="Microsoft YaHei"/>
                <a:cs typeface="Microsoft YaHei"/>
              </a:defRPr>
            </a:lvl8pPr>
            <a:lvl9pPr algn="ctr">
              <a:defRPr sz="2100" b="1">
                <a:solidFill>
                  <a:srgbClr val="FFFFFF"/>
                </a:solidFill>
                <a:latin typeface="Microsoft YaHei"/>
                <a:ea typeface="Microsoft YaHei"/>
                <a:cs typeface="Microsoft YaHei"/>
              </a:defRPr>
            </a:lvl9pPr>
          </a:lstStyle>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策略：焦点 / 并发 / 路由 / 音量，以及对应用的行为通知</a:t>
            </a:r>
          </a:p>
        </p:txBody>
      </p:sp>
      <p:sp>
        <p:nvSpPr>
          <p:cNvPr id="7" name="line-365">
            <a:extLst xmlns:a="http://schemas.openxmlformats.org/drawingml/2006/main">
              <a:ext uri="{FF2B5EF4-FFF2-40B4-BE49-F238E27FC236}">
                <a16:creationId xmlns:a16="http://schemas.microsoft.com/office/drawing/2014/main" id="{F298A5EB-8EB6-44B1-BF02-39DCEF48BADB}"/>
              </a:ext>
            </a:extLst>
          </p:cNvPr>
          <p:cNvSpPr>
            <a:spLocks xmlns:a="http://schemas.openxmlformats.org/drawingml/2006/main" noGrp="1"/>
          </p:cNvSpPr>
          <p:nvPr/>
        </p:nvSpPr>
        <p:spPr>
          <a:xfrm xmlns:a="http://schemas.openxmlformats.org/drawingml/2006/main">
            <a:off x="2038350" y="3943350"/>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8" name="line-366">
            <a:extLst xmlns:a="http://schemas.openxmlformats.org/drawingml/2006/main">
              <a:ext uri="{FF2B5EF4-FFF2-40B4-BE49-F238E27FC236}">
                <a16:creationId xmlns:a16="http://schemas.microsoft.com/office/drawing/2014/main" id="{D0DCEA14-7BB7-4872-AE3E-50FE8EA6B208}"/>
              </a:ext>
            </a:extLst>
          </p:cNvPr>
          <p:cNvSpPr>
            <a:spLocks xmlns:a="http://schemas.openxmlformats.org/drawingml/2006/main" noGrp="1"/>
          </p:cNvSpPr>
          <p:nvPr/>
        </p:nvSpPr>
        <p:spPr>
          <a:xfrm xmlns:a="http://schemas.openxmlformats.org/drawingml/2006/main">
            <a:off x="2038350" y="4008438"/>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9" name="line-367">
            <a:extLst xmlns:a="http://schemas.openxmlformats.org/drawingml/2006/main">
              <a:ext uri="{FF2B5EF4-FFF2-40B4-BE49-F238E27FC236}">
                <a16:creationId xmlns:a16="http://schemas.microsoft.com/office/drawing/2014/main" id="{F1FA426F-721C-46FB-B88A-6D99B1B6DF46}"/>
              </a:ext>
            </a:extLst>
          </p:cNvPr>
          <p:cNvSpPr>
            <a:spLocks xmlns:a="http://schemas.openxmlformats.org/drawingml/2006/main" noGrp="1"/>
          </p:cNvSpPr>
          <p:nvPr/>
        </p:nvSpPr>
        <p:spPr>
          <a:xfrm xmlns:a="http://schemas.openxmlformats.org/drawingml/2006/main">
            <a:off x="2038350" y="4073525"/>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10" name="line-368">
            <a:extLst xmlns:a="http://schemas.openxmlformats.org/drawingml/2006/main">
              <a:ext uri="{FF2B5EF4-FFF2-40B4-BE49-F238E27FC236}">
                <a16:creationId xmlns:a16="http://schemas.microsoft.com/office/drawing/2014/main" id="{0B72D0A0-2747-4C1A-BAA6-E8CDFF2048B5}"/>
              </a:ext>
            </a:extLst>
          </p:cNvPr>
          <p:cNvSpPr>
            <a:spLocks xmlns:a="http://schemas.openxmlformats.org/drawingml/2006/main" noGrp="1"/>
          </p:cNvSpPr>
          <p:nvPr/>
        </p:nvSpPr>
        <p:spPr>
          <a:xfrm xmlns:a="http://schemas.openxmlformats.org/drawingml/2006/main">
            <a:off x="2038350" y="4138613"/>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11" name="line-369">
            <a:extLst xmlns:a="http://schemas.openxmlformats.org/drawingml/2006/main">
              <a:ext uri="{FF2B5EF4-FFF2-40B4-BE49-F238E27FC236}">
                <a16:creationId xmlns:a16="http://schemas.microsoft.com/office/drawing/2014/main" id="{8EFB179F-FB18-4901-BF30-C6E72E992087}"/>
              </a:ext>
            </a:extLst>
          </p:cNvPr>
          <p:cNvSpPr>
            <a:spLocks xmlns:a="http://schemas.openxmlformats.org/drawingml/2006/main" noGrp="1"/>
          </p:cNvSpPr>
          <p:nvPr/>
        </p:nvSpPr>
        <p:spPr>
          <a:xfrm xmlns:a="http://schemas.openxmlformats.org/drawingml/2006/main">
            <a:off x="2038350" y="4203700"/>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12" name="line-370">
            <a:extLst xmlns:a="http://schemas.openxmlformats.org/drawingml/2006/main">
              <a:ext uri="{FF2B5EF4-FFF2-40B4-BE49-F238E27FC236}">
                <a16:creationId xmlns:a16="http://schemas.microsoft.com/office/drawing/2014/main" id="{18F8FD25-2D95-4E47-BB6F-0660215FF859}"/>
              </a:ext>
            </a:extLst>
          </p:cNvPr>
          <p:cNvSpPr>
            <a:spLocks xmlns:a="http://schemas.openxmlformats.org/drawingml/2006/main" noGrp="1"/>
          </p:cNvSpPr>
          <p:nvPr/>
        </p:nvSpPr>
        <p:spPr>
          <a:xfrm xmlns:a="http://schemas.openxmlformats.org/drawingml/2006/main">
            <a:off x="2038350" y="4268788"/>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13" name="line-371">
            <a:extLst xmlns:a="http://schemas.openxmlformats.org/drawingml/2006/main">
              <a:ext uri="{FF2B5EF4-FFF2-40B4-BE49-F238E27FC236}">
                <a16:creationId xmlns:a16="http://schemas.microsoft.com/office/drawing/2014/main" id="{ED366FFC-4F1B-4BE1-9AC2-431A0D744020}"/>
              </a:ext>
            </a:extLst>
          </p:cNvPr>
          <p:cNvSpPr>
            <a:spLocks xmlns:a="http://schemas.openxmlformats.org/drawingml/2006/main" noGrp="1"/>
          </p:cNvSpPr>
          <p:nvPr/>
        </p:nvSpPr>
        <p:spPr>
          <a:xfrm xmlns:a="http://schemas.openxmlformats.org/drawingml/2006/main">
            <a:off x="1996920" y="4248107"/>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14" name="line-372">
            <a:extLst xmlns:a="http://schemas.openxmlformats.org/drawingml/2006/main">
              <a:ext uri="{FF2B5EF4-FFF2-40B4-BE49-F238E27FC236}">
                <a16:creationId xmlns:a16="http://schemas.microsoft.com/office/drawing/2014/main" id="{319AAE19-4FAC-4AB1-872E-D3007712473B}"/>
              </a:ext>
            </a:extLst>
          </p:cNvPr>
          <p:cNvSpPr>
            <a:spLocks xmlns:a="http://schemas.openxmlformats.org/drawingml/2006/main" noGrp="1"/>
          </p:cNvSpPr>
          <p:nvPr/>
        </p:nvSpPr>
        <p:spPr>
          <a:xfrm xmlns:a="http://schemas.openxmlformats.org/drawingml/2006/main">
            <a:off x="2038350" y="4248107"/>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15" name="line-373">
            <a:extLst xmlns:a="http://schemas.openxmlformats.org/drawingml/2006/main">
              <a:ext uri="{FF2B5EF4-FFF2-40B4-BE49-F238E27FC236}">
                <a16:creationId xmlns:a16="http://schemas.microsoft.com/office/drawing/2014/main" id="{EC4E07B0-83A9-4376-B63D-D446D2377DC6}"/>
              </a:ext>
            </a:extLst>
          </p:cNvPr>
          <p:cNvSpPr>
            <a:spLocks xmlns:a="http://schemas.openxmlformats.org/drawingml/2006/main" noGrp="1"/>
          </p:cNvSpPr>
          <p:nvPr/>
        </p:nvSpPr>
        <p:spPr>
          <a:xfrm xmlns:a="http://schemas.openxmlformats.org/drawingml/2006/main">
            <a:off x="6324600" y="3943350"/>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16" name="line-374">
            <a:extLst xmlns:a="http://schemas.openxmlformats.org/drawingml/2006/main">
              <a:ext uri="{FF2B5EF4-FFF2-40B4-BE49-F238E27FC236}">
                <a16:creationId xmlns:a16="http://schemas.microsoft.com/office/drawing/2014/main" id="{77D92474-8D08-414F-8A54-FECDD0A50E43}"/>
              </a:ext>
            </a:extLst>
          </p:cNvPr>
          <p:cNvSpPr>
            <a:spLocks xmlns:a="http://schemas.openxmlformats.org/drawingml/2006/main" noGrp="1"/>
          </p:cNvSpPr>
          <p:nvPr/>
        </p:nvSpPr>
        <p:spPr>
          <a:xfrm xmlns:a="http://schemas.openxmlformats.org/drawingml/2006/main">
            <a:off x="6324600" y="4008438"/>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17" name="line-375">
            <a:extLst xmlns:a="http://schemas.openxmlformats.org/drawingml/2006/main">
              <a:ext uri="{FF2B5EF4-FFF2-40B4-BE49-F238E27FC236}">
                <a16:creationId xmlns:a16="http://schemas.microsoft.com/office/drawing/2014/main" id="{2B2C0D80-9ED0-4D38-9DF4-72E06C89D8E1}"/>
              </a:ext>
            </a:extLst>
          </p:cNvPr>
          <p:cNvSpPr>
            <a:spLocks xmlns:a="http://schemas.openxmlformats.org/drawingml/2006/main" noGrp="1"/>
          </p:cNvSpPr>
          <p:nvPr/>
        </p:nvSpPr>
        <p:spPr>
          <a:xfrm xmlns:a="http://schemas.openxmlformats.org/drawingml/2006/main">
            <a:off x="6324600" y="4073525"/>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18" name="line-376">
            <a:extLst xmlns:a="http://schemas.openxmlformats.org/drawingml/2006/main">
              <a:ext uri="{FF2B5EF4-FFF2-40B4-BE49-F238E27FC236}">
                <a16:creationId xmlns:a16="http://schemas.microsoft.com/office/drawing/2014/main" id="{9E3DE307-2DB1-42EA-9968-FD6371AC1BD1}"/>
              </a:ext>
            </a:extLst>
          </p:cNvPr>
          <p:cNvSpPr>
            <a:spLocks xmlns:a="http://schemas.openxmlformats.org/drawingml/2006/main" noGrp="1"/>
          </p:cNvSpPr>
          <p:nvPr/>
        </p:nvSpPr>
        <p:spPr>
          <a:xfrm xmlns:a="http://schemas.openxmlformats.org/drawingml/2006/main">
            <a:off x="6324600" y="4138613"/>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19" name="line-377">
            <a:extLst xmlns:a="http://schemas.openxmlformats.org/drawingml/2006/main">
              <a:ext uri="{FF2B5EF4-FFF2-40B4-BE49-F238E27FC236}">
                <a16:creationId xmlns:a16="http://schemas.microsoft.com/office/drawing/2014/main" id="{BFCB7A2A-A89C-49FD-912C-1154ADD8FC96}"/>
              </a:ext>
            </a:extLst>
          </p:cNvPr>
          <p:cNvSpPr>
            <a:spLocks xmlns:a="http://schemas.openxmlformats.org/drawingml/2006/main" noGrp="1"/>
          </p:cNvSpPr>
          <p:nvPr/>
        </p:nvSpPr>
        <p:spPr>
          <a:xfrm xmlns:a="http://schemas.openxmlformats.org/drawingml/2006/main">
            <a:off x="6324600" y="4203700"/>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20" name="line-378">
            <a:extLst xmlns:a="http://schemas.openxmlformats.org/drawingml/2006/main">
              <a:ext uri="{FF2B5EF4-FFF2-40B4-BE49-F238E27FC236}">
                <a16:creationId xmlns:a16="http://schemas.microsoft.com/office/drawing/2014/main" id="{222B992F-D7CC-4EB6-839F-7DF0E5E2B182}"/>
              </a:ext>
            </a:extLst>
          </p:cNvPr>
          <p:cNvSpPr>
            <a:spLocks xmlns:a="http://schemas.openxmlformats.org/drawingml/2006/main" noGrp="1"/>
          </p:cNvSpPr>
          <p:nvPr/>
        </p:nvSpPr>
        <p:spPr>
          <a:xfrm xmlns:a="http://schemas.openxmlformats.org/drawingml/2006/main">
            <a:off x="6324600" y="4268788"/>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21" name="line-379">
            <a:extLst xmlns:a="http://schemas.openxmlformats.org/drawingml/2006/main">
              <a:ext uri="{FF2B5EF4-FFF2-40B4-BE49-F238E27FC236}">
                <a16:creationId xmlns:a16="http://schemas.microsoft.com/office/drawing/2014/main" id="{C1E102F9-5680-483F-A5A2-85881D6FD027}"/>
              </a:ext>
            </a:extLst>
          </p:cNvPr>
          <p:cNvSpPr>
            <a:spLocks xmlns:a="http://schemas.openxmlformats.org/drawingml/2006/main" noGrp="1"/>
          </p:cNvSpPr>
          <p:nvPr/>
        </p:nvSpPr>
        <p:spPr>
          <a:xfrm xmlns:a="http://schemas.openxmlformats.org/drawingml/2006/main">
            <a:off x="6283170" y="4248107"/>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22" name="line-380">
            <a:extLst xmlns:a="http://schemas.openxmlformats.org/drawingml/2006/main">
              <a:ext uri="{FF2B5EF4-FFF2-40B4-BE49-F238E27FC236}">
                <a16:creationId xmlns:a16="http://schemas.microsoft.com/office/drawing/2014/main" id="{39593CDA-F856-4BB4-9A96-FB680EB949F9}"/>
              </a:ext>
            </a:extLst>
          </p:cNvPr>
          <p:cNvSpPr>
            <a:spLocks xmlns:a="http://schemas.openxmlformats.org/drawingml/2006/main" noGrp="1"/>
          </p:cNvSpPr>
          <p:nvPr/>
        </p:nvSpPr>
        <p:spPr>
          <a:xfrm xmlns:a="http://schemas.openxmlformats.org/drawingml/2006/main">
            <a:off x="6324600" y="4248107"/>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23" name="line-381">
            <a:extLst xmlns:a="http://schemas.openxmlformats.org/drawingml/2006/main">
              <a:ext uri="{FF2B5EF4-FFF2-40B4-BE49-F238E27FC236}">
                <a16:creationId xmlns:a16="http://schemas.microsoft.com/office/drawing/2014/main" id="{3788BBD5-A3D2-43A6-B3FB-9836165DC611}"/>
              </a:ext>
            </a:extLst>
          </p:cNvPr>
          <p:cNvSpPr>
            <a:spLocks xmlns:a="http://schemas.openxmlformats.org/drawingml/2006/main" noGrp="1"/>
          </p:cNvSpPr>
          <p:nvPr/>
        </p:nvSpPr>
        <p:spPr>
          <a:xfrm xmlns:a="http://schemas.openxmlformats.org/drawingml/2006/main">
            <a:off x="10420350" y="3943350"/>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24" name="line-382">
            <a:extLst xmlns:a="http://schemas.openxmlformats.org/drawingml/2006/main">
              <a:ext uri="{FF2B5EF4-FFF2-40B4-BE49-F238E27FC236}">
                <a16:creationId xmlns:a16="http://schemas.microsoft.com/office/drawing/2014/main" id="{C1FBB8C7-4834-4A24-A9C5-C6A2D32CE8AF}"/>
              </a:ext>
            </a:extLst>
          </p:cNvPr>
          <p:cNvSpPr>
            <a:spLocks xmlns:a="http://schemas.openxmlformats.org/drawingml/2006/main" noGrp="1"/>
          </p:cNvSpPr>
          <p:nvPr/>
        </p:nvSpPr>
        <p:spPr>
          <a:xfrm xmlns:a="http://schemas.openxmlformats.org/drawingml/2006/main">
            <a:off x="10420350" y="4008438"/>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25" name="line-383">
            <a:extLst xmlns:a="http://schemas.openxmlformats.org/drawingml/2006/main">
              <a:ext uri="{FF2B5EF4-FFF2-40B4-BE49-F238E27FC236}">
                <a16:creationId xmlns:a16="http://schemas.microsoft.com/office/drawing/2014/main" id="{75073A15-4F39-4D93-9BF5-E996234CA9EC}"/>
              </a:ext>
            </a:extLst>
          </p:cNvPr>
          <p:cNvSpPr>
            <a:spLocks xmlns:a="http://schemas.openxmlformats.org/drawingml/2006/main" noGrp="1"/>
          </p:cNvSpPr>
          <p:nvPr/>
        </p:nvSpPr>
        <p:spPr>
          <a:xfrm xmlns:a="http://schemas.openxmlformats.org/drawingml/2006/main">
            <a:off x="10420350" y="4073525"/>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26" name="line-384">
            <a:extLst xmlns:a="http://schemas.openxmlformats.org/drawingml/2006/main">
              <a:ext uri="{FF2B5EF4-FFF2-40B4-BE49-F238E27FC236}">
                <a16:creationId xmlns:a16="http://schemas.microsoft.com/office/drawing/2014/main" id="{69EAFED7-274F-49A8-94F4-F053921A895E}"/>
              </a:ext>
            </a:extLst>
          </p:cNvPr>
          <p:cNvSpPr>
            <a:spLocks xmlns:a="http://schemas.openxmlformats.org/drawingml/2006/main" noGrp="1"/>
          </p:cNvSpPr>
          <p:nvPr/>
        </p:nvSpPr>
        <p:spPr>
          <a:xfrm xmlns:a="http://schemas.openxmlformats.org/drawingml/2006/main">
            <a:off x="10420350" y="4138613"/>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27" name="line-385">
            <a:extLst xmlns:a="http://schemas.openxmlformats.org/drawingml/2006/main">
              <a:ext uri="{FF2B5EF4-FFF2-40B4-BE49-F238E27FC236}">
                <a16:creationId xmlns:a16="http://schemas.microsoft.com/office/drawing/2014/main" id="{756D1D52-A374-44A7-822C-DF88A57EB2BC}"/>
              </a:ext>
            </a:extLst>
          </p:cNvPr>
          <p:cNvSpPr>
            <a:spLocks xmlns:a="http://schemas.openxmlformats.org/drawingml/2006/main" noGrp="1"/>
          </p:cNvSpPr>
          <p:nvPr/>
        </p:nvSpPr>
        <p:spPr>
          <a:xfrm xmlns:a="http://schemas.openxmlformats.org/drawingml/2006/main">
            <a:off x="10420350" y="4203700"/>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28" name="line-386">
            <a:extLst xmlns:a="http://schemas.openxmlformats.org/drawingml/2006/main">
              <a:ext uri="{FF2B5EF4-FFF2-40B4-BE49-F238E27FC236}">
                <a16:creationId xmlns:a16="http://schemas.microsoft.com/office/drawing/2014/main" id="{9870603F-A599-4E0D-973B-16EDED067173}"/>
              </a:ext>
            </a:extLst>
          </p:cNvPr>
          <p:cNvSpPr>
            <a:spLocks xmlns:a="http://schemas.openxmlformats.org/drawingml/2006/main" noGrp="1"/>
          </p:cNvSpPr>
          <p:nvPr/>
        </p:nvSpPr>
        <p:spPr>
          <a:xfrm xmlns:a="http://schemas.openxmlformats.org/drawingml/2006/main">
            <a:off x="10420350" y="4268788"/>
            <a:ext cx="9525" cy="32544"/>
          </a:xfrm>
          <a:custGeom xmlns:a="http://schemas.openxmlformats.org/drawingml/2006/main">
            <a:pathLst>
              <a:path w="9525" h="32544">
                <a:moveTo>
                  <a:pt x="0" y="0"/>
                </a:moveTo>
                <a:lnTo>
                  <a:pt x="0" y="32544"/>
                </a:lnTo>
              </a:path>
            </a:pathLst>
          </a:custGeom>
          <a:noFill xmlns:a="http://schemas.openxmlformats.org/drawingml/2006/main"/>
          <a:ln xmlns:a="http://schemas.openxmlformats.org/drawingml/2006/main" w="19050">
            <a:solidFill>
              <a:srgbClr val="887798"/>
            </a:solidFill>
            <a:prstDash val="solid"/>
          </a:ln>
        </p:spPr>
      </p:sp>
      <p:sp>
        <p:nvSpPr>
          <p:cNvPr id="29" name="line-387">
            <a:extLst xmlns:a="http://schemas.openxmlformats.org/drawingml/2006/main">
              <a:ext uri="{FF2B5EF4-FFF2-40B4-BE49-F238E27FC236}">
                <a16:creationId xmlns:a16="http://schemas.microsoft.com/office/drawing/2014/main" id="{875D3C53-93E8-4BDF-963D-6EFDBEE7F1E1}"/>
              </a:ext>
            </a:extLst>
          </p:cNvPr>
          <p:cNvSpPr>
            <a:spLocks xmlns:a="http://schemas.openxmlformats.org/drawingml/2006/main" noGrp="1"/>
          </p:cNvSpPr>
          <p:nvPr/>
        </p:nvSpPr>
        <p:spPr>
          <a:xfrm xmlns:a="http://schemas.openxmlformats.org/drawingml/2006/main">
            <a:off x="10378920" y="4248107"/>
            <a:ext cx="41430" cy="85768"/>
          </a:xfrm>
          <a:custGeom xmlns:a="http://schemas.openxmlformats.org/drawingml/2006/main">
            <a:pathLst>
              <a:path w="41430" h="85768">
                <a:moveTo>
                  <a:pt x="0" y="0"/>
                </a:moveTo>
                <a:lnTo>
                  <a:pt x="41430" y="85768"/>
                </a:lnTo>
              </a:path>
            </a:pathLst>
          </a:custGeom>
          <a:noFill xmlns:a="http://schemas.openxmlformats.org/drawingml/2006/main"/>
          <a:ln xmlns:a="http://schemas.openxmlformats.org/drawingml/2006/main" w="28575">
            <a:solidFill>
              <a:srgbClr val="887798"/>
            </a:solidFill>
            <a:prstDash val="solid"/>
          </a:ln>
        </p:spPr>
      </p:sp>
      <p:sp>
        <p:nvSpPr>
          <p:cNvPr id="30" name="line-388">
            <a:extLst xmlns:a="http://schemas.openxmlformats.org/drawingml/2006/main">
              <a:ext uri="{FF2B5EF4-FFF2-40B4-BE49-F238E27FC236}">
                <a16:creationId xmlns:a16="http://schemas.microsoft.com/office/drawing/2014/main" id="{2E4F6486-2D39-4BF6-AEAC-D6A5F7F72640}"/>
              </a:ext>
            </a:extLst>
          </p:cNvPr>
          <p:cNvSpPr>
            <a:spLocks xmlns:a="http://schemas.openxmlformats.org/drawingml/2006/main" noGrp="1"/>
          </p:cNvSpPr>
          <p:nvPr/>
        </p:nvSpPr>
        <p:spPr>
          <a:xfrm xmlns:a="http://schemas.openxmlformats.org/drawingml/2006/main">
            <a:off x="10420350" y="4248107"/>
            <a:ext cx="41430" cy="85768"/>
          </a:xfrm>
          <a:custGeom xmlns:a="http://schemas.openxmlformats.org/drawingml/2006/main">
            <a:pathLst>
              <a:path w="41430" h="85768">
                <a:moveTo>
                  <a:pt x="41430" y="0"/>
                </a:moveTo>
                <a:lnTo>
                  <a:pt x="0" y="85768"/>
                </a:lnTo>
              </a:path>
            </a:pathLst>
          </a:custGeom>
          <a:noFill xmlns:a="http://schemas.openxmlformats.org/drawingml/2006/main"/>
          <a:ln xmlns:a="http://schemas.openxmlformats.org/drawingml/2006/main" w="28575">
            <a:solidFill>
              <a:srgbClr val="887798"/>
            </a:solidFill>
            <a:prstDash val="solid"/>
          </a:ln>
        </p:spPr>
      </p:sp>
      <p:sp>
        <p:nvSpPr>
          <p:cNvPr id="31" name="object-389">
            <a:extLst xmlns:a="http://schemas.openxmlformats.org/drawingml/2006/main">
              <a:ext uri="{FF2B5EF4-FFF2-40B4-BE49-F238E27FC236}">
                <a16:creationId xmlns:a16="http://schemas.microsoft.com/office/drawing/2014/main" id="{274D2A5F-47DE-4B1B-B934-8E169BEE5420}"/>
              </a:ext>
            </a:extLst>
          </p:cNvPr>
          <p:cNvSpPr>
            <a:spLocks xmlns:a="http://schemas.openxmlformats.org/drawingml/2006/main" noGrp="1"/>
          </p:cNvSpPr>
          <p:nvPr/>
        </p:nvSpPr>
        <p:spPr>
          <a:xfrm xmlns:a="http://schemas.openxmlformats.org/drawingml/2006/main">
            <a:off x="609600" y="4457700"/>
            <a:ext cx="2857500" cy="952500"/>
          </a:xfrm>
          <a:prstGeom xmlns:a="http://schemas.openxmlformats.org/drawingml/2006/main" prst="rect">
            <a:avLst/>
          </a:prstGeom>
          <a:solidFill xmlns:a="http://schemas.openxmlformats.org/drawingml/2006/main">
            <a:srgbClr val="12263B"/>
          </a:solidFill>
          <a:ln xmlns:a="http://schemas.openxmlformats.org/drawingml/2006/main" w="0">
            <a:noFill/>
            <a:prstDash val="solid"/>
          </a:ln>
        </p:spPr>
      </p:sp>
      <p:sp>
        <p:nvSpPr>
          <p:cNvPr id="32" name="object-390">
            <a:extLst xmlns:a="http://schemas.openxmlformats.org/drawingml/2006/main">
              <a:ext uri="{FF2B5EF4-FFF2-40B4-BE49-F238E27FC236}">
                <a16:creationId xmlns:a16="http://schemas.microsoft.com/office/drawing/2014/main" id="{42453D2C-20F1-4356-BE9B-9086B0C63B2A}"/>
              </a:ext>
            </a:extLst>
          </p:cNvPr>
          <p:cNvSpPr>
            <a:spLocks xmlns:a="http://schemas.openxmlformats.org/drawingml/2006/main" noGrp="1"/>
          </p:cNvSpPr>
          <p:nvPr/>
        </p:nvSpPr>
        <p:spPr>
          <a:xfrm xmlns:a="http://schemas.openxmlformats.org/drawingml/2006/main">
            <a:off x="723900" y="451485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流服务</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启动条件 / 状态 / 缓冲</a:t>
            </a:r>
          </a:p>
        </p:txBody>
      </p:sp>
      <p:sp>
        <p:nvSpPr>
          <p:cNvPr id="33" name="object-391">
            <a:extLst xmlns:a="http://schemas.openxmlformats.org/drawingml/2006/main">
              <a:ext uri="{FF2B5EF4-FFF2-40B4-BE49-F238E27FC236}">
                <a16:creationId xmlns:a16="http://schemas.microsoft.com/office/drawing/2014/main" id="{1AADE043-DB66-40C4-A8D2-C0CB0DF21B28}"/>
              </a:ext>
            </a:extLst>
          </p:cNvPr>
          <p:cNvSpPr>
            <a:spLocks xmlns:a="http://schemas.openxmlformats.org/drawingml/2006/main" noGrp="1"/>
          </p:cNvSpPr>
          <p:nvPr/>
        </p:nvSpPr>
        <p:spPr>
          <a:xfrm xmlns:a="http://schemas.openxmlformats.org/drawingml/2006/main">
            <a:off x="4286250" y="4457700"/>
            <a:ext cx="4095750" cy="95250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34" name="object-392">
            <a:extLst xmlns:a="http://schemas.openxmlformats.org/drawingml/2006/main">
              <a:ext uri="{FF2B5EF4-FFF2-40B4-BE49-F238E27FC236}">
                <a16:creationId xmlns:a16="http://schemas.microsoft.com/office/drawing/2014/main" id="{E7855CF3-5627-4AA4-BF72-1D1BF8120C82}"/>
              </a:ext>
            </a:extLst>
          </p:cNvPr>
          <p:cNvSpPr>
            <a:spLocks xmlns:a="http://schemas.openxmlformats.org/drawingml/2006/main" noGrp="1"/>
          </p:cNvSpPr>
          <p:nvPr/>
        </p:nvSpPr>
        <p:spPr>
          <a:xfrm xmlns:a="http://schemas.openxmlformats.org/drawingml/2006/main">
            <a:off x="4400550" y="4514850"/>
            <a:ext cx="38671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引擎执行</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消息请求 / 节点通路 / 持续提交</a:t>
            </a:r>
          </a:p>
        </p:txBody>
      </p:sp>
      <p:sp>
        <p:nvSpPr>
          <p:cNvPr id="35" name="object-393">
            <a:extLst xmlns:a="http://schemas.openxmlformats.org/drawingml/2006/main">
              <a:ext uri="{FF2B5EF4-FFF2-40B4-BE49-F238E27FC236}">
                <a16:creationId xmlns:a16="http://schemas.microsoft.com/office/drawing/2014/main" id="{D405F8A9-736A-4A28-A7F9-276417995F43}"/>
              </a:ext>
            </a:extLst>
          </p:cNvPr>
          <p:cNvSpPr>
            <a:spLocks xmlns:a="http://schemas.openxmlformats.org/drawingml/2006/main" noGrp="1"/>
          </p:cNvSpPr>
          <p:nvPr/>
        </p:nvSpPr>
        <p:spPr>
          <a:xfrm xmlns:a="http://schemas.openxmlformats.org/drawingml/2006/main">
            <a:off x="9201150" y="4457700"/>
            <a:ext cx="2362200" cy="952500"/>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36" name="object-394">
            <a:extLst xmlns:a="http://schemas.openxmlformats.org/drawingml/2006/main">
              <a:ext uri="{FF2B5EF4-FFF2-40B4-BE49-F238E27FC236}">
                <a16:creationId xmlns:a16="http://schemas.microsoft.com/office/drawing/2014/main" id="{018909CF-79EE-488A-8793-0366A8EC1C6D}"/>
              </a:ext>
            </a:extLst>
          </p:cNvPr>
          <p:cNvSpPr>
            <a:spLocks xmlns:a="http://schemas.openxmlformats.org/drawingml/2006/main" noGrp="1"/>
          </p:cNvSpPr>
          <p:nvPr/>
        </p:nvSpPr>
        <p:spPr>
          <a:xfrm xmlns:a="http://schemas.openxmlformats.org/drawingml/2006/main">
            <a:off x="9315450" y="4514850"/>
            <a:ext cx="2133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FFFFFF"/>
                </a:solidFill>
                <a:latin typeface="Microsoft YaHei"/>
                <a:ea typeface="Microsoft YaHei"/>
                <a:cs typeface="Microsoft YaHei"/>
              </a:defRPr>
            </a:defPPr>
            <a:lvl1pPr algn="ctr">
              <a:defRPr sz="2025" b="1">
                <a:solidFill>
                  <a:srgbClr val="FFFFFF"/>
                </a:solidFill>
                <a:latin typeface="Microsoft YaHei"/>
                <a:ea typeface="Microsoft YaHei"/>
                <a:cs typeface="Microsoft YaHei"/>
              </a:defRPr>
            </a:lvl1pPr>
            <a:lvl2pPr algn="ctr">
              <a:defRPr sz="2025" b="1">
                <a:solidFill>
                  <a:srgbClr val="FFFFFF"/>
                </a:solidFill>
                <a:latin typeface="Microsoft YaHei"/>
                <a:ea typeface="Microsoft YaHei"/>
                <a:cs typeface="Microsoft YaHei"/>
              </a:defRPr>
            </a:lvl2pPr>
            <a:lvl3pPr algn="ctr">
              <a:defRPr sz="2025" b="1">
                <a:solidFill>
                  <a:srgbClr val="FFFFFF"/>
                </a:solidFill>
                <a:latin typeface="Microsoft YaHei"/>
                <a:ea typeface="Microsoft YaHei"/>
                <a:cs typeface="Microsoft YaHei"/>
              </a:defRPr>
            </a:lvl3pPr>
            <a:lvl4pPr algn="ctr">
              <a:defRPr sz="2025" b="1">
                <a:solidFill>
                  <a:srgbClr val="FFFFFF"/>
                </a:solidFill>
                <a:latin typeface="Microsoft YaHei"/>
                <a:ea typeface="Microsoft YaHei"/>
                <a:cs typeface="Microsoft YaHei"/>
              </a:defRPr>
            </a:lvl4pPr>
            <a:lvl5pPr algn="ctr">
              <a:defRPr sz="2025" b="1">
                <a:solidFill>
                  <a:srgbClr val="FFFFFF"/>
                </a:solidFill>
                <a:latin typeface="Microsoft YaHei"/>
                <a:ea typeface="Microsoft YaHei"/>
                <a:cs typeface="Microsoft YaHei"/>
              </a:defRPr>
            </a:lvl5pPr>
            <a:lvl6pPr algn="ctr">
              <a:defRPr sz="2025" b="1">
                <a:solidFill>
                  <a:srgbClr val="FFFFFF"/>
                </a:solidFill>
                <a:latin typeface="Microsoft YaHei"/>
                <a:ea typeface="Microsoft YaHei"/>
                <a:cs typeface="Microsoft YaHei"/>
              </a:defRPr>
            </a:lvl6pPr>
            <a:lvl7pPr algn="ctr">
              <a:defRPr sz="2025" b="1">
                <a:solidFill>
                  <a:srgbClr val="FFFFFF"/>
                </a:solidFill>
                <a:latin typeface="Microsoft YaHei"/>
                <a:ea typeface="Microsoft YaHei"/>
                <a:cs typeface="Microsoft YaHei"/>
              </a:defRPr>
            </a:lvl7pPr>
            <a:lvl8pPr algn="ctr">
              <a:defRPr sz="2025" b="1">
                <a:solidFill>
                  <a:srgbClr val="FFFFFF"/>
                </a:solidFill>
                <a:latin typeface="Microsoft YaHei"/>
                <a:ea typeface="Microsoft YaHei"/>
                <a:cs typeface="Microsoft YaHei"/>
              </a:defRPr>
            </a:lvl8pPr>
            <a:lvl9pPr algn="ctr">
              <a:defRPr sz="2025" b="1">
                <a:solidFill>
                  <a:srgbClr val="FFFFFF"/>
                </a:solidFill>
                <a:latin typeface="Microsoft YaHei"/>
                <a:ea typeface="Microsoft YaHei"/>
                <a:cs typeface="Microsoft YaHei"/>
              </a:defRPr>
            </a:lvl9pPr>
          </a:lstStyle>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设备适配</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目标输出</a:t>
            </a:r>
          </a:p>
        </p:txBody>
      </p:sp>
      <p:sp>
        <p:nvSpPr>
          <p:cNvPr id="37" name="line-395">
            <a:extLst xmlns:a="http://schemas.openxmlformats.org/drawingml/2006/main">
              <a:ext uri="{FF2B5EF4-FFF2-40B4-BE49-F238E27FC236}">
                <a16:creationId xmlns:a16="http://schemas.microsoft.com/office/drawing/2014/main" id="{86D2470F-A8DD-4C1B-BBFE-1269FE55D500}"/>
              </a:ext>
            </a:extLst>
          </p:cNvPr>
          <p:cNvSpPr>
            <a:spLocks xmlns:a="http://schemas.openxmlformats.org/drawingml/2006/main" noGrp="1"/>
          </p:cNvSpPr>
          <p:nvPr/>
        </p:nvSpPr>
        <p:spPr>
          <a:xfrm xmlns:a="http://schemas.openxmlformats.org/drawingml/2006/main">
            <a:off x="3581400" y="4933950"/>
            <a:ext cx="590550" cy="9525"/>
          </a:xfrm>
          <a:custGeom xmlns:a="http://schemas.openxmlformats.org/drawingml/2006/main">
            <a:pathLst>
              <a:path w="590550" h="9525">
                <a:moveTo>
                  <a:pt x="0" y="0"/>
                </a:moveTo>
                <a:lnTo>
                  <a:pt x="590550" y="0"/>
                </a:lnTo>
              </a:path>
            </a:pathLst>
          </a:custGeom>
          <a:noFill xmlns:a="http://schemas.openxmlformats.org/drawingml/2006/main"/>
          <a:ln xmlns:a="http://schemas.openxmlformats.org/drawingml/2006/main" w="28575">
            <a:solidFill>
              <a:srgbClr val="3379EB"/>
            </a:solidFill>
            <a:prstDash val="solid"/>
          </a:ln>
        </p:spPr>
      </p:sp>
      <p:sp>
        <p:nvSpPr>
          <p:cNvPr id="38" name="line-396">
            <a:extLst xmlns:a="http://schemas.openxmlformats.org/drawingml/2006/main">
              <a:ext uri="{FF2B5EF4-FFF2-40B4-BE49-F238E27FC236}">
                <a16:creationId xmlns:a16="http://schemas.microsoft.com/office/drawing/2014/main" id="{305FCE88-C32A-42A5-8680-622D2BEF8D82}"/>
              </a:ext>
            </a:extLst>
          </p:cNvPr>
          <p:cNvSpPr>
            <a:spLocks xmlns:a="http://schemas.openxmlformats.org/drawingml/2006/main" noGrp="1"/>
          </p:cNvSpPr>
          <p:nvPr/>
        </p:nvSpPr>
        <p:spPr>
          <a:xfrm xmlns:a="http://schemas.openxmlformats.org/drawingml/2006/main">
            <a:off x="4086182" y="49339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9" name="line-397">
            <a:extLst xmlns:a="http://schemas.openxmlformats.org/drawingml/2006/main">
              <a:ext uri="{FF2B5EF4-FFF2-40B4-BE49-F238E27FC236}">
                <a16:creationId xmlns:a16="http://schemas.microsoft.com/office/drawing/2014/main" id="{0874E23A-B60C-4446-B8FA-D51F99573EC5}"/>
              </a:ext>
            </a:extLst>
          </p:cNvPr>
          <p:cNvSpPr>
            <a:spLocks xmlns:a="http://schemas.openxmlformats.org/drawingml/2006/main" noGrp="1"/>
          </p:cNvSpPr>
          <p:nvPr/>
        </p:nvSpPr>
        <p:spPr>
          <a:xfrm xmlns:a="http://schemas.openxmlformats.org/drawingml/2006/main">
            <a:off x="4086182" y="48925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40" name="line-398">
            <a:extLst xmlns:a="http://schemas.openxmlformats.org/drawingml/2006/main">
              <a:ext uri="{FF2B5EF4-FFF2-40B4-BE49-F238E27FC236}">
                <a16:creationId xmlns:a16="http://schemas.microsoft.com/office/drawing/2014/main" id="{17D9CEEF-5F93-4333-8BCA-7564F7EA7007}"/>
              </a:ext>
            </a:extLst>
          </p:cNvPr>
          <p:cNvSpPr>
            <a:spLocks xmlns:a="http://schemas.openxmlformats.org/drawingml/2006/main" noGrp="1"/>
          </p:cNvSpPr>
          <p:nvPr/>
        </p:nvSpPr>
        <p:spPr>
          <a:xfrm xmlns:a="http://schemas.openxmlformats.org/drawingml/2006/main">
            <a:off x="8496300" y="4933950"/>
            <a:ext cx="590550" cy="9525"/>
          </a:xfrm>
          <a:custGeom xmlns:a="http://schemas.openxmlformats.org/drawingml/2006/main">
            <a:pathLst>
              <a:path w="590550" h="9525">
                <a:moveTo>
                  <a:pt x="0" y="0"/>
                </a:moveTo>
                <a:lnTo>
                  <a:pt x="590550" y="0"/>
                </a:lnTo>
              </a:path>
            </a:pathLst>
          </a:custGeom>
          <a:noFill xmlns:a="http://schemas.openxmlformats.org/drawingml/2006/main"/>
          <a:ln xmlns:a="http://schemas.openxmlformats.org/drawingml/2006/main" w="28575">
            <a:solidFill>
              <a:srgbClr val="3379EB"/>
            </a:solidFill>
            <a:prstDash val="solid"/>
          </a:ln>
        </p:spPr>
      </p:sp>
      <p:sp>
        <p:nvSpPr>
          <p:cNvPr id="41" name="line-399">
            <a:extLst xmlns:a="http://schemas.openxmlformats.org/drawingml/2006/main">
              <a:ext uri="{FF2B5EF4-FFF2-40B4-BE49-F238E27FC236}">
                <a16:creationId xmlns:a16="http://schemas.microsoft.com/office/drawing/2014/main" id="{D9AA83E9-8686-41DA-8605-E88685A079CF}"/>
              </a:ext>
            </a:extLst>
          </p:cNvPr>
          <p:cNvSpPr>
            <a:spLocks xmlns:a="http://schemas.openxmlformats.org/drawingml/2006/main" noGrp="1"/>
          </p:cNvSpPr>
          <p:nvPr/>
        </p:nvSpPr>
        <p:spPr>
          <a:xfrm xmlns:a="http://schemas.openxmlformats.org/drawingml/2006/main">
            <a:off x="9001082" y="49339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42" name="line-400">
            <a:extLst xmlns:a="http://schemas.openxmlformats.org/drawingml/2006/main">
              <a:ext uri="{FF2B5EF4-FFF2-40B4-BE49-F238E27FC236}">
                <a16:creationId xmlns:a16="http://schemas.microsoft.com/office/drawing/2014/main" id="{B808736E-6A31-49D5-92BC-9A02E59C985A}"/>
              </a:ext>
            </a:extLst>
          </p:cNvPr>
          <p:cNvSpPr>
            <a:spLocks xmlns:a="http://schemas.openxmlformats.org/drawingml/2006/main" noGrp="1"/>
          </p:cNvSpPr>
          <p:nvPr/>
        </p:nvSpPr>
        <p:spPr>
          <a:xfrm xmlns:a="http://schemas.openxmlformats.org/drawingml/2006/main">
            <a:off x="9001082" y="48925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43" name="object-401">
            <a:extLst xmlns:a="http://schemas.openxmlformats.org/drawingml/2006/main">
              <a:ext uri="{FF2B5EF4-FFF2-40B4-BE49-F238E27FC236}">
                <a16:creationId xmlns:a16="http://schemas.microsoft.com/office/drawing/2014/main" id="{D5A4209C-CF0C-46F1-B25E-59B77E941811}"/>
              </a:ext>
            </a:extLst>
          </p:cNvPr>
          <p:cNvSpPr>
            <a:spLocks xmlns:a="http://schemas.openxmlformats.org/drawingml/2006/main" noGrp="1"/>
          </p:cNvSpPr>
          <p:nvPr/>
        </p:nvSpPr>
        <p:spPr>
          <a:xfrm xmlns:a="http://schemas.openxmlformats.org/drawingml/2006/main">
            <a:off x="609600" y="5781675"/>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3379EB"/>
                </a:solidFill>
                <a:latin typeface="Microsoft YaHei"/>
                <a:ea typeface="Microsoft YaHei"/>
                <a:cs typeface="Microsoft YaHei"/>
              </a:defRPr>
            </a:defPPr>
            <a:lvl1pPr algn="l">
              <a:defRPr sz="2175" b="1">
                <a:solidFill>
                  <a:srgbClr val="3379EB"/>
                </a:solidFill>
                <a:latin typeface="Microsoft YaHei"/>
                <a:ea typeface="Microsoft YaHei"/>
                <a:cs typeface="Microsoft YaHei"/>
              </a:defRPr>
            </a:lvl1pPr>
            <a:lvl2pPr algn="l">
              <a:defRPr sz="2175" b="1">
                <a:solidFill>
                  <a:srgbClr val="3379EB"/>
                </a:solidFill>
                <a:latin typeface="Microsoft YaHei"/>
                <a:ea typeface="Microsoft YaHei"/>
                <a:cs typeface="Microsoft YaHei"/>
              </a:defRPr>
            </a:lvl2pPr>
            <a:lvl3pPr algn="l">
              <a:defRPr sz="2175" b="1">
                <a:solidFill>
                  <a:srgbClr val="3379EB"/>
                </a:solidFill>
                <a:latin typeface="Microsoft YaHei"/>
                <a:ea typeface="Microsoft YaHei"/>
                <a:cs typeface="Microsoft YaHei"/>
              </a:defRPr>
            </a:lvl3pPr>
            <a:lvl4pPr algn="l">
              <a:defRPr sz="2175" b="1">
                <a:solidFill>
                  <a:srgbClr val="3379EB"/>
                </a:solidFill>
                <a:latin typeface="Microsoft YaHei"/>
                <a:ea typeface="Microsoft YaHei"/>
                <a:cs typeface="Microsoft YaHei"/>
              </a:defRPr>
            </a:lvl4pPr>
            <a:lvl5pPr algn="l">
              <a:defRPr sz="2175" b="1">
                <a:solidFill>
                  <a:srgbClr val="3379EB"/>
                </a:solidFill>
                <a:latin typeface="Microsoft YaHei"/>
                <a:ea typeface="Microsoft YaHei"/>
                <a:cs typeface="Microsoft YaHei"/>
              </a:defRPr>
            </a:lvl5pPr>
            <a:lvl6pPr algn="l">
              <a:defRPr sz="2175" b="1">
                <a:solidFill>
                  <a:srgbClr val="3379EB"/>
                </a:solidFill>
                <a:latin typeface="Microsoft YaHei"/>
                <a:ea typeface="Microsoft YaHei"/>
                <a:cs typeface="Microsoft YaHei"/>
              </a:defRPr>
            </a:lvl6pPr>
            <a:lvl7pPr algn="l">
              <a:defRPr sz="2175" b="1">
                <a:solidFill>
                  <a:srgbClr val="3379EB"/>
                </a:solidFill>
                <a:latin typeface="Microsoft YaHei"/>
                <a:ea typeface="Microsoft YaHei"/>
                <a:cs typeface="Microsoft YaHei"/>
              </a:defRPr>
            </a:lvl7pPr>
            <a:lvl8pPr algn="l">
              <a:defRPr sz="2175" b="1">
                <a:solidFill>
                  <a:srgbClr val="3379EB"/>
                </a:solidFill>
                <a:latin typeface="Microsoft YaHei"/>
                <a:ea typeface="Microsoft YaHei"/>
                <a:cs typeface="Microsoft YaHei"/>
              </a:defRPr>
            </a:lvl8pPr>
            <a:lvl9pPr algn="l">
              <a:defRPr sz="2175" b="1">
                <a:solidFill>
                  <a:srgbClr val="3379EB"/>
                </a:solidFill>
                <a:latin typeface="Microsoft YaHei"/>
                <a:ea typeface="Microsoft YaHei"/>
                <a:cs typeface="Microsoft YaHei"/>
              </a:defRPr>
            </a:lvl9pPr>
          </a:lstStyle>
          <a:p xmlns:a="http://schemas.openxmlformats.org/drawingml/2006/main">
            <a:pPr algn="l">
              <a:defRPr sz="2175" b="1">
                <a:solidFill>
                  <a:srgbClr val="3379EB"/>
                </a:solidFill>
                <a:latin typeface="Microsoft YaHei"/>
                <a:ea typeface="Microsoft YaHei"/>
                <a:cs typeface="Microsoft YaHei"/>
              </a:defRPr>
            </a:pPr>
            <a:r>
              <a:rPr sz="2175" b="1">
                <a:solidFill>
                  <a:srgbClr val="3379EB"/>
                </a:solidFill>
                <a:latin typeface="Microsoft YaHei"/>
                <a:ea typeface="Microsoft YaHei"/>
                <a:cs typeface="Microsoft YaHei"/>
              </a:rPr>
              <a:t>局部执行效率，要放回正确的系统行为和输出结果中评价</a:t>
            </a:r>
          </a:p>
        </p:txBody>
      </p:sp>
      <p:sp>
        <p:nvSpPr>
          <p:cNvPr id="44" name="object-402">
            <a:extLst xmlns:a="http://schemas.openxmlformats.org/drawingml/2006/main">
              <a:ext uri="{FF2B5EF4-FFF2-40B4-BE49-F238E27FC236}">
                <a16:creationId xmlns:a16="http://schemas.microsoft.com/office/drawing/2014/main" id="{79DC5B30-6595-4B35-856C-A12903944414}"/>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职责关系示意，控制链与异步回程有折叠；不预设游戏、提醒和耳机切换的统一策略结果</a:t>
            </a:r>
          </a:p>
        </p:txBody>
      </p:sp>
      <p:sp>
        <p:nvSpPr>
          <p:cNvPr id="45" name="object-403">
            <a:extLst xmlns:a="http://schemas.openxmlformats.org/drawingml/2006/main">
              <a:ext uri="{FF2B5EF4-FFF2-40B4-BE49-F238E27FC236}">
                <a16:creationId xmlns:a16="http://schemas.microsoft.com/office/drawing/2014/main" id="{94DBE9BB-CD22-4B90-80DE-3D9055515215}"/>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12</a:t>
            </a:r>
          </a:p>
        </p:txBody>
      </p:sp>
    </p:spTree>
    <p:extLst>
      <p:ext uri="{BB962C8B-B14F-4D97-AF65-F5344CB8AC3E}">
        <p14:creationId xmlns:p14="http://schemas.microsoft.com/office/powerpoint/2010/main" val="1622599253"/>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object-404">
            <a:extLst xmlns:a="http://schemas.openxmlformats.org/drawingml/2006/main">
              <a:ext uri="{FF2B5EF4-FFF2-40B4-BE49-F238E27FC236}">
                <a16:creationId xmlns:a16="http://schemas.microsoft.com/office/drawing/2014/main" id="{01D4FC66-D191-48A8-AD27-96F39364CAFE}"/>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第四部分 · 从机制到系统收益</a:t>
            </a:r>
          </a:p>
        </p:txBody>
      </p:sp>
      <p:sp>
        <p:nvSpPr>
          <p:cNvPr id="2" name="object-405">
            <a:extLst xmlns:a="http://schemas.openxmlformats.org/drawingml/2006/main">
              <a:ext uri="{FF2B5EF4-FFF2-40B4-BE49-F238E27FC236}">
                <a16:creationId xmlns:a16="http://schemas.microsoft.com/office/drawing/2014/main" id="{31874CF3-D17E-4FF7-82EC-2D3AB4039027}"/>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收益怎样在整条音频链路上体现</a:t>
            </a:r>
          </a:p>
        </p:txBody>
      </p:sp>
      <p:sp>
        <p:nvSpPr>
          <p:cNvPr id="3" name="object-406">
            <a:extLst xmlns:a="http://schemas.openxmlformats.org/drawingml/2006/main">
              <a:ext uri="{FF2B5EF4-FFF2-40B4-BE49-F238E27FC236}">
                <a16:creationId xmlns:a16="http://schemas.microsoft.com/office/drawing/2014/main" id="{8A0E278B-0C6D-4B1C-A9EF-D24D7B15CBA9}"/>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机制提供改善路径，系统收益需要在一致的场景和测量边界下观察</a:t>
            </a:r>
          </a:p>
        </p:txBody>
      </p:sp>
      <p:sp>
        <p:nvSpPr>
          <p:cNvPr id="4" name="object-407">
            <a:extLst xmlns:a="http://schemas.openxmlformats.org/drawingml/2006/main">
              <a:ext uri="{FF2B5EF4-FFF2-40B4-BE49-F238E27FC236}">
                <a16:creationId xmlns:a16="http://schemas.microsoft.com/office/drawing/2014/main" id="{7A1FE86D-9D00-4898-B7F2-0DD3E5BD1BF6}"/>
              </a:ext>
            </a:extLst>
          </p:cNvPr>
          <p:cNvSpPr>
            <a:spLocks xmlns:a="http://schemas.openxmlformats.org/drawingml/2006/main" noGrp="1"/>
          </p:cNvSpPr>
          <p:nvPr/>
        </p:nvSpPr>
        <p:spPr>
          <a:xfrm xmlns:a="http://schemas.openxmlformats.org/drawingml/2006/main">
            <a:off x="609600" y="2371725"/>
            <a:ext cx="2809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62768A"/>
                </a:solidFill>
                <a:latin typeface="Microsoft YaHei"/>
                <a:ea typeface="Microsoft YaHei"/>
                <a:cs typeface="Microsoft YaHei"/>
              </a:defRPr>
            </a:defPPr>
            <a:lvl1pPr algn="l">
              <a:defRPr sz="2025" b="1">
                <a:solidFill>
                  <a:srgbClr val="62768A"/>
                </a:solidFill>
                <a:latin typeface="Microsoft YaHei"/>
                <a:ea typeface="Microsoft YaHei"/>
                <a:cs typeface="Microsoft YaHei"/>
              </a:defRPr>
            </a:lvl1pPr>
            <a:lvl2pPr algn="l">
              <a:defRPr sz="2025" b="1">
                <a:solidFill>
                  <a:srgbClr val="62768A"/>
                </a:solidFill>
                <a:latin typeface="Microsoft YaHei"/>
                <a:ea typeface="Microsoft YaHei"/>
                <a:cs typeface="Microsoft YaHei"/>
              </a:defRPr>
            </a:lvl2pPr>
            <a:lvl3pPr algn="l">
              <a:defRPr sz="2025" b="1">
                <a:solidFill>
                  <a:srgbClr val="62768A"/>
                </a:solidFill>
                <a:latin typeface="Microsoft YaHei"/>
                <a:ea typeface="Microsoft YaHei"/>
                <a:cs typeface="Microsoft YaHei"/>
              </a:defRPr>
            </a:lvl3pPr>
            <a:lvl4pPr algn="l">
              <a:defRPr sz="2025" b="1">
                <a:solidFill>
                  <a:srgbClr val="62768A"/>
                </a:solidFill>
                <a:latin typeface="Microsoft YaHei"/>
                <a:ea typeface="Microsoft YaHei"/>
                <a:cs typeface="Microsoft YaHei"/>
              </a:defRPr>
            </a:lvl4pPr>
            <a:lvl5pPr algn="l">
              <a:defRPr sz="2025" b="1">
                <a:solidFill>
                  <a:srgbClr val="62768A"/>
                </a:solidFill>
                <a:latin typeface="Microsoft YaHei"/>
                <a:ea typeface="Microsoft YaHei"/>
                <a:cs typeface="Microsoft YaHei"/>
              </a:defRPr>
            </a:lvl5pPr>
            <a:lvl6pPr algn="l">
              <a:defRPr sz="2025" b="1">
                <a:solidFill>
                  <a:srgbClr val="62768A"/>
                </a:solidFill>
                <a:latin typeface="Microsoft YaHei"/>
                <a:ea typeface="Microsoft YaHei"/>
                <a:cs typeface="Microsoft YaHei"/>
              </a:defRPr>
            </a:lvl6pPr>
            <a:lvl7pPr algn="l">
              <a:defRPr sz="2025" b="1">
                <a:solidFill>
                  <a:srgbClr val="62768A"/>
                </a:solidFill>
                <a:latin typeface="Microsoft YaHei"/>
                <a:ea typeface="Microsoft YaHei"/>
                <a:cs typeface="Microsoft YaHei"/>
              </a:defRPr>
            </a:lvl7pPr>
            <a:lvl8pPr algn="l">
              <a:defRPr sz="2025" b="1">
                <a:solidFill>
                  <a:srgbClr val="62768A"/>
                </a:solidFill>
                <a:latin typeface="Microsoft YaHei"/>
                <a:ea typeface="Microsoft YaHei"/>
                <a:cs typeface="Microsoft YaHei"/>
              </a:defRPr>
            </a:lvl8pPr>
            <a:lvl9pPr algn="l">
              <a:defRPr sz="2025" b="1">
                <a:solidFill>
                  <a:srgbClr val="62768A"/>
                </a:solidFill>
                <a:latin typeface="Microsoft YaHei"/>
                <a:ea typeface="Microsoft YaHei"/>
                <a:cs typeface="Microsoft YaHei"/>
              </a:defRPr>
            </a:lvl9pPr>
          </a:lstStyle>
          <a:p xmlns:a="http://schemas.openxmlformats.org/drawingml/2006/main">
            <a:pPr algn="l">
              <a:defRPr sz="2025" b="1">
                <a:solidFill>
                  <a:srgbClr val="62768A"/>
                </a:solidFill>
                <a:latin typeface="Microsoft YaHei"/>
                <a:ea typeface="Microsoft YaHei"/>
                <a:cs typeface="Microsoft YaHei"/>
              </a:defRPr>
            </a:pPr>
            <a:r>
              <a:rPr sz="2025" b="1">
                <a:solidFill>
                  <a:srgbClr val="62768A"/>
                </a:solidFill>
                <a:latin typeface="Microsoft YaHei"/>
                <a:ea typeface="Microsoft YaHei"/>
                <a:cs typeface="Microsoft YaHei"/>
              </a:rPr>
              <a:t>收益维度</a:t>
            </a:r>
          </a:p>
        </p:txBody>
      </p:sp>
      <p:sp>
        <p:nvSpPr>
          <p:cNvPr id="5" name="object-408">
            <a:extLst xmlns:a="http://schemas.openxmlformats.org/drawingml/2006/main">
              <a:ext uri="{FF2B5EF4-FFF2-40B4-BE49-F238E27FC236}">
                <a16:creationId xmlns:a16="http://schemas.microsoft.com/office/drawing/2014/main" id="{2E9E88D3-CDEF-4297-B02B-84BFE092ED2F}"/>
              </a:ext>
            </a:extLst>
          </p:cNvPr>
          <p:cNvSpPr>
            <a:spLocks xmlns:a="http://schemas.openxmlformats.org/drawingml/2006/main" noGrp="1"/>
          </p:cNvSpPr>
          <p:nvPr/>
        </p:nvSpPr>
        <p:spPr>
          <a:xfrm xmlns:a="http://schemas.openxmlformats.org/drawingml/2006/main">
            <a:off x="3619500" y="23717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62768A"/>
                </a:solidFill>
                <a:latin typeface="Microsoft YaHei"/>
                <a:ea typeface="Microsoft YaHei"/>
                <a:cs typeface="Microsoft YaHei"/>
              </a:defRPr>
            </a:defPPr>
            <a:lvl1pPr algn="l">
              <a:defRPr sz="2025" b="1">
                <a:solidFill>
                  <a:srgbClr val="62768A"/>
                </a:solidFill>
                <a:latin typeface="Microsoft YaHei"/>
                <a:ea typeface="Microsoft YaHei"/>
                <a:cs typeface="Microsoft YaHei"/>
              </a:defRPr>
            </a:lvl1pPr>
            <a:lvl2pPr algn="l">
              <a:defRPr sz="2025" b="1">
                <a:solidFill>
                  <a:srgbClr val="62768A"/>
                </a:solidFill>
                <a:latin typeface="Microsoft YaHei"/>
                <a:ea typeface="Microsoft YaHei"/>
                <a:cs typeface="Microsoft YaHei"/>
              </a:defRPr>
            </a:lvl2pPr>
            <a:lvl3pPr algn="l">
              <a:defRPr sz="2025" b="1">
                <a:solidFill>
                  <a:srgbClr val="62768A"/>
                </a:solidFill>
                <a:latin typeface="Microsoft YaHei"/>
                <a:ea typeface="Microsoft YaHei"/>
                <a:cs typeface="Microsoft YaHei"/>
              </a:defRPr>
            </a:lvl3pPr>
            <a:lvl4pPr algn="l">
              <a:defRPr sz="2025" b="1">
                <a:solidFill>
                  <a:srgbClr val="62768A"/>
                </a:solidFill>
                <a:latin typeface="Microsoft YaHei"/>
                <a:ea typeface="Microsoft YaHei"/>
                <a:cs typeface="Microsoft YaHei"/>
              </a:defRPr>
            </a:lvl4pPr>
            <a:lvl5pPr algn="l">
              <a:defRPr sz="2025" b="1">
                <a:solidFill>
                  <a:srgbClr val="62768A"/>
                </a:solidFill>
                <a:latin typeface="Microsoft YaHei"/>
                <a:ea typeface="Microsoft YaHei"/>
                <a:cs typeface="Microsoft YaHei"/>
              </a:defRPr>
            </a:lvl5pPr>
            <a:lvl6pPr algn="l">
              <a:defRPr sz="2025" b="1">
                <a:solidFill>
                  <a:srgbClr val="62768A"/>
                </a:solidFill>
                <a:latin typeface="Microsoft YaHei"/>
                <a:ea typeface="Microsoft YaHei"/>
                <a:cs typeface="Microsoft YaHei"/>
              </a:defRPr>
            </a:lvl6pPr>
            <a:lvl7pPr algn="l">
              <a:defRPr sz="2025" b="1">
                <a:solidFill>
                  <a:srgbClr val="62768A"/>
                </a:solidFill>
                <a:latin typeface="Microsoft YaHei"/>
                <a:ea typeface="Microsoft YaHei"/>
                <a:cs typeface="Microsoft YaHei"/>
              </a:defRPr>
            </a:lvl7pPr>
            <a:lvl8pPr algn="l">
              <a:defRPr sz="2025" b="1">
                <a:solidFill>
                  <a:srgbClr val="62768A"/>
                </a:solidFill>
                <a:latin typeface="Microsoft YaHei"/>
                <a:ea typeface="Microsoft YaHei"/>
                <a:cs typeface="Microsoft YaHei"/>
              </a:defRPr>
            </a:lvl8pPr>
            <a:lvl9pPr algn="l">
              <a:defRPr sz="2025" b="1">
                <a:solidFill>
                  <a:srgbClr val="62768A"/>
                </a:solidFill>
                <a:latin typeface="Microsoft YaHei"/>
                <a:ea typeface="Microsoft YaHei"/>
                <a:cs typeface="Microsoft YaHei"/>
              </a:defRPr>
            </a:lvl9pPr>
          </a:lstStyle>
          <a:p xmlns:a="http://schemas.openxmlformats.org/drawingml/2006/main">
            <a:pPr algn="l">
              <a:defRPr sz="2025" b="1">
                <a:solidFill>
                  <a:srgbClr val="62768A"/>
                </a:solidFill>
                <a:latin typeface="Microsoft YaHei"/>
                <a:ea typeface="Microsoft YaHei"/>
                <a:cs typeface="Microsoft YaHei"/>
              </a:defRPr>
            </a:pPr>
            <a:r>
              <a:rPr sz="2025" b="1">
                <a:solidFill>
                  <a:srgbClr val="62768A"/>
                </a:solidFill>
                <a:latin typeface="Microsoft YaHei"/>
                <a:ea typeface="Microsoft YaHei"/>
                <a:cs typeface="Microsoft YaHei"/>
              </a:rPr>
              <a:t>机制怎样起作用</a:t>
            </a:r>
          </a:p>
        </p:txBody>
      </p:sp>
      <p:sp>
        <p:nvSpPr>
          <p:cNvPr id="6" name="object-409">
            <a:extLst xmlns:a="http://schemas.openxmlformats.org/drawingml/2006/main">
              <a:ext uri="{FF2B5EF4-FFF2-40B4-BE49-F238E27FC236}">
                <a16:creationId xmlns:a16="http://schemas.microsoft.com/office/drawing/2014/main" id="{3B35B64F-116C-4DB1-A43B-2916C16CCE43}"/>
              </a:ext>
            </a:extLst>
          </p:cNvPr>
          <p:cNvSpPr>
            <a:spLocks xmlns:a="http://schemas.openxmlformats.org/drawingml/2006/main" noGrp="1"/>
          </p:cNvSpPr>
          <p:nvPr/>
        </p:nvSpPr>
        <p:spPr>
          <a:xfrm xmlns:a="http://schemas.openxmlformats.org/drawingml/2006/main">
            <a:off x="9210675" y="2371725"/>
            <a:ext cx="2352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62768A"/>
                </a:solidFill>
                <a:latin typeface="Microsoft YaHei"/>
                <a:ea typeface="Microsoft YaHei"/>
                <a:cs typeface="Microsoft YaHei"/>
              </a:defRPr>
            </a:defPPr>
            <a:lvl1pPr algn="l">
              <a:defRPr sz="2025" b="1">
                <a:solidFill>
                  <a:srgbClr val="62768A"/>
                </a:solidFill>
                <a:latin typeface="Microsoft YaHei"/>
                <a:ea typeface="Microsoft YaHei"/>
                <a:cs typeface="Microsoft YaHei"/>
              </a:defRPr>
            </a:lvl1pPr>
            <a:lvl2pPr algn="l">
              <a:defRPr sz="2025" b="1">
                <a:solidFill>
                  <a:srgbClr val="62768A"/>
                </a:solidFill>
                <a:latin typeface="Microsoft YaHei"/>
                <a:ea typeface="Microsoft YaHei"/>
                <a:cs typeface="Microsoft YaHei"/>
              </a:defRPr>
            </a:lvl2pPr>
            <a:lvl3pPr algn="l">
              <a:defRPr sz="2025" b="1">
                <a:solidFill>
                  <a:srgbClr val="62768A"/>
                </a:solidFill>
                <a:latin typeface="Microsoft YaHei"/>
                <a:ea typeface="Microsoft YaHei"/>
                <a:cs typeface="Microsoft YaHei"/>
              </a:defRPr>
            </a:lvl3pPr>
            <a:lvl4pPr algn="l">
              <a:defRPr sz="2025" b="1">
                <a:solidFill>
                  <a:srgbClr val="62768A"/>
                </a:solidFill>
                <a:latin typeface="Microsoft YaHei"/>
                <a:ea typeface="Microsoft YaHei"/>
                <a:cs typeface="Microsoft YaHei"/>
              </a:defRPr>
            </a:lvl4pPr>
            <a:lvl5pPr algn="l">
              <a:defRPr sz="2025" b="1">
                <a:solidFill>
                  <a:srgbClr val="62768A"/>
                </a:solidFill>
                <a:latin typeface="Microsoft YaHei"/>
                <a:ea typeface="Microsoft YaHei"/>
                <a:cs typeface="Microsoft YaHei"/>
              </a:defRPr>
            </a:lvl5pPr>
            <a:lvl6pPr algn="l">
              <a:defRPr sz="2025" b="1">
                <a:solidFill>
                  <a:srgbClr val="62768A"/>
                </a:solidFill>
                <a:latin typeface="Microsoft YaHei"/>
                <a:ea typeface="Microsoft YaHei"/>
                <a:cs typeface="Microsoft YaHei"/>
              </a:defRPr>
            </a:lvl6pPr>
            <a:lvl7pPr algn="l">
              <a:defRPr sz="2025" b="1">
                <a:solidFill>
                  <a:srgbClr val="62768A"/>
                </a:solidFill>
                <a:latin typeface="Microsoft YaHei"/>
                <a:ea typeface="Microsoft YaHei"/>
                <a:cs typeface="Microsoft YaHei"/>
              </a:defRPr>
            </a:lvl7pPr>
            <a:lvl8pPr algn="l">
              <a:defRPr sz="2025" b="1">
                <a:solidFill>
                  <a:srgbClr val="62768A"/>
                </a:solidFill>
                <a:latin typeface="Microsoft YaHei"/>
                <a:ea typeface="Microsoft YaHei"/>
                <a:cs typeface="Microsoft YaHei"/>
              </a:defRPr>
            </a:lvl8pPr>
            <a:lvl9pPr algn="l">
              <a:defRPr sz="2025" b="1">
                <a:solidFill>
                  <a:srgbClr val="62768A"/>
                </a:solidFill>
                <a:latin typeface="Microsoft YaHei"/>
                <a:ea typeface="Microsoft YaHei"/>
                <a:cs typeface="Microsoft YaHei"/>
              </a:defRPr>
            </a:lvl9pPr>
          </a:lstStyle>
          <a:p xmlns:a="http://schemas.openxmlformats.org/drawingml/2006/main">
            <a:pPr algn="l">
              <a:defRPr sz="2025" b="1">
                <a:solidFill>
                  <a:srgbClr val="62768A"/>
                </a:solidFill>
                <a:latin typeface="Microsoft YaHei"/>
                <a:ea typeface="Microsoft YaHei"/>
                <a:cs typeface="Microsoft YaHei"/>
              </a:defRPr>
            </a:pPr>
            <a:r>
              <a:rPr sz="2025" b="1">
                <a:solidFill>
                  <a:srgbClr val="62768A"/>
                </a:solidFill>
                <a:latin typeface="Microsoft YaHei"/>
                <a:ea typeface="Microsoft YaHei"/>
                <a:cs typeface="Microsoft YaHei"/>
              </a:rPr>
              <a:t>系统观察</a:t>
            </a:r>
          </a:p>
        </p:txBody>
      </p:sp>
      <p:sp>
        <p:nvSpPr>
          <p:cNvPr id="7" name="object-410">
            <a:extLst xmlns:a="http://schemas.openxmlformats.org/drawingml/2006/main">
              <a:ext uri="{FF2B5EF4-FFF2-40B4-BE49-F238E27FC236}">
                <a16:creationId xmlns:a16="http://schemas.microsoft.com/office/drawing/2014/main" id="{BE79EB27-E763-495F-A81E-6F4EF39023CE}"/>
              </a:ext>
            </a:extLst>
          </p:cNvPr>
          <p:cNvSpPr>
            <a:spLocks xmlns:a="http://schemas.openxmlformats.org/drawingml/2006/main" noGrp="1"/>
          </p:cNvSpPr>
          <p:nvPr/>
        </p:nvSpPr>
        <p:spPr>
          <a:xfrm xmlns:a="http://schemas.openxmlformats.org/drawingml/2006/main">
            <a:off x="609600" y="3162300"/>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3379EB"/>
                </a:solidFill>
                <a:latin typeface="Microsoft YaHei"/>
                <a:ea typeface="Microsoft YaHei"/>
                <a:cs typeface="Microsoft YaHei"/>
              </a:defRPr>
            </a:defPPr>
            <a:lvl1pPr algn="l">
              <a:defRPr sz="2325" b="1">
                <a:solidFill>
                  <a:srgbClr val="3379EB"/>
                </a:solidFill>
                <a:latin typeface="Microsoft YaHei"/>
                <a:ea typeface="Microsoft YaHei"/>
                <a:cs typeface="Microsoft YaHei"/>
              </a:defRPr>
            </a:lvl1pPr>
            <a:lvl2pPr algn="l">
              <a:defRPr sz="2325" b="1">
                <a:solidFill>
                  <a:srgbClr val="3379EB"/>
                </a:solidFill>
                <a:latin typeface="Microsoft YaHei"/>
                <a:ea typeface="Microsoft YaHei"/>
                <a:cs typeface="Microsoft YaHei"/>
              </a:defRPr>
            </a:lvl2pPr>
            <a:lvl3pPr algn="l">
              <a:defRPr sz="2325" b="1">
                <a:solidFill>
                  <a:srgbClr val="3379EB"/>
                </a:solidFill>
                <a:latin typeface="Microsoft YaHei"/>
                <a:ea typeface="Microsoft YaHei"/>
                <a:cs typeface="Microsoft YaHei"/>
              </a:defRPr>
            </a:lvl3pPr>
            <a:lvl4pPr algn="l">
              <a:defRPr sz="2325" b="1">
                <a:solidFill>
                  <a:srgbClr val="3379EB"/>
                </a:solidFill>
                <a:latin typeface="Microsoft YaHei"/>
                <a:ea typeface="Microsoft YaHei"/>
                <a:cs typeface="Microsoft YaHei"/>
              </a:defRPr>
            </a:lvl4pPr>
            <a:lvl5pPr algn="l">
              <a:defRPr sz="2325" b="1">
                <a:solidFill>
                  <a:srgbClr val="3379EB"/>
                </a:solidFill>
                <a:latin typeface="Microsoft YaHei"/>
                <a:ea typeface="Microsoft YaHei"/>
                <a:cs typeface="Microsoft YaHei"/>
              </a:defRPr>
            </a:lvl5pPr>
            <a:lvl6pPr algn="l">
              <a:defRPr sz="2325" b="1">
                <a:solidFill>
                  <a:srgbClr val="3379EB"/>
                </a:solidFill>
                <a:latin typeface="Microsoft YaHei"/>
                <a:ea typeface="Microsoft YaHei"/>
                <a:cs typeface="Microsoft YaHei"/>
              </a:defRPr>
            </a:lvl6pPr>
            <a:lvl7pPr algn="l">
              <a:defRPr sz="2325" b="1">
                <a:solidFill>
                  <a:srgbClr val="3379EB"/>
                </a:solidFill>
                <a:latin typeface="Microsoft YaHei"/>
                <a:ea typeface="Microsoft YaHei"/>
                <a:cs typeface="Microsoft YaHei"/>
              </a:defRPr>
            </a:lvl7pPr>
            <a:lvl8pPr algn="l">
              <a:defRPr sz="2325" b="1">
                <a:solidFill>
                  <a:srgbClr val="3379EB"/>
                </a:solidFill>
                <a:latin typeface="Microsoft YaHei"/>
                <a:ea typeface="Microsoft YaHei"/>
                <a:cs typeface="Microsoft YaHei"/>
              </a:defRPr>
            </a:lvl8pPr>
            <a:lvl9pPr algn="l">
              <a:defRPr sz="2325" b="1">
                <a:solidFill>
                  <a:srgbClr val="3379EB"/>
                </a:solidFill>
                <a:latin typeface="Microsoft YaHei"/>
                <a:ea typeface="Microsoft YaHei"/>
                <a:cs typeface="Microsoft YaHei"/>
              </a:defRPr>
            </a:lvl9pPr>
          </a:lstStyle>
          <a:p xmlns:a="http://schemas.openxmlformats.org/drawingml/2006/main">
            <a:pPr algn="l">
              <a:defRPr sz="2325" b="1">
                <a:solidFill>
                  <a:srgbClr val="3379EB"/>
                </a:solidFill>
                <a:latin typeface="Microsoft YaHei"/>
                <a:ea typeface="Microsoft YaHei"/>
                <a:cs typeface="Microsoft YaHei"/>
              </a:defRPr>
            </a:pPr>
            <a:r>
              <a:rPr sz="2325" b="1">
                <a:solidFill>
                  <a:srgbClr val="3379EB"/>
                </a:solidFill>
                <a:latin typeface="Microsoft YaHei"/>
                <a:ea typeface="Microsoft YaHei"/>
                <a:cs typeface="Microsoft YaHei"/>
              </a:rPr>
              <a:t>响应时延</a:t>
            </a:r>
          </a:p>
        </p:txBody>
      </p:sp>
      <p:sp>
        <p:nvSpPr>
          <p:cNvPr id="8" name="object-411">
            <a:extLst xmlns:a="http://schemas.openxmlformats.org/drawingml/2006/main">
              <a:ext uri="{FF2B5EF4-FFF2-40B4-BE49-F238E27FC236}">
                <a16:creationId xmlns:a16="http://schemas.microsoft.com/office/drawing/2014/main" id="{CC02437F-623F-4B3F-8E8A-2B6F1DE1750B}"/>
              </a:ext>
            </a:extLst>
          </p:cNvPr>
          <p:cNvSpPr>
            <a:spLocks xmlns:a="http://schemas.openxmlformats.org/drawingml/2006/main" noGrp="1"/>
          </p:cNvSpPr>
          <p:nvPr/>
        </p:nvSpPr>
        <p:spPr>
          <a:xfrm xmlns:a="http://schemas.openxmlformats.org/drawingml/2006/main">
            <a:off x="3619500" y="3076575"/>
            <a:ext cx="51339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0">
                <a:solidFill>
                  <a:srgbClr val="12263B"/>
                </a:solidFill>
                <a:latin typeface="Microsoft YaHei"/>
                <a:ea typeface="Microsoft YaHei"/>
                <a:cs typeface="Microsoft YaHei"/>
              </a:defRPr>
            </a:defPPr>
            <a:lvl1pPr algn="l">
              <a:defRPr sz="2100" b="0">
                <a:solidFill>
                  <a:srgbClr val="12263B"/>
                </a:solidFill>
                <a:latin typeface="Microsoft YaHei"/>
                <a:ea typeface="Microsoft YaHei"/>
                <a:cs typeface="Microsoft YaHei"/>
              </a:defRPr>
            </a:lvl1pPr>
            <a:lvl2pPr algn="l">
              <a:defRPr sz="2100" b="0">
                <a:solidFill>
                  <a:srgbClr val="12263B"/>
                </a:solidFill>
                <a:latin typeface="Microsoft YaHei"/>
                <a:ea typeface="Microsoft YaHei"/>
                <a:cs typeface="Microsoft YaHei"/>
              </a:defRPr>
            </a:lvl2pPr>
            <a:lvl3pPr algn="l">
              <a:defRPr sz="2100" b="0">
                <a:solidFill>
                  <a:srgbClr val="12263B"/>
                </a:solidFill>
                <a:latin typeface="Microsoft YaHei"/>
                <a:ea typeface="Microsoft YaHei"/>
                <a:cs typeface="Microsoft YaHei"/>
              </a:defRPr>
            </a:lvl3pPr>
            <a:lvl4pPr algn="l">
              <a:defRPr sz="2100" b="0">
                <a:solidFill>
                  <a:srgbClr val="12263B"/>
                </a:solidFill>
                <a:latin typeface="Microsoft YaHei"/>
                <a:ea typeface="Microsoft YaHei"/>
                <a:cs typeface="Microsoft YaHei"/>
              </a:defRPr>
            </a:lvl4pPr>
            <a:lvl5pPr algn="l">
              <a:defRPr sz="2100" b="0">
                <a:solidFill>
                  <a:srgbClr val="12263B"/>
                </a:solidFill>
                <a:latin typeface="Microsoft YaHei"/>
                <a:ea typeface="Microsoft YaHei"/>
                <a:cs typeface="Microsoft YaHei"/>
              </a:defRPr>
            </a:lvl5pPr>
            <a:lvl6pPr algn="l">
              <a:defRPr sz="2100" b="0">
                <a:solidFill>
                  <a:srgbClr val="12263B"/>
                </a:solidFill>
                <a:latin typeface="Microsoft YaHei"/>
                <a:ea typeface="Microsoft YaHei"/>
                <a:cs typeface="Microsoft YaHei"/>
              </a:defRPr>
            </a:lvl6pPr>
            <a:lvl7pPr algn="l">
              <a:defRPr sz="2100" b="0">
                <a:solidFill>
                  <a:srgbClr val="12263B"/>
                </a:solidFill>
                <a:latin typeface="Microsoft YaHei"/>
                <a:ea typeface="Microsoft YaHei"/>
                <a:cs typeface="Microsoft YaHei"/>
              </a:defRPr>
            </a:lvl7pPr>
            <a:lvl8pPr algn="l">
              <a:defRPr sz="2100" b="0">
                <a:solidFill>
                  <a:srgbClr val="12263B"/>
                </a:solidFill>
                <a:latin typeface="Microsoft YaHei"/>
                <a:ea typeface="Microsoft YaHei"/>
                <a:cs typeface="Microsoft YaHei"/>
              </a:defRPr>
            </a:lvl8pPr>
            <a:lvl9pPr algn="l">
              <a:defRPr sz="2100" b="0">
                <a:solidFill>
                  <a:srgbClr val="12263B"/>
                </a:solidFill>
                <a:latin typeface="Microsoft YaHei"/>
                <a:ea typeface="Microsoft YaHei"/>
                <a:cs typeface="Microsoft YaHei"/>
              </a:defRPr>
            </a:lvl9pPr>
          </a:lstStyle>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中转与等待机会减少</a:t>
            </a:r>
          </a:p>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控制流转更顺畅</a:t>
            </a:r>
          </a:p>
        </p:txBody>
      </p:sp>
      <p:sp>
        <p:nvSpPr>
          <p:cNvPr id="9" name="object-412">
            <a:extLst xmlns:a="http://schemas.openxmlformats.org/drawingml/2006/main">
              <a:ext uri="{FF2B5EF4-FFF2-40B4-BE49-F238E27FC236}">
                <a16:creationId xmlns:a16="http://schemas.microsoft.com/office/drawing/2014/main" id="{9F6A4F1D-8390-4053-8F0D-CB2B18CD0F65}"/>
              </a:ext>
            </a:extLst>
          </p:cNvPr>
          <p:cNvSpPr>
            <a:spLocks xmlns:a="http://schemas.openxmlformats.org/drawingml/2006/main" noGrp="1"/>
          </p:cNvSpPr>
          <p:nvPr/>
        </p:nvSpPr>
        <p:spPr>
          <a:xfrm xmlns:a="http://schemas.openxmlformats.org/drawingml/2006/main">
            <a:off x="9210675" y="3076575"/>
            <a:ext cx="23526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950" b="0">
                <a:solidFill>
                  <a:srgbClr val="3379EB"/>
                </a:solidFill>
                <a:latin typeface="Microsoft YaHei"/>
                <a:ea typeface="Microsoft YaHei"/>
                <a:cs typeface="Microsoft YaHei"/>
              </a:defRPr>
            </a:defPPr>
            <a:lvl1pPr algn="l">
              <a:defRPr sz="1950" b="0">
                <a:solidFill>
                  <a:srgbClr val="3379EB"/>
                </a:solidFill>
                <a:latin typeface="Microsoft YaHei"/>
                <a:ea typeface="Microsoft YaHei"/>
                <a:cs typeface="Microsoft YaHei"/>
              </a:defRPr>
            </a:lvl1pPr>
            <a:lvl2pPr algn="l">
              <a:defRPr sz="1950" b="0">
                <a:solidFill>
                  <a:srgbClr val="3379EB"/>
                </a:solidFill>
                <a:latin typeface="Microsoft YaHei"/>
                <a:ea typeface="Microsoft YaHei"/>
                <a:cs typeface="Microsoft YaHei"/>
              </a:defRPr>
            </a:lvl2pPr>
            <a:lvl3pPr algn="l">
              <a:defRPr sz="1950" b="0">
                <a:solidFill>
                  <a:srgbClr val="3379EB"/>
                </a:solidFill>
                <a:latin typeface="Microsoft YaHei"/>
                <a:ea typeface="Microsoft YaHei"/>
                <a:cs typeface="Microsoft YaHei"/>
              </a:defRPr>
            </a:lvl3pPr>
            <a:lvl4pPr algn="l">
              <a:defRPr sz="1950" b="0">
                <a:solidFill>
                  <a:srgbClr val="3379EB"/>
                </a:solidFill>
                <a:latin typeface="Microsoft YaHei"/>
                <a:ea typeface="Microsoft YaHei"/>
                <a:cs typeface="Microsoft YaHei"/>
              </a:defRPr>
            </a:lvl4pPr>
            <a:lvl5pPr algn="l">
              <a:defRPr sz="1950" b="0">
                <a:solidFill>
                  <a:srgbClr val="3379EB"/>
                </a:solidFill>
                <a:latin typeface="Microsoft YaHei"/>
                <a:ea typeface="Microsoft YaHei"/>
                <a:cs typeface="Microsoft YaHei"/>
              </a:defRPr>
            </a:lvl5pPr>
            <a:lvl6pPr algn="l">
              <a:defRPr sz="1950" b="0">
                <a:solidFill>
                  <a:srgbClr val="3379EB"/>
                </a:solidFill>
                <a:latin typeface="Microsoft YaHei"/>
                <a:ea typeface="Microsoft YaHei"/>
                <a:cs typeface="Microsoft YaHei"/>
              </a:defRPr>
            </a:lvl6pPr>
            <a:lvl7pPr algn="l">
              <a:defRPr sz="1950" b="0">
                <a:solidFill>
                  <a:srgbClr val="3379EB"/>
                </a:solidFill>
                <a:latin typeface="Microsoft YaHei"/>
                <a:ea typeface="Microsoft YaHei"/>
                <a:cs typeface="Microsoft YaHei"/>
              </a:defRPr>
            </a:lvl7pPr>
            <a:lvl8pPr algn="l">
              <a:defRPr sz="1950" b="0">
                <a:solidFill>
                  <a:srgbClr val="3379EB"/>
                </a:solidFill>
                <a:latin typeface="Microsoft YaHei"/>
                <a:ea typeface="Microsoft YaHei"/>
                <a:cs typeface="Microsoft YaHei"/>
              </a:defRPr>
            </a:lvl8pPr>
            <a:lvl9pPr algn="l">
              <a:defRPr sz="1950" b="0">
                <a:solidFill>
                  <a:srgbClr val="3379EB"/>
                </a:solidFill>
                <a:latin typeface="Microsoft YaHei"/>
                <a:ea typeface="Microsoft YaHei"/>
                <a:cs typeface="Microsoft YaHei"/>
              </a:defRPr>
            </a:lvl9pPr>
          </a:lstStyle>
          <a:p xmlns:a="http://schemas.openxmlformats.org/drawingml/2006/main">
            <a:pPr algn="l">
              <a:defRPr sz="1950" b="0">
                <a:solidFill>
                  <a:srgbClr val="3379EB"/>
                </a:solidFill>
                <a:latin typeface="Microsoft YaHei"/>
                <a:ea typeface="Microsoft YaHei"/>
                <a:cs typeface="Microsoft YaHei"/>
              </a:defRPr>
            </a:pPr>
            <a:r>
              <a:rPr sz="1950" b="0">
                <a:solidFill>
                  <a:srgbClr val="3379EB"/>
                </a:solidFill>
                <a:latin typeface="Microsoft YaHei"/>
                <a:ea typeface="Microsoft YaHei"/>
                <a:cs typeface="Microsoft YaHei"/>
              </a:rPr>
              <a:t>端到端分布</a:t>
            </a:r>
          </a:p>
          <a:p xmlns:a="http://schemas.openxmlformats.org/drawingml/2006/main">
            <a:pPr algn="l">
              <a:defRPr sz="1950" b="0">
                <a:solidFill>
                  <a:srgbClr val="3379EB"/>
                </a:solidFill>
                <a:latin typeface="Microsoft YaHei"/>
                <a:ea typeface="Microsoft YaHei"/>
                <a:cs typeface="Microsoft YaHei"/>
              </a:defRPr>
            </a:pPr>
            <a:r>
              <a:rPr sz="1950" b="0">
                <a:solidFill>
                  <a:srgbClr val="3379EB"/>
                </a:solidFill>
                <a:latin typeface="Microsoft YaHei"/>
                <a:ea typeface="Microsoft YaHei"/>
                <a:cs typeface="Microsoft YaHei"/>
              </a:rPr>
              <a:t>局部耗时</a:t>
            </a:r>
          </a:p>
        </p:txBody>
      </p:sp>
      <p:sp>
        <p:nvSpPr>
          <p:cNvPr id="10" name="line-413">
            <a:extLst xmlns:a="http://schemas.openxmlformats.org/drawingml/2006/main">
              <a:ext uri="{FF2B5EF4-FFF2-40B4-BE49-F238E27FC236}">
                <a16:creationId xmlns:a16="http://schemas.microsoft.com/office/drawing/2014/main" id="{AACE865D-6E9B-4CF5-B377-102E08716808}"/>
              </a:ext>
            </a:extLst>
          </p:cNvPr>
          <p:cNvSpPr>
            <a:spLocks xmlns:a="http://schemas.openxmlformats.org/drawingml/2006/main" noGrp="1"/>
          </p:cNvSpPr>
          <p:nvPr/>
        </p:nvSpPr>
        <p:spPr>
          <a:xfrm xmlns:a="http://schemas.openxmlformats.org/drawingml/2006/main">
            <a:off x="609600" y="3962400"/>
            <a:ext cx="10953750" cy="9525"/>
          </a:xfrm>
          <a:custGeom xmlns:a="http://schemas.openxmlformats.org/drawingml/2006/main">
            <a:pathLst>
              <a:path w="10953750" h="9525">
                <a:moveTo>
                  <a:pt x="0" y="0"/>
                </a:moveTo>
                <a:lnTo>
                  <a:pt x="10953750" y="0"/>
                </a:lnTo>
              </a:path>
            </a:pathLst>
          </a:custGeom>
          <a:noFill xmlns:a="http://schemas.openxmlformats.org/drawingml/2006/main"/>
          <a:ln xmlns:a="http://schemas.openxmlformats.org/drawingml/2006/main" w="9525">
            <a:solidFill>
              <a:srgbClr val="DCE5EE"/>
            </a:solidFill>
            <a:prstDash val="solid"/>
          </a:ln>
        </p:spPr>
      </p:sp>
      <p:sp>
        <p:nvSpPr>
          <p:cNvPr id="11" name="object-414">
            <a:extLst xmlns:a="http://schemas.openxmlformats.org/drawingml/2006/main">
              <a:ext uri="{FF2B5EF4-FFF2-40B4-BE49-F238E27FC236}">
                <a16:creationId xmlns:a16="http://schemas.microsoft.com/office/drawing/2014/main" id="{3995B2B8-51E4-4F12-879A-A0B4E2F24F83}"/>
              </a:ext>
            </a:extLst>
          </p:cNvPr>
          <p:cNvSpPr>
            <a:spLocks xmlns:a="http://schemas.openxmlformats.org/drawingml/2006/main" noGrp="1"/>
          </p:cNvSpPr>
          <p:nvPr/>
        </p:nvSpPr>
        <p:spPr>
          <a:xfrm xmlns:a="http://schemas.openxmlformats.org/drawingml/2006/main">
            <a:off x="609600" y="4305300"/>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119A92"/>
                </a:solidFill>
                <a:latin typeface="Microsoft YaHei"/>
                <a:ea typeface="Microsoft YaHei"/>
                <a:cs typeface="Microsoft YaHei"/>
              </a:defRPr>
            </a:defPPr>
            <a:lvl1pPr algn="l">
              <a:defRPr sz="2325" b="1">
                <a:solidFill>
                  <a:srgbClr val="119A92"/>
                </a:solidFill>
                <a:latin typeface="Microsoft YaHei"/>
                <a:ea typeface="Microsoft YaHei"/>
                <a:cs typeface="Microsoft YaHei"/>
              </a:defRPr>
            </a:lvl1pPr>
            <a:lvl2pPr algn="l">
              <a:defRPr sz="2325" b="1">
                <a:solidFill>
                  <a:srgbClr val="119A92"/>
                </a:solidFill>
                <a:latin typeface="Microsoft YaHei"/>
                <a:ea typeface="Microsoft YaHei"/>
                <a:cs typeface="Microsoft YaHei"/>
              </a:defRPr>
            </a:lvl2pPr>
            <a:lvl3pPr algn="l">
              <a:defRPr sz="2325" b="1">
                <a:solidFill>
                  <a:srgbClr val="119A92"/>
                </a:solidFill>
                <a:latin typeface="Microsoft YaHei"/>
                <a:ea typeface="Microsoft YaHei"/>
                <a:cs typeface="Microsoft YaHei"/>
              </a:defRPr>
            </a:lvl3pPr>
            <a:lvl4pPr algn="l">
              <a:defRPr sz="2325" b="1">
                <a:solidFill>
                  <a:srgbClr val="119A92"/>
                </a:solidFill>
                <a:latin typeface="Microsoft YaHei"/>
                <a:ea typeface="Microsoft YaHei"/>
                <a:cs typeface="Microsoft YaHei"/>
              </a:defRPr>
            </a:lvl4pPr>
            <a:lvl5pPr algn="l">
              <a:defRPr sz="2325" b="1">
                <a:solidFill>
                  <a:srgbClr val="119A92"/>
                </a:solidFill>
                <a:latin typeface="Microsoft YaHei"/>
                <a:ea typeface="Microsoft YaHei"/>
                <a:cs typeface="Microsoft YaHei"/>
              </a:defRPr>
            </a:lvl5pPr>
            <a:lvl6pPr algn="l">
              <a:defRPr sz="2325" b="1">
                <a:solidFill>
                  <a:srgbClr val="119A92"/>
                </a:solidFill>
                <a:latin typeface="Microsoft YaHei"/>
                <a:ea typeface="Microsoft YaHei"/>
                <a:cs typeface="Microsoft YaHei"/>
              </a:defRPr>
            </a:lvl6pPr>
            <a:lvl7pPr algn="l">
              <a:defRPr sz="2325" b="1">
                <a:solidFill>
                  <a:srgbClr val="119A92"/>
                </a:solidFill>
                <a:latin typeface="Microsoft YaHei"/>
                <a:ea typeface="Microsoft YaHei"/>
                <a:cs typeface="Microsoft YaHei"/>
              </a:defRPr>
            </a:lvl7pPr>
            <a:lvl8pPr algn="l">
              <a:defRPr sz="2325" b="1">
                <a:solidFill>
                  <a:srgbClr val="119A92"/>
                </a:solidFill>
                <a:latin typeface="Microsoft YaHei"/>
                <a:ea typeface="Microsoft YaHei"/>
                <a:cs typeface="Microsoft YaHei"/>
              </a:defRPr>
            </a:lvl8pPr>
            <a:lvl9pPr algn="l">
              <a:defRPr sz="2325" b="1">
                <a:solidFill>
                  <a:srgbClr val="119A92"/>
                </a:solidFill>
                <a:latin typeface="Microsoft YaHei"/>
                <a:ea typeface="Microsoft YaHei"/>
                <a:cs typeface="Microsoft YaHei"/>
              </a:defRPr>
            </a:lvl9pPr>
          </a:lstStyle>
          <a:p xmlns:a="http://schemas.openxmlformats.org/drawingml/2006/main">
            <a:pPr algn="l">
              <a:defRPr sz="2325" b="1">
                <a:solidFill>
                  <a:srgbClr val="119A92"/>
                </a:solidFill>
                <a:latin typeface="Microsoft YaHei"/>
                <a:ea typeface="Microsoft YaHei"/>
                <a:cs typeface="Microsoft YaHei"/>
              </a:defRPr>
            </a:pPr>
            <a:r>
              <a:rPr sz="2325" b="1">
                <a:solidFill>
                  <a:srgbClr val="119A92"/>
                </a:solidFill>
                <a:latin typeface="Microsoft YaHei"/>
                <a:ea typeface="Microsoft YaHei"/>
                <a:cs typeface="Microsoft YaHei"/>
              </a:rPr>
              <a:t>性能与功耗</a:t>
            </a:r>
          </a:p>
        </p:txBody>
      </p:sp>
      <p:sp>
        <p:nvSpPr>
          <p:cNvPr id="12" name="object-415">
            <a:extLst xmlns:a="http://schemas.openxmlformats.org/drawingml/2006/main">
              <a:ext uri="{FF2B5EF4-FFF2-40B4-BE49-F238E27FC236}">
                <a16:creationId xmlns:a16="http://schemas.microsoft.com/office/drawing/2014/main" id="{9E661C51-C884-40E2-BE22-EB90AA57F767}"/>
              </a:ext>
            </a:extLst>
          </p:cNvPr>
          <p:cNvSpPr>
            <a:spLocks xmlns:a="http://schemas.openxmlformats.org/drawingml/2006/main" noGrp="1"/>
          </p:cNvSpPr>
          <p:nvPr/>
        </p:nvSpPr>
        <p:spPr>
          <a:xfrm xmlns:a="http://schemas.openxmlformats.org/drawingml/2006/main">
            <a:off x="3619500" y="4219575"/>
            <a:ext cx="51339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0">
                <a:solidFill>
                  <a:srgbClr val="12263B"/>
                </a:solidFill>
                <a:latin typeface="Microsoft YaHei"/>
                <a:ea typeface="Microsoft YaHei"/>
                <a:cs typeface="Microsoft YaHei"/>
              </a:defRPr>
            </a:defPPr>
            <a:lvl1pPr algn="l">
              <a:defRPr sz="2100" b="0">
                <a:solidFill>
                  <a:srgbClr val="12263B"/>
                </a:solidFill>
                <a:latin typeface="Microsoft YaHei"/>
                <a:ea typeface="Microsoft YaHei"/>
                <a:cs typeface="Microsoft YaHei"/>
              </a:defRPr>
            </a:lvl1pPr>
            <a:lvl2pPr algn="l">
              <a:defRPr sz="2100" b="0">
                <a:solidFill>
                  <a:srgbClr val="12263B"/>
                </a:solidFill>
                <a:latin typeface="Microsoft YaHei"/>
                <a:ea typeface="Microsoft YaHei"/>
                <a:cs typeface="Microsoft YaHei"/>
              </a:defRPr>
            </a:lvl2pPr>
            <a:lvl3pPr algn="l">
              <a:defRPr sz="2100" b="0">
                <a:solidFill>
                  <a:srgbClr val="12263B"/>
                </a:solidFill>
                <a:latin typeface="Microsoft YaHei"/>
                <a:ea typeface="Microsoft YaHei"/>
                <a:cs typeface="Microsoft YaHei"/>
              </a:defRPr>
            </a:lvl3pPr>
            <a:lvl4pPr algn="l">
              <a:defRPr sz="2100" b="0">
                <a:solidFill>
                  <a:srgbClr val="12263B"/>
                </a:solidFill>
                <a:latin typeface="Microsoft YaHei"/>
                <a:ea typeface="Microsoft YaHei"/>
                <a:cs typeface="Microsoft YaHei"/>
              </a:defRPr>
            </a:lvl4pPr>
            <a:lvl5pPr algn="l">
              <a:defRPr sz="2100" b="0">
                <a:solidFill>
                  <a:srgbClr val="12263B"/>
                </a:solidFill>
                <a:latin typeface="Microsoft YaHei"/>
                <a:ea typeface="Microsoft YaHei"/>
                <a:cs typeface="Microsoft YaHei"/>
              </a:defRPr>
            </a:lvl5pPr>
            <a:lvl6pPr algn="l">
              <a:defRPr sz="2100" b="0">
                <a:solidFill>
                  <a:srgbClr val="12263B"/>
                </a:solidFill>
                <a:latin typeface="Microsoft YaHei"/>
                <a:ea typeface="Microsoft YaHei"/>
                <a:cs typeface="Microsoft YaHei"/>
              </a:defRPr>
            </a:lvl6pPr>
            <a:lvl7pPr algn="l">
              <a:defRPr sz="2100" b="0">
                <a:solidFill>
                  <a:srgbClr val="12263B"/>
                </a:solidFill>
                <a:latin typeface="Microsoft YaHei"/>
                <a:ea typeface="Microsoft YaHei"/>
                <a:cs typeface="Microsoft YaHei"/>
              </a:defRPr>
            </a:lvl7pPr>
            <a:lvl8pPr algn="l">
              <a:defRPr sz="2100" b="0">
                <a:solidFill>
                  <a:srgbClr val="12263B"/>
                </a:solidFill>
                <a:latin typeface="Microsoft YaHei"/>
                <a:ea typeface="Microsoft YaHei"/>
                <a:cs typeface="Microsoft YaHei"/>
              </a:defRPr>
            </a:lvl8pPr>
            <a:lvl9pPr algn="l">
              <a:defRPr sz="2100" b="0">
                <a:solidFill>
                  <a:srgbClr val="12263B"/>
                </a:solidFill>
                <a:latin typeface="Microsoft YaHei"/>
                <a:ea typeface="Microsoft YaHei"/>
                <a:cs typeface="Microsoft YaHei"/>
              </a:defRPr>
            </a:lvl9pPr>
          </a:lstStyle>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同步 / 唤醒 / 调度开销减少</a:t>
            </a:r>
          </a:p>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处理链协同执行</a:t>
            </a:r>
          </a:p>
        </p:txBody>
      </p:sp>
      <p:sp>
        <p:nvSpPr>
          <p:cNvPr id="13" name="object-416">
            <a:extLst xmlns:a="http://schemas.openxmlformats.org/drawingml/2006/main">
              <a:ext uri="{FF2B5EF4-FFF2-40B4-BE49-F238E27FC236}">
                <a16:creationId xmlns:a16="http://schemas.microsoft.com/office/drawing/2014/main" id="{0A8A41D1-D7E1-4ABE-A305-AEAAA6EFDE99}"/>
              </a:ext>
            </a:extLst>
          </p:cNvPr>
          <p:cNvSpPr>
            <a:spLocks xmlns:a="http://schemas.openxmlformats.org/drawingml/2006/main" noGrp="1"/>
          </p:cNvSpPr>
          <p:nvPr/>
        </p:nvSpPr>
        <p:spPr>
          <a:xfrm xmlns:a="http://schemas.openxmlformats.org/drawingml/2006/main">
            <a:off x="9210675" y="4219575"/>
            <a:ext cx="23526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950" b="0">
                <a:solidFill>
                  <a:srgbClr val="119A92"/>
                </a:solidFill>
                <a:latin typeface="Microsoft YaHei"/>
                <a:ea typeface="Microsoft YaHei"/>
                <a:cs typeface="Microsoft YaHei"/>
              </a:defRPr>
            </a:defPPr>
            <a:lvl1pPr algn="l">
              <a:defRPr sz="1950" b="0">
                <a:solidFill>
                  <a:srgbClr val="119A92"/>
                </a:solidFill>
                <a:latin typeface="Microsoft YaHei"/>
                <a:ea typeface="Microsoft YaHei"/>
                <a:cs typeface="Microsoft YaHei"/>
              </a:defRPr>
            </a:lvl1pPr>
            <a:lvl2pPr algn="l">
              <a:defRPr sz="1950" b="0">
                <a:solidFill>
                  <a:srgbClr val="119A92"/>
                </a:solidFill>
                <a:latin typeface="Microsoft YaHei"/>
                <a:ea typeface="Microsoft YaHei"/>
                <a:cs typeface="Microsoft YaHei"/>
              </a:defRPr>
            </a:lvl2pPr>
            <a:lvl3pPr algn="l">
              <a:defRPr sz="1950" b="0">
                <a:solidFill>
                  <a:srgbClr val="119A92"/>
                </a:solidFill>
                <a:latin typeface="Microsoft YaHei"/>
                <a:ea typeface="Microsoft YaHei"/>
                <a:cs typeface="Microsoft YaHei"/>
              </a:defRPr>
            </a:lvl3pPr>
            <a:lvl4pPr algn="l">
              <a:defRPr sz="1950" b="0">
                <a:solidFill>
                  <a:srgbClr val="119A92"/>
                </a:solidFill>
                <a:latin typeface="Microsoft YaHei"/>
                <a:ea typeface="Microsoft YaHei"/>
                <a:cs typeface="Microsoft YaHei"/>
              </a:defRPr>
            </a:lvl4pPr>
            <a:lvl5pPr algn="l">
              <a:defRPr sz="1950" b="0">
                <a:solidFill>
                  <a:srgbClr val="119A92"/>
                </a:solidFill>
                <a:latin typeface="Microsoft YaHei"/>
                <a:ea typeface="Microsoft YaHei"/>
                <a:cs typeface="Microsoft YaHei"/>
              </a:defRPr>
            </a:lvl5pPr>
            <a:lvl6pPr algn="l">
              <a:defRPr sz="1950" b="0">
                <a:solidFill>
                  <a:srgbClr val="119A92"/>
                </a:solidFill>
                <a:latin typeface="Microsoft YaHei"/>
                <a:ea typeface="Microsoft YaHei"/>
                <a:cs typeface="Microsoft YaHei"/>
              </a:defRPr>
            </a:lvl6pPr>
            <a:lvl7pPr algn="l">
              <a:defRPr sz="1950" b="0">
                <a:solidFill>
                  <a:srgbClr val="119A92"/>
                </a:solidFill>
                <a:latin typeface="Microsoft YaHei"/>
                <a:ea typeface="Microsoft YaHei"/>
                <a:cs typeface="Microsoft YaHei"/>
              </a:defRPr>
            </a:lvl7pPr>
            <a:lvl8pPr algn="l">
              <a:defRPr sz="1950" b="0">
                <a:solidFill>
                  <a:srgbClr val="119A92"/>
                </a:solidFill>
                <a:latin typeface="Microsoft YaHei"/>
                <a:ea typeface="Microsoft YaHei"/>
                <a:cs typeface="Microsoft YaHei"/>
              </a:defRPr>
            </a:lvl8pPr>
            <a:lvl9pPr algn="l">
              <a:defRPr sz="1950" b="0">
                <a:solidFill>
                  <a:srgbClr val="119A92"/>
                </a:solidFill>
                <a:latin typeface="Microsoft YaHei"/>
                <a:ea typeface="Microsoft YaHei"/>
                <a:cs typeface="Microsoft YaHei"/>
              </a:defRPr>
            </a:lvl9pPr>
          </a:lstStyle>
          <a:p xmlns:a="http://schemas.openxmlformats.org/drawingml/2006/main">
            <a:pPr algn="l">
              <a:defRPr sz="1950" b="0">
                <a:solidFill>
                  <a:srgbClr val="119A92"/>
                </a:solidFill>
                <a:latin typeface="Microsoft YaHei"/>
                <a:ea typeface="Microsoft YaHei"/>
                <a:cs typeface="Microsoft YaHei"/>
              </a:defRPr>
            </a:pPr>
            <a:r>
              <a:rPr sz="1950" b="0">
                <a:solidFill>
                  <a:srgbClr val="119A92"/>
                </a:solidFill>
                <a:latin typeface="Microsoft YaHei"/>
                <a:ea typeface="Microsoft YaHei"/>
                <a:cs typeface="Microsoft YaHei"/>
              </a:rPr>
              <a:t>CPU / 唤醒</a:t>
            </a:r>
          </a:p>
          <a:p xmlns:a="http://schemas.openxmlformats.org/drawingml/2006/main">
            <a:pPr algn="l">
              <a:defRPr sz="1950" b="0">
                <a:solidFill>
                  <a:srgbClr val="119A92"/>
                </a:solidFill>
                <a:latin typeface="Microsoft YaHei"/>
                <a:ea typeface="Microsoft YaHei"/>
                <a:cs typeface="Microsoft YaHei"/>
              </a:defRPr>
            </a:pPr>
            <a:r>
              <a:rPr sz="1950" b="0">
                <a:solidFill>
                  <a:srgbClr val="119A92"/>
                </a:solidFill>
                <a:latin typeface="Microsoft YaHei"/>
                <a:ea typeface="Microsoft YaHei"/>
                <a:cs typeface="Microsoft YaHei"/>
              </a:rPr>
              <a:t>设备能量</a:t>
            </a:r>
          </a:p>
        </p:txBody>
      </p:sp>
      <p:sp>
        <p:nvSpPr>
          <p:cNvPr id="14" name="line-417">
            <a:extLst xmlns:a="http://schemas.openxmlformats.org/drawingml/2006/main">
              <a:ext uri="{FF2B5EF4-FFF2-40B4-BE49-F238E27FC236}">
                <a16:creationId xmlns:a16="http://schemas.microsoft.com/office/drawing/2014/main" id="{6FF1148E-9775-410C-B568-4B7748B3E497}"/>
              </a:ext>
            </a:extLst>
          </p:cNvPr>
          <p:cNvSpPr>
            <a:spLocks xmlns:a="http://schemas.openxmlformats.org/drawingml/2006/main" noGrp="1"/>
          </p:cNvSpPr>
          <p:nvPr/>
        </p:nvSpPr>
        <p:spPr>
          <a:xfrm xmlns:a="http://schemas.openxmlformats.org/drawingml/2006/main">
            <a:off x="609600" y="5105400"/>
            <a:ext cx="10953750" cy="9525"/>
          </a:xfrm>
          <a:custGeom xmlns:a="http://schemas.openxmlformats.org/drawingml/2006/main">
            <a:pathLst>
              <a:path w="10953750" h="9525">
                <a:moveTo>
                  <a:pt x="0" y="0"/>
                </a:moveTo>
                <a:lnTo>
                  <a:pt x="10953750" y="0"/>
                </a:lnTo>
              </a:path>
            </a:pathLst>
          </a:custGeom>
          <a:noFill xmlns:a="http://schemas.openxmlformats.org/drawingml/2006/main"/>
          <a:ln xmlns:a="http://schemas.openxmlformats.org/drawingml/2006/main" w="9525">
            <a:solidFill>
              <a:srgbClr val="DCE5EE"/>
            </a:solidFill>
            <a:prstDash val="solid"/>
          </a:ln>
        </p:spPr>
      </p:sp>
      <p:sp>
        <p:nvSpPr>
          <p:cNvPr id="15" name="object-418">
            <a:extLst xmlns:a="http://schemas.openxmlformats.org/drawingml/2006/main">
              <a:ext uri="{FF2B5EF4-FFF2-40B4-BE49-F238E27FC236}">
                <a16:creationId xmlns:a16="http://schemas.microsoft.com/office/drawing/2014/main" id="{52B77EBC-D91B-4BDE-B246-BA3D54F3B3AE}"/>
              </a:ext>
            </a:extLst>
          </p:cNvPr>
          <p:cNvSpPr>
            <a:spLocks xmlns:a="http://schemas.openxmlformats.org/drawingml/2006/main" noGrp="1"/>
          </p:cNvSpPr>
          <p:nvPr/>
        </p:nvSpPr>
        <p:spPr>
          <a:xfrm xmlns:a="http://schemas.openxmlformats.org/drawingml/2006/main">
            <a:off x="609600" y="5448300"/>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887798"/>
                </a:solidFill>
                <a:latin typeface="Microsoft YaHei"/>
                <a:ea typeface="Microsoft YaHei"/>
                <a:cs typeface="Microsoft YaHei"/>
              </a:defRPr>
            </a:defPPr>
            <a:lvl1pPr algn="l">
              <a:defRPr sz="2325" b="1">
                <a:solidFill>
                  <a:srgbClr val="887798"/>
                </a:solidFill>
                <a:latin typeface="Microsoft YaHei"/>
                <a:ea typeface="Microsoft YaHei"/>
                <a:cs typeface="Microsoft YaHei"/>
              </a:defRPr>
            </a:lvl1pPr>
            <a:lvl2pPr algn="l">
              <a:defRPr sz="2325" b="1">
                <a:solidFill>
                  <a:srgbClr val="887798"/>
                </a:solidFill>
                <a:latin typeface="Microsoft YaHei"/>
                <a:ea typeface="Microsoft YaHei"/>
                <a:cs typeface="Microsoft YaHei"/>
              </a:defRPr>
            </a:lvl2pPr>
            <a:lvl3pPr algn="l">
              <a:defRPr sz="2325" b="1">
                <a:solidFill>
                  <a:srgbClr val="887798"/>
                </a:solidFill>
                <a:latin typeface="Microsoft YaHei"/>
                <a:ea typeface="Microsoft YaHei"/>
                <a:cs typeface="Microsoft YaHei"/>
              </a:defRPr>
            </a:lvl3pPr>
            <a:lvl4pPr algn="l">
              <a:defRPr sz="2325" b="1">
                <a:solidFill>
                  <a:srgbClr val="887798"/>
                </a:solidFill>
                <a:latin typeface="Microsoft YaHei"/>
                <a:ea typeface="Microsoft YaHei"/>
                <a:cs typeface="Microsoft YaHei"/>
              </a:defRPr>
            </a:lvl4pPr>
            <a:lvl5pPr algn="l">
              <a:defRPr sz="2325" b="1">
                <a:solidFill>
                  <a:srgbClr val="887798"/>
                </a:solidFill>
                <a:latin typeface="Microsoft YaHei"/>
                <a:ea typeface="Microsoft YaHei"/>
                <a:cs typeface="Microsoft YaHei"/>
              </a:defRPr>
            </a:lvl5pPr>
            <a:lvl6pPr algn="l">
              <a:defRPr sz="2325" b="1">
                <a:solidFill>
                  <a:srgbClr val="887798"/>
                </a:solidFill>
                <a:latin typeface="Microsoft YaHei"/>
                <a:ea typeface="Microsoft YaHei"/>
                <a:cs typeface="Microsoft YaHei"/>
              </a:defRPr>
            </a:lvl6pPr>
            <a:lvl7pPr algn="l">
              <a:defRPr sz="2325" b="1">
                <a:solidFill>
                  <a:srgbClr val="887798"/>
                </a:solidFill>
                <a:latin typeface="Microsoft YaHei"/>
                <a:ea typeface="Microsoft YaHei"/>
                <a:cs typeface="Microsoft YaHei"/>
              </a:defRPr>
            </a:lvl7pPr>
            <a:lvl8pPr algn="l">
              <a:defRPr sz="2325" b="1">
                <a:solidFill>
                  <a:srgbClr val="887798"/>
                </a:solidFill>
                <a:latin typeface="Microsoft YaHei"/>
                <a:ea typeface="Microsoft YaHei"/>
                <a:cs typeface="Microsoft YaHei"/>
              </a:defRPr>
            </a:lvl8pPr>
            <a:lvl9pPr algn="l">
              <a:defRPr sz="2325" b="1">
                <a:solidFill>
                  <a:srgbClr val="887798"/>
                </a:solidFill>
                <a:latin typeface="Microsoft YaHei"/>
                <a:ea typeface="Microsoft YaHei"/>
                <a:cs typeface="Microsoft YaHei"/>
              </a:defRPr>
            </a:lvl9pPr>
          </a:lstStyle>
          <a:p xmlns:a="http://schemas.openxmlformats.org/drawingml/2006/main">
            <a:pPr algn="l">
              <a:defRPr sz="2325" b="1">
                <a:solidFill>
                  <a:srgbClr val="887798"/>
                </a:solidFill>
                <a:latin typeface="Microsoft YaHei"/>
                <a:ea typeface="Microsoft YaHei"/>
                <a:cs typeface="Microsoft YaHei"/>
              </a:defRPr>
            </a:pPr>
            <a:r>
              <a:rPr sz="2325" b="1">
                <a:solidFill>
                  <a:srgbClr val="887798"/>
                </a:solidFill>
                <a:latin typeface="Microsoft YaHei"/>
                <a:ea typeface="Microsoft YaHei"/>
                <a:cs typeface="Microsoft YaHei"/>
              </a:rPr>
              <a:t>扩展性</a:t>
            </a:r>
          </a:p>
        </p:txBody>
      </p:sp>
      <p:sp>
        <p:nvSpPr>
          <p:cNvPr id="16" name="object-419">
            <a:extLst xmlns:a="http://schemas.openxmlformats.org/drawingml/2006/main">
              <a:ext uri="{FF2B5EF4-FFF2-40B4-BE49-F238E27FC236}">
                <a16:creationId xmlns:a16="http://schemas.microsoft.com/office/drawing/2014/main" id="{21EA73A1-6C16-45D8-B455-ED76ACE95A6B}"/>
              </a:ext>
            </a:extLst>
          </p:cNvPr>
          <p:cNvSpPr>
            <a:spLocks xmlns:a="http://schemas.openxmlformats.org/drawingml/2006/main" noGrp="1"/>
          </p:cNvSpPr>
          <p:nvPr/>
        </p:nvSpPr>
        <p:spPr>
          <a:xfrm xmlns:a="http://schemas.openxmlformats.org/drawingml/2006/main">
            <a:off x="3619500" y="5362575"/>
            <a:ext cx="51339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0">
                <a:solidFill>
                  <a:srgbClr val="12263B"/>
                </a:solidFill>
                <a:latin typeface="Microsoft YaHei"/>
                <a:ea typeface="Microsoft YaHei"/>
                <a:cs typeface="Microsoft YaHei"/>
              </a:defRPr>
            </a:defPPr>
            <a:lvl1pPr algn="l">
              <a:defRPr sz="2100" b="0">
                <a:solidFill>
                  <a:srgbClr val="12263B"/>
                </a:solidFill>
                <a:latin typeface="Microsoft YaHei"/>
                <a:ea typeface="Microsoft YaHei"/>
                <a:cs typeface="Microsoft YaHei"/>
              </a:defRPr>
            </a:lvl1pPr>
            <a:lvl2pPr algn="l">
              <a:defRPr sz="2100" b="0">
                <a:solidFill>
                  <a:srgbClr val="12263B"/>
                </a:solidFill>
                <a:latin typeface="Microsoft YaHei"/>
                <a:ea typeface="Microsoft YaHei"/>
                <a:cs typeface="Microsoft YaHei"/>
              </a:defRPr>
            </a:lvl2pPr>
            <a:lvl3pPr algn="l">
              <a:defRPr sz="2100" b="0">
                <a:solidFill>
                  <a:srgbClr val="12263B"/>
                </a:solidFill>
                <a:latin typeface="Microsoft YaHei"/>
                <a:ea typeface="Microsoft YaHei"/>
                <a:cs typeface="Microsoft YaHei"/>
              </a:defRPr>
            </a:lvl3pPr>
            <a:lvl4pPr algn="l">
              <a:defRPr sz="2100" b="0">
                <a:solidFill>
                  <a:srgbClr val="12263B"/>
                </a:solidFill>
                <a:latin typeface="Microsoft YaHei"/>
                <a:ea typeface="Microsoft YaHei"/>
                <a:cs typeface="Microsoft YaHei"/>
              </a:defRPr>
            </a:lvl4pPr>
            <a:lvl5pPr algn="l">
              <a:defRPr sz="2100" b="0">
                <a:solidFill>
                  <a:srgbClr val="12263B"/>
                </a:solidFill>
                <a:latin typeface="Microsoft YaHei"/>
                <a:ea typeface="Microsoft YaHei"/>
                <a:cs typeface="Microsoft YaHei"/>
              </a:defRPr>
            </a:lvl5pPr>
            <a:lvl6pPr algn="l">
              <a:defRPr sz="2100" b="0">
                <a:solidFill>
                  <a:srgbClr val="12263B"/>
                </a:solidFill>
                <a:latin typeface="Microsoft YaHei"/>
                <a:ea typeface="Microsoft YaHei"/>
                <a:cs typeface="Microsoft YaHei"/>
              </a:defRPr>
            </a:lvl6pPr>
            <a:lvl7pPr algn="l">
              <a:defRPr sz="2100" b="0">
                <a:solidFill>
                  <a:srgbClr val="12263B"/>
                </a:solidFill>
                <a:latin typeface="Microsoft YaHei"/>
                <a:ea typeface="Microsoft YaHei"/>
                <a:cs typeface="Microsoft YaHei"/>
              </a:defRPr>
            </a:lvl7pPr>
            <a:lvl8pPr algn="l">
              <a:defRPr sz="2100" b="0">
                <a:solidFill>
                  <a:srgbClr val="12263B"/>
                </a:solidFill>
                <a:latin typeface="Microsoft YaHei"/>
                <a:ea typeface="Microsoft YaHei"/>
                <a:cs typeface="Microsoft YaHei"/>
              </a:defRPr>
            </a:lvl8pPr>
            <a:lvl9pPr algn="l">
              <a:defRPr sz="2100" b="0">
                <a:solidFill>
                  <a:srgbClr val="12263B"/>
                </a:solidFill>
                <a:latin typeface="Microsoft YaHei"/>
                <a:ea typeface="Microsoft YaHei"/>
                <a:cs typeface="Microsoft YaHei"/>
              </a:defRPr>
            </a:lvl9pPr>
          </a:lstStyle>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复用节点与职责</a:t>
            </a:r>
          </a:p>
          <a:p xmlns:a="http://schemas.openxmlformats.org/drawingml/2006/main">
            <a:pPr algn="l">
              <a:defRPr sz="2100" b="0">
                <a:solidFill>
                  <a:srgbClr val="12263B"/>
                </a:solidFill>
                <a:latin typeface="Microsoft YaHei"/>
                <a:ea typeface="Microsoft YaHei"/>
                <a:cs typeface="Microsoft YaHei"/>
              </a:defRPr>
            </a:pPr>
            <a:r>
              <a:rPr sz="2100" b="0">
                <a:solidFill>
                  <a:srgbClr val="12263B"/>
                </a:solidFill>
                <a:latin typeface="Microsoft YaHei"/>
                <a:ea typeface="Microsoft YaHei"/>
                <a:cs typeface="Microsoft YaHei"/>
              </a:rPr>
              <a:t>集中局部改动</a:t>
            </a:r>
          </a:p>
        </p:txBody>
      </p:sp>
      <p:sp>
        <p:nvSpPr>
          <p:cNvPr id="17" name="object-420">
            <a:extLst xmlns:a="http://schemas.openxmlformats.org/drawingml/2006/main">
              <a:ext uri="{FF2B5EF4-FFF2-40B4-BE49-F238E27FC236}">
                <a16:creationId xmlns:a16="http://schemas.microsoft.com/office/drawing/2014/main" id="{6CB155F8-C9F0-484C-BBC3-09AA459DCDD9}"/>
              </a:ext>
            </a:extLst>
          </p:cNvPr>
          <p:cNvSpPr>
            <a:spLocks xmlns:a="http://schemas.openxmlformats.org/drawingml/2006/main" noGrp="1"/>
          </p:cNvSpPr>
          <p:nvPr/>
        </p:nvSpPr>
        <p:spPr>
          <a:xfrm xmlns:a="http://schemas.openxmlformats.org/drawingml/2006/main">
            <a:off x="9210675" y="5362575"/>
            <a:ext cx="23526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950" b="0">
                <a:solidFill>
                  <a:srgbClr val="887798"/>
                </a:solidFill>
                <a:latin typeface="Microsoft YaHei"/>
                <a:ea typeface="Microsoft YaHei"/>
                <a:cs typeface="Microsoft YaHei"/>
              </a:defRPr>
            </a:defPPr>
            <a:lvl1pPr algn="l">
              <a:defRPr sz="1950" b="0">
                <a:solidFill>
                  <a:srgbClr val="887798"/>
                </a:solidFill>
                <a:latin typeface="Microsoft YaHei"/>
                <a:ea typeface="Microsoft YaHei"/>
                <a:cs typeface="Microsoft YaHei"/>
              </a:defRPr>
            </a:lvl1pPr>
            <a:lvl2pPr algn="l">
              <a:defRPr sz="1950" b="0">
                <a:solidFill>
                  <a:srgbClr val="887798"/>
                </a:solidFill>
                <a:latin typeface="Microsoft YaHei"/>
                <a:ea typeface="Microsoft YaHei"/>
                <a:cs typeface="Microsoft YaHei"/>
              </a:defRPr>
            </a:lvl2pPr>
            <a:lvl3pPr algn="l">
              <a:defRPr sz="1950" b="0">
                <a:solidFill>
                  <a:srgbClr val="887798"/>
                </a:solidFill>
                <a:latin typeface="Microsoft YaHei"/>
                <a:ea typeface="Microsoft YaHei"/>
                <a:cs typeface="Microsoft YaHei"/>
              </a:defRPr>
            </a:lvl3pPr>
            <a:lvl4pPr algn="l">
              <a:defRPr sz="1950" b="0">
                <a:solidFill>
                  <a:srgbClr val="887798"/>
                </a:solidFill>
                <a:latin typeface="Microsoft YaHei"/>
                <a:ea typeface="Microsoft YaHei"/>
                <a:cs typeface="Microsoft YaHei"/>
              </a:defRPr>
            </a:lvl4pPr>
            <a:lvl5pPr algn="l">
              <a:defRPr sz="1950" b="0">
                <a:solidFill>
                  <a:srgbClr val="887798"/>
                </a:solidFill>
                <a:latin typeface="Microsoft YaHei"/>
                <a:ea typeface="Microsoft YaHei"/>
                <a:cs typeface="Microsoft YaHei"/>
              </a:defRPr>
            </a:lvl5pPr>
            <a:lvl6pPr algn="l">
              <a:defRPr sz="1950" b="0">
                <a:solidFill>
                  <a:srgbClr val="887798"/>
                </a:solidFill>
                <a:latin typeface="Microsoft YaHei"/>
                <a:ea typeface="Microsoft YaHei"/>
                <a:cs typeface="Microsoft YaHei"/>
              </a:defRPr>
            </a:lvl6pPr>
            <a:lvl7pPr algn="l">
              <a:defRPr sz="1950" b="0">
                <a:solidFill>
                  <a:srgbClr val="887798"/>
                </a:solidFill>
                <a:latin typeface="Microsoft YaHei"/>
                <a:ea typeface="Microsoft YaHei"/>
                <a:cs typeface="Microsoft YaHei"/>
              </a:defRPr>
            </a:lvl7pPr>
            <a:lvl8pPr algn="l">
              <a:defRPr sz="1950" b="0">
                <a:solidFill>
                  <a:srgbClr val="887798"/>
                </a:solidFill>
                <a:latin typeface="Microsoft YaHei"/>
                <a:ea typeface="Microsoft YaHei"/>
                <a:cs typeface="Microsoft YaHei"/>
              </a:defRPr>
            </a:lvl8pPr>
            <a:lvl9pPr algn="l">
              <a:defRPr sz="1950" b="0">
                <a:solidFill>
                  <a:srgbClr val="887798"/>
                </a:solidFill>
                <a:latin typeface="Microsoft YaHei"/>
                <a:ea typeface="Microsoft YaHei"/>
                <a:cs typeface="Microsoft YaHei"/>
              </a:defRPr>
            </a:lvl9pPr>
          </a:lstStyle>
          <a:p xmlns:a="http://schemas.openxmlformats.org/drawingml/2006/main">
            <a:pPr algn="l">
              <a:defRPr sz="1950" b="0">
                <a:solidFill>
                  <a:srgbClr val="887798"/>
                </a:solidFill>
                <a:latin typeface="Microsoft YaHei"/>
                <a:ea typeface="Microsoft YaHei"/>
                <a:cs typeface="Microsoft YaHei"/>
              </a:defRPr>
            </a:pPr>
            <a:r>
              <a:rPr sz="1950" b="0">
                <a:solidFill>
                  <a:srgbClr val="887798"/>
                </a:solidFill>
                <a:latin typeface="Microsoft YaHei"/>
                <a:ea typeface="Microsoft YaHei"/>
                <a:cs typeface="Microsoft YaHei"/>
              </a:rPr>
              <a:t>改动范围</a:t>
            </a:r>
          </a:p>
          <a:p xmlns:a="http://schemas.openxmlformats.org/drawingml/2006/main">
            <a:pPr algn="l">
              <a:defRPr sz="1950" b="0">
                <a:solidFill>
                  <a:srgbClr val="887798"/>
                </a:solidFill>
                <a:latin typeface="Microsoft YaHei"/>
                <a:ea typeface="Microsoft YaHei"/>
                <a:cs typeface="Microsoft YaHei"/>
              </a:defRPr>
            </a:pPr>
            <a:r>
              <a:rPr sz="1950" b="0">
                <a:solidFill>
                  <a:srgbClr val="887798"/>
                </a:solidFill>
                <a:latin typeface="Microsoft YaHei"/>
                <a:ea typeface="Microsoft YaHei"/>
                <a:cs typeface="Microsoft YaHei"/>
              </a:rPr>
              <a:t>适配与回归</a:t>
            </a:r>
          </a:p>
        </p:txBody>
      </p:sp>
      <p:sp>
        <p:nvSpPr>
          <p:cNvPr id="18" name="object-421">
            <a:extLst xmlns:a="http://schemas.openxmlformats.org/drawingml/2006/main">
              <a:ext uri="{FF2B5EF4-FFF2-40B4-BE49-F238E27FC236}">
                <a16:creationId xmlns:a16="http://schemas.microsoft.com/office/drawing/2014/main" id="{DDB0C8B0-1E89-48E9-86BF-A7D7B300E714}"/>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团队定性成果：时延降低、性能提升、功耗降低且保持抗抖动；未给出量化幅度</a:t>
            </a:r>
          </a:p>
        </p:txBody>
      </p:sp>
      <p:sp>
        <p:nvSpPr>
          <p:cNvPr id="19" name="object-422">
            <a:extLst xmlns:a="http://schemas.openxmlformats.org/drawingml/2006/main">
              <a:ext uri="{FF2B5EF4-FFF2-40B4-BE49-F238E27FC236}">
                <a16:creationId xmlns:a16="http://schemas.microsoft.com/office/drawing/2014/main" id="{DE8C0D85-8239-49EC-B258-305D209E437E}"/>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13</a:t>
            </a:r>
          </a:p>
        </p:txBody>
      </p:sp>
    </p:spTree>
    <p:extLst>
      <p:ext uri="{BB962C8B-B14F-4D97-AF65-F5344CB8AC3E}">
        <p14:creationId xmlns:p14="http://schemas.microsoft.com/office/powerpoint/2010/main" val="389454166"/>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object-423">
            <a:extLst xmlns:a="http://schemas.openxmlformats.org/drawingml/2006/main">
              <a:ext uri="{FF2B5EF4-FFF2-40B4-BE49-F238E27FC236}">
                <a16:creationId xmlns:a16="http://schemas.microsoft.com/office/drawing/2014/main" id="{0BE3D64B-51C8-4266-A03F-A5EEE9ADD296}"/>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第四部分 · 可执行的验证设计</a:t>
            </a:r>
          </a:p>
        </p:txBody>
      </p:sp>
      <p:sp>
        <p:nvSpPr>
          <p:cNvPr id="2" name="object-424">
            <a:extLst xmlns:a="http://schemas.openxmlformats.org/drawingml/2006/main">
              <a:ext uri="{FF2B5EF4-FFF2-40B4-BE49-F238E27FC236}">
                <a16:creationId xmlns:a16="http://schemas.microsoft.com/office/drawing/2014/main" id="{364550E4-7E23-4320-82B6-55081D829897}"/>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用同一个完整场景验证改进</a:t>
            </a:r>
          </a:p>
        </p:txBody>
      </p:sp>
      <p:sp>
        <p:nvSpPr>
          <p:cNvPr id="3" name="object-425">
            <a:extLst xmlns:a="http://schemas.openxmlformats.org/drawingml/2006/main">
              <a:ext uri="{FF2B5EF4-FFF2-40B4-BE49-F238E27FC236}">
                <a16:creationId xmlns:a16="http://schemas.microsoft.com/office/drawing/2014/main" id="{2D2498C1-CAA8-4E51-BA49-42B7FF30E0E6}"/>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固定业务语义与环境，记录配置差异，同时观察效率和连续性</a:t>
            </a:r>
          </a:p>
        </p:txBody>
      </p:sp>
      <p:sp>
        <p:nvSpPr>
          <p:cNvPr id="4" name="object-426">
            <a:extLst xmlns:a="http://schemas.openxmlformats.org/drawingml/2006/main">
              <a:ext uri="{FF2B5EF4-FFF2-40B4-BE49-F238E27FC236}">
                <a16:creationId xmlns:a16="http://schemas.microsoft.com/office/drawing/2014/main" id="{D979027C-72BF-4A71-87ED-CBA905B2CDD7}"/>
              </a:ext>
            </a:extLst>
          </p:cNvPr>
          <p:cNvSpPr>
            <a:spLocks xmlns:a="http://schemas.openxmlformats.org/drawingml/2006/main" noGrp="1"/>
          </p:cNvSpPr>
          <p:nvPr/>
        </p:nvSpPr>
        <p:spPr>
          <a:xfrm xmlns:a="http://schemas.openxmlformats.org/drawingml/2006/main">
            <a:off x="609600" y="23431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12263B"/>
                </a:solidFill>
                <a:latin typeface="Microsoft YaHei"/>
                <a:ea typeface="Microsoft YaHei"/>
                <a:cs typeface="Microsoft YaHei"/>
              </a:defRPr>
            </a:defPPr>
            <a:lvl1pPr algn="l">
              <a:defRPr sz="2175" b="1">
                <a:solidFill>
                  <a:srgbClr val="12263B"/>
                </a:solidFill>
                <a:latin typeface="Microsoft YaHei"/>
                <a:ea typeface="Microsoft YaHei"/>
                <a:cs typeface="Microsoft YaHei"/>
              </a:defRPr>
            </a:lvl1pPr>
            <a:lvl2pPr algn="l">
              <a:defRPr sz="2175" b="1">
                <a:solidFill>
                  <a:srgbClr val="12263B"/>
                </a:solidFill>
                <a:latin typeface="Microsoft YaHei"/>
                <a:ea typeface="Microsoft YaHei"/>
                <a:cs typeface="Microsoft YaHei"/>
              </a:defRPr>
            </a:lvl2pPr>
            <a:lvl3pPr algn="l">
              <a:defRPr sz="2175" b="1">
                <a:solidFill>
                  <a:srgbClr val="12263B"/>
                </a:solidFill>
                <a:latin typeface="Microsoft YaHei"/>
                <a:ea typeface="Microsoft YaHei"/>
                <a:cs typeface="Microsoft YaHei"/>
              </a:defRPr>
            </a:lvl3pPr>
            <a:lvl4pPr algn="l">
              <a:defRPr sz="2175" b="1">
                <a:solidFill>
                  <a:srgbClr val="12263B"/>
                </a:solidFill>
                <a:latin typeface="Microsoft YaHei"/>
                <a:ea typeface="Microsoft YaHei"/>
                <a:cs typeface="Microsoft YaHei"/>
              </a:defRPr>
            </a:lvl4pPr>
            <a:lvl5pPr algn="l">
              <a:defRPr sz="2175" b="1">
                <a:solidFill>
                  <a:srgbClr val="12263B"/>
                </a:solidFill>
                <a:latin typeface="Microsoft YaHei"/>
                <a:ea typeface="Microsoft YaHei"/>
                <a:cs typeface="Microsoft YaHei"/>
              </a:defRPr>
            </a:lvl5pPr>
            <a:lvl6pPr algn="l">
              <a:defRPr sz="2175" b="1">
                <a:solidFill>
                  <a:srgbClr val="12263B"/>
                </a:solidFill>
                <a:latin typeface="Microsoft YaHei"/>
                <a:ea typeface="Microsoft YaHei"/>
                <a:cs typeface="Microsoft YaHei"/>
              </a:defRPr>
            </a:lvl6pPr>
            <a:lvl7pPr algn="l">
              <a:defRPr sz="2175" b="1">
                <a:solidFill>
                  <a:srgbClr val="12263B"/>
                </a:solidFill>
                <a:latin typeface="Microsoft YaHei"/>
                <a:ea typeface="Microsoft YaHei"/>
                <a:cs typeface="Microsoft YaHei"/>
              </a:defRPr>
            </a:lvl7pPr>
            <a:lvl8pPr algn="l">
              <a:defRPr sz="2175" b="1">
                <a:solidFill>
                  <a:srgbClr val="12263B"/>
                </a:solidFill>
                <a:latin typeface="Microsoft YaHei"/>
                <a:ea typeface="Microsoft YaHei"/>
                <a:cs typeface="Microsoft YaHei"/>
              </a:defRPr>
            </a:lvl8pPr>
            <a:lvl9pPr algn="l">
              <a:defRPr sz="2175" b="1">
                <a:solidFill>
                  <a:srgbClr val="12263B"/>
                </a:solidFill>
                <a:latin typeface="Microsoft YaHei"/>
                <a:ea typeface="Microsoft YaHei"/>
                <a:cs typeface="Microsoft YaHei"/>
              </a:defRPr>
            </a:lvl9pPr>
          </a:lstStyle>
          <a:p xmlns:a="http://schemas.openxmlformats.org/drawingml/2006/main">
            <a:pPr algn="l">
              <a:defRPr sz="2175" b="1">
                <a:solidFill>
                  <a:srgbClr val="12263B"/>
                </a:solidFill>
                <a:latin typeface="Microsoft YaHei"/>
                <a:ea typeface="Microsoft YaHei"/>
                <a:cs typeface="Microsoft YaHei"/>
              </a:defRPr>
            </a:pPr>
            <a:r>
              <a:rPr sz="2175" b="1">
                <a:solidFill>
                  <a:srgbClr val="12263B"/>
                </a:solidFill>
                <a:latin typeface="Microsoft YaHei"/>
                <a:ea typeface="Microsoft YaHei"/>
                <a:cs typeface="Microsoft YaHei"/>
              </a:rPr>
              <a:t>场景脚本：音乐持续 → 游戏加入 → 提醒出现 → 切换耳机</a:t>
            </a:r>
          </a:p>
        </p:txBody>
      </p:sp>
      <p:sp>
        <p:nvSpPr>
          <p:cNvPr id="5" name="object-427">
            <a:extLst xmlns:a="http://schemas.openxmlformats.org/drawingml/2006/main">
              <a:ext uri="{FF2B5EF4-FFF2-40B4-BE49-F238E27FC236}">
                <a16:creationId xmlns:a16="http://schemas.microsoft.com/office/drawing/2014/main" id="{093DE585-BFF8-47AB-82AB-1EB8F5E8E964}"/>
              </a:ext>
            </a:extLst>
          </p:cNvPr>
          <p:cNvSpPr>
            <a:spLocks xmlns:a="http://schemas.openxmlformats.org/drawingml/2006/main" noGrp="1"/>
          </p:cNvSpPr>
          <p:nvPr/>
        </p:nvSpPr>
        <p:spPr>
          <a:xfrm xmlns:a="http://schemas.openxmlformats.org/drawingml/2006/main">
            <a:off x="609600" y="317182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00" b="1">
                <a:solidFill>
                  <a:srgbClr val="887798"/>
                </a:solidFill>
                <a:latin typeface="Microsoft YaHei"/>
                <a:ea typeface="Microsoft YaHei"/>
                <a:cs typeface="Microsoft YaHei"/>
              </a:defRPr>
            </a:defPPr>
            <a:lvl1pPr algn="l">
              <a:defRPr sz="2400" b="1">
                <a:solidFill>
                  <a:srgbClr val="887798"/>
                </a:solidFill>
                <a:latin typeface="Microsoft YaHei"/>
                <a:ea typeface="Microsoft YaHei"/>
                <a:cs typeface="Microsoft YaHei"/>
              </a:defRPr>
            </a:lvl1pPr>
            <a:lvl2pPr algn="l">
              <a:defRPr sz="2400" b="1">
                <a:solidFill>
                  <a:srgbClr val="887798"/>
                </a:solidFill>
                <a:latin typeface="Microsoft YaHei"/>
                <a:ea typeface="Microsoft YaHei"/>
                <a:cs typeface="Microsoft YaHei"/>
              </a:defRPr>
            </a:lvl2pPr>
            <a:lvl3pPr algn="l">
              <a:defRPr sz="2400" b="1">
                <a:solidFill>
                  <a:srgbClr val="887798"/>
                </a:solidFill>
                <a:latin typeface="Microsoft YaHei"/>
                <a:ea typeface="Microsoft YaHei"/>
                <a:cs typeface="Microsoft YaHei"/>
              </a:defRPr>
            </a:lvl3pPr>
            <a:lvl4pPr algn="l">
              <a:defRPr sz="2400" b="1">
                <a:solidFill>
                  <a:srgbClr val="887798"/>
                </a:solidFill>
                <a:latin typeface="Microsoft YaHei"/>
                <a:ea typeface="Microsoft YaHei"/>
                <a:cs typeface="Microsoft YaHei"/>
              </a:defRPr>
            </a:lvl4pPr>
            <a:lvl5pPr algn="l">
              <a:defRPr sz="2400" b="1">
                <a:solidFill>
                  <a:srgbClr val="887798"/>
                </a:solidFill>
                <a:latin typeface="Microsoft YaHei"/>
                <a:ea typeface="Microsoft YaHei"/>
                <a:cs typeface="Microsoft YaHei"/>
              </a:defRPr>
            </a:lvl5pPr>
            <a:lvl6pPr algn="l">
              <a:defRPr sz="2400" b="1">
                <a:solidFill>
                  <a:srgbClr val="887798"/>
                </a:solidFill>
                <a:latin typeface="Microsoft YaHei"/>
                <a:ea typeface="Microsoft YaHei"/>
                <a:cs typeface="Microsoft YaHei"/>
              </a:defRPr>
            </a:lvl6pPr>
            <a:lvl7pPr algn="l">
              <a:defRPr sz="2400" b="1">
                <a:solidFill>
                  <a:srgbClr val="887798"/>
                </a:solidFill>
                <a:latin typeface="Microsoft YaHei"/>
                <a:ea typeface="Microsoft YaHei"/>
                <a:cs typeface="Microsoft YaHei"/>
              </a:defRPr>
            </a:lvl7pPr>
            <a:lvl8pPr algn="l">
              <a:defRPr sz="2400" b="1">
                <a:solidFill>
                  <a:srgbClr val="887798"/>
                </a:solidFill>
                <a:latin typeface="Microsoft YaHei"/>
                <a:ea typeface="Microsoft YaHei"/>
                <a:cs typeface="Microsoft YaHei"/>
              </a:defRPr>
            </a:lvl8pPr>
            <a:lvl9pPr algn="l">
              <a:defRPr sz="2400" b="1">
                <a:solidFill>
                  <a:srgbClr val="887798"/>
                </a:solidFill>
                <a:latin typeface="Microsoft YaHei"/>
                <a:ea typeface="Microsoft YaHei"/>
                <a:cs typeface="Microsoft YaHei"/>
              </a:defRPr>
            </a:lvl9pPr>
          </a:lstStyle>
          <a:p xmlns:a="http://schemas.openxmlformats.org/drawingml/2006/main">
            <a:pPr algn="l">
              <a:defRPr sz="2400" b="1">
                <a:solidFill>
                  <a:srgbClr val="887798"/>
                </a:solidFill>
                <a:latin typeface="Microsoft YaHei"/>
                <a:ea typeface="Microsoft YaHei"/>
                <a:cs typeface="Microsoft YaHei"/>
              </a:defRPr>
            </a:pPr>
            <a:r>
              <a:rPr sz="2400" b="1">
                <a:solidFill>
                  <a:srgbClr val="887798"/>
                </a:solidFill>
                <a:latin typeface="Microsoft YaHei"/>
                <a:ea typeface="Microsoft YaHei"/>
                <a:cs typeface="Microsoft YaHei"/>
              </a:rPr>
              <a:t>控制比较条件</a:t>
            </a:r>
          </a:p>
        </p:txBody>
      </p:sp>
      <p:sp>
        <p:nvSpPr>
          <p:cNvPr id="6" name="object-428">
            <a:extLst xmlns:a="http://schemas.openxmlformats.org/drawingml/2006/main">
              <a:ext uri="{FF2B5EF4-FFF2-40B4-BE49-F238E27FC236}">
                <a16:creationId xmlns:a16="http://schemas.microsoft.com/office/drawing/2014/main" id="{47703232-C18B-43F7-8711-342952DC7A39}"/>
              </a:ext>
            </a:extLst>
          </p:cNvPr>
          <p:cNvSpPr>
            <a:spLocks xmlns:a="http://schemas.openxmlformats.org/drawingml/2006/main" noGrp="1"/>
          </p:cNvSpPr>
          <p:nvPr/>
        </p:nvSpPr>
        <p:spPr>
          <a:xfrm xmlns:a="http://schemas.openxmlformats.org/drawingml/2006/main">
            <a:off x="609600" y="3781425"/>
            <a:ext cx="49530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12263B"/>
                </a:solidFill>
                <a:latin typeface="Microsoft YaHei"/>
                <a:ea typeface="Microsoft YaHei"/>
                <a:cs typeface="Microsoft YaHei"/>
              </a:defRPr>
            </a:defPPr>
            <a:lvl1pPr algn="l">
              <a:defRPr sz="2025" b="0">
                <a:solidFill>
                  <a:srgbClr val="12263B"/>
                </a:solidFill>
                <a:latin typeface="Microsoft YaHei"/>
                <a:ea typeface="Microsoft YaHei"/>
                <a:cs typeface="Microsoft YaHei"/>
              </a:defRPr>
            </a:lvl1pPr>
            <a:lvl2pPr algn="l">
              <a:defRPr sz="2025" b="0">
                <a:solidFill>
                  <a:srgbClr val="12263B"/>
                </a:solidFill>
                <a:latin typeface="Microsoft YaHei"/>
                <a:ea typeface="Microsoft YaHei"/>
                <a:cs typeface="Microsoft YaHei"/>
              </a:defRPr>
            </a:lvl2pPr>
            <a:lvl3pPr algn="l">
              <a:defRPr sz="2025" b="0">
                <a:solidFill>
                  <a:srgbClr val="12263B"/>
                </a:solidFill>
                <a:latin typeface="Microsoft YaHei"/>
                <a:ea typeface="Microsoft YaHei"/>
                <a:cs typeface="Microsoft YaHei"/>
              </a:defRPr>
            </a:lvl3pPr>
            <a:lvl4pPr algn="l">
              <a:defRPr sz="2025" b="0">
                <a:solidFill>
                  <a:srgbClr val="12263B"/>
                </a:solidFill>
                <a:latin typeface="Microsoft YaHei"/>
                <a:ea typeface="Microsoft YaHei"/>
                <a:cs typeface="Microsoft YaHei"/>
              </a:defRPr>
            </a:lvl4pPr>
            <a:lvl5pPr algn="l">
              <a:defRPr sz="2025" b="0">
                <a:solidFill>
                  <a:srgbClr val="12263B"/>
                </a:solidFill>
                <a:latin typeface="Microsoft YaHei"/>
                <a:ea typeface="Microsoft YaHei"/>
                <a:cs typeface="Microsoft YaHei"/>
              </a:defRPr>
            </a:lvl5pPr>
            <a:lvl6pPr algn="l">
              <a:defRPr sz="2025" b="0">
                <a:solidFill>
                  <a:srgbClr val="12263B"/>
                </a:solidFill>
                <a:latin typeface="Microsoft YaHei"/>
                <a:ea typeface="Microsoft YaHei"/>
                <a:cs typeface="Microsoft YaHei"/>
              </a:defRPr>
            </a:lvl6pPr>
            <a:lvl7pPr algn="l">
              <a:defRPr sz="2025" b="0">
                <a:solidFill>
                  <a:srgbClr val="12263B"/>
                </a:solidFill>
                <a:latin typeface="Microsoft YaHei"/>
                <a:ea typeface="Microsoft YaHei"/>
                <a:cs typeface="Microsoft YaHei"/>
              </a:defRPr>
            </a:lvl7pPr>
            <a:lvl8pPr algn="l">
              <a:defRPr sz="2025" b="0">
                <a:solidFill>
                  <a:srgbClr val="12263B"/>
                </a:solidFill>
                <a:latin typeface="Microsoft YaHei"/>
                <a:ea typeface="Microsoft YaHei"/>
                <a:cs typeface="Microsoft YaHei"/>
              </a:defRPr>
            </a:lvl8pPr>
            <a:lvl9pPr algn="l">
              <a:defRPr sz="2025" b="0">
                <a:solidFill>
                  <a:srgbClr val="12263B"/>
                </a:solidFill>
                <a:latin typeface="Microsoft YaHei"/>
                <a:ea typeface="Microsoft YaHei"/>
                <a:cs typeface="Microsoft YaHei"/>
              </a:defRPr>
            </a:lvl9pPr>
          </a:lstStyle>
          <a:p xmlns:a="http://schemas.openxmlformats.org/drawingml/2006/main">
            <a:pPr algn="l">
              <a:defRPr sz="2025" b="0">
                <a:solidFill>
                  <a:srgbClr val="12263B"/>
                </a:solidFill>
                <a:latin typeface="Microsoft YaHei"/>
                <a:ea typeface="Microsoft YaHei"/>
                <a:cs typeface="Microsoft YaHei"/>
              </a:defRPr>
            </a:pPr>
            <a:r>
              <a:rPr sz="2025" b="0">
                <a:solidFill>
                  <a:srgbClr val="12263B"/>
                </a:solidFill>
                <a:latin typeface="Microsoft YaHei"/>
                <a:ea typeface="Microsoft YaHei"/>
                <a:cs typeface="Microsoft YaHei"/>
              </a:rPr>
              <a:t>同产品 / 同硬件 / 同业务语义</a:t>
            </a:r>
          </a:p>
          <a:p xmlns:a="http://schemas.openxmlformats.org/drawingml/2006/main">
            <a:pPr algn="l">
              <a:defRPr sz="2025" b="0">
                <a:solidFill>
                  <a:srgbClr val="12263B"/>
                </a:solidFill>
                <a:latin typeface="Microsoft YaHei"/>
                <a:ea typeface="Microsoft YaHei"/>
                <a:cs typeface="Microsoft YaHei"/>
              </a:defRPr>
            </a:pPr>
            <a:r>
              <a:rPr sz="2025" b="0">
                <a:solidFill>
                  <a:srgbClr val="12263B"/>
                </a:solidFill>
                <a:latin typeface="Microsoft YaHei"/>
                <a:ea typeface="Microsoft YaHei"/>
                <a:cs typeface="Microsoft YaHei"/>
              </a:rPr>
              <a:t>记录缓冲、线程及音效配置</a:t>
            </a:r>
          </a:p>
          <a:p xmlns:a="http://schemas.openxmlformats.org/drawingml/2006/main">
            <a:pPr algn="l">
              <a:defRPr sz="2025" b="0">
                <a:solidFill>
                  <a:srgbClr val="12263B"/>
                </a:solidFill>
                <a:latin typeface="Microsoft YaHei"/>
                <a:ea typeface="Microsoft YaHei"/>
                <a:cs typeface="Microsoft YaHei"/>
              </a:defRPr>
            </a:pPr>
            <a:r>
              <a:rPr sz="2025" b="0">
                <a:solidFill>
                  <a:srgbClr val="12263B"/>
                </a:solidFill>
                <a:latin typeface="Microsoft YaHei"/>
                <a:ea typeface="Microsoft YaHei"/>
                <a:cs typeface="Microsoft YaHei"/>
              </a:rPr>
              <a:t>固定负载、扰动、时长与重复次数</a:t>
            </a:r>
          </a:p>
        </p:txBody>
      </p:sp>
      <p:sp>
        <p:nvSpPr>
          <p:cNvPr id="7" name="object-429">
            <a:extLst xmlns:a="http://schemas.openxmlformats.org/drawingml/2006/main">
              <a:ext uri="{FF2B5EF4-FFF2-40B4-BE49-F238E27FC236}">
                <a16:creationId xmlns:a16="http://schemas.microsoft.com/office/drawing/2014/main" id="{F26CD95E-9F31-4D59-9F8D-AE76AD851A7A}"/>
              </a:ext>
            </a:extLst>
          </p:cNvPr>
          <p:cNvSpPr>
            <a:spLocks xmlns:a="http://schemas.openxmlformats.org/drawingml/2006/main" noGrp="1"/>
          </p:cNvSpPr>
          <p:nvPr/>
        </p:nvSpPr>
        <p:spPr>
          <a:xfrm xmlns:a="http://schemas.openxmlformats.org/drawingml/2006/main">
            <a:off x="6524625" y="3171825"/>
            <a:ext cx="50387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400" b="1">
                <a:solidFill>
                  <a:srgbClr val="119A92"/>
                </a:solidFill>
                <a:latin typeface="Microsoft YaHei"/>
                <a:ea typeface="Microsoft YaHei"/>
                <a:cs typeface="Microsoft YaHei"/>
              </a:defRPr>
            </a:defPPr>
            <a:lvl1pPr algn="l">
              <a:defRPr sz="2400" b="1">
                <a:solidFill>
                  <a:srgbClr val="119A92"/>
                </a:solidFill>
                <a:latin typeface="Microsoft YaHei"/>
                <a:ea typeface="Microsoft YaHei"/>
                <a:cs typeface="Microsoft YaHei"/>
              </a:defRPr>
            </a:lvl1pPr>
            <a:lvl2pPr algn="l">
              <a:defRPr sz="2400" b="1">
                <a:solidFill>
                  <a:srgbClr val="119A92"/>
                </a:solidFill>
                <a:latin typeface="Microsoft YaHei"/>
                <a:ea typeface="Microsoft YaHei"/>
                <a:cs typeface="Microsoft YaHei"/>
              </a:defRPr>
            </a:lvl2pPr>
            <a:lvl3pPr algn="l">
              <a:defRPr sz="2400" b="1">
                <a:solidFill>
                  <a:srgbClr val="119A92"/>
                </a:solidFill>
                <a:latin typeface="Microsoft YaHei"/>
                <a:ea typeface="Microsoft YaHei"/>
                <a:cs typeface="Microsoft YaHei"/>
              </a:defRPr>
            </a:lvl3pPr>
            <a:lvl4pPr algn="l">
              <a:defRPr sz="2400" b="1">
                <a:solidFill>
                  <a:srgbClr val="119A92"/>
                </a:solidFill>
                <a:latin typeface="Microsoft YaHei"/>
                <a:ea typeface="Microsoft YaHei"/>
                <a:cs typeface="Microsoft YaHei"/>
              </a:defRPr>
            </a:lvl4pPr>
            <a:lvl5pPr algn="l">
              <a:defRPr sz="2400" b="1">
                <a:solidFill>
                  <a:srgbClr val="119A92"/>
                </a:solidFill>
                <a:latin typeface="Microsoft YaHei"/>
                <a:ea typeface="Microsoft YaHei"/>
                <a:cs typeface="Microsoft YaHei"/>
              </a:defRPr>
            </a:lvl5pPr>
            <a:lvl6pPr algn="l">
              <a:defRPr sz="2400" b="1">
                <a:solidFill>
                  <a:srgbClr val="119A92"/>
                </a:solidFill>
                <a:latin typeface="Microsoft YaHei"/>
                <a:ea typeface="Microsoft YaHei"/>
                <a:cs typeface="Microsoft YaHei"/>
              </a:defRPr>
            </a:lvl6pPr>
            <a:lvl7pPr algn="l">
              <a:defRPr sz="2400" b="1">
                <a:solidFill>
                  <a:srgbClr val="119A92"/>
                </a:solidFill>
                <a:latin typeface="Microsoft YaHei"/>
                <a:ea typeface="Microsoft YaHei"/>
                <a:cs typeface="Microsoft YaHei"/>
              </a:defRPr>
            </a:lvl7pPr>
            <a:lvl8pPr algn="l">
              <a:defRPr sz="2400" b="1">
                <a:solidFill>
                  <a:srgbClr val="119A92"/>
                </a:solidFill>
                <a:latin typeface="Microsoft YaHei"/>
                <a:ea typeface="Microsoft YaHei"/>
                <a:cs typeface="Microsoft YaHei"/>
              </a:defRPr>
            </a:lvl8pPr>
            <a:lvl9pPr algn="l">
              <a:defRPr sz="2400" b="1">
                <a:solidFill>
                  <a:srgbClr val="119A92"/>
                </a:solidFill>
                <a:latin typeface="Microsoft YaHei"/>
                <a:ea typeface="Microsoft YaHei"/>
                <a:cs typeface="Microsoft YaHei"/>
              </a:defRPr>
            </a:lvl9pPr>
          </a:lstStyle>
          <a:p xmlns:a="http://schemas.openxmlformats.org/drawingml/2006/main">
            <a:pPr algn="l">
              <a:defRPr sz="2400" b="1">
                <a:solidFill>
                  <a:srgbClr val="119A92"/>
                </a:solidFill>
                <a:latin typeface="Microsoft YaHei"/>
                <a:ea typeface="Microsoft YaHei"/>
                <a:cs typeface="Microsoft YaHei"/>
              </a:defRPr>
            </a:pPr>
            <a:r>
              <a:rPr sz="2400" b="1">
                <a:solidFill>
                  <a:srgbClr val="119A92"/>
                </a:solidFill>
                <a:latin typeface="Microsoft YaHei"/>
                <a:ea typeface="Microsoft YaHei"/>
                <a:cs typeface="Microsoft YaHei"/>
              </a:rPr>
              <a:t>一起观察结果</a:t>
            </a:r>
          </a:p>
        </p:txBody>
      </p:sp>
      <p:sp>
        <p:nvSpPr>
          <p:cNvPr id="8" name="object-430">
            <a:extLst xmlns:a="http://schemas.openxmlformats.org/drawingml/2006/main">
              <a:ext uri="{FF2B5EF4-FFF2-40B4-BE49-F238E27FC236}">
                <a16:creationId xmlns:a16="http://schemas.microsoft.com/office/drawing/2014/main" id="{593CB400-1492-424F-8702-D9FE21FA2B52}"/>
              </a:ext>
            </a:extLst>
          </p:cNvPr>
          <p:cNvSpPr>
            <a:spLocks xmlns:a="http://schemas.openxmlformats.org/drawingml/2006/main" noGrp="1"/>
          </p:cNvSpPr>
          <p:nvPr/>
        </p:nvSpPr>
        <p:spPr>
          <a:xfrm xmlns:a="http://schemas.openxmlformats.org/drawingml/2006/main">
            <a:off x="6524625" y="3781425"/>
            <a:ext cx="5038725"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12263B"/>
                </a:solidFill>
                <a:latin typeface="Microsoft YaHei"/>
                <a:ea typeface="Microsoft YaHei"/>
                <a:cs typeface="Microsoft YaHei"/>
              </a:defRPr>
            </a:defPPr>
            <a:lvl1pPr algn="l">
              <a:defRPr sz="2025" b="0">
                <a:solidFill>
                  <a:srgbClr val="12263B"/>
                </a:solidFill>
                <a:latin typeface="Microsoft YaHei"/>
                <a:ea typeface="Microsoft YaHei"/>
                <a:cs typeface="Microsoft YaHei"/>
              </a:defRPr>
            </a:lvl1pPr>
            <a:lvl2pPr algn="l">
              <a:defRPr sz="2025" b="0">
                <a:solidFill>
                  <a:srgbClr val="12263B"/>
                </a:solidFill>
                <a:latin typeface="Microsoft YaHei"/>
                <a:ea typeface="Microsoft YaHei"/>
                <a:cs typeface="Microsoft YaHei"/>
              </a:defRPr>
            </a:lvl2pPr>
            <a:lvl3pPr algn="l">
              <a:defRPr sz="2025" b="0">
                <a:solidFill>
                  <a:srgbClr val="12263B"/>
                </a:solidFill>
                <a:latin typeface="Microsoft YaHei"/>
                <a:ea typeface="Microsoft YaHei"/>
                <a:cs typeface="Microsoft YaHei"/>
              </a:defRPr>
            </a:lvl3pPr>
            <a:lvl4pPr algn="l">
              <a:defRPr sz="2025" b="0">
                <a:solidFill>
                  <a:srgbClr val="12263B"/>
                </a:solidFill>
                <a:latin typeface="Microsoft YaHei"/>
                <a:ea typeface="Microsoft YaHei"/>
                <a:cs typeface="Microsoft YaHei"/>
              </a:defRPr>
            </a:lvl4pPr>
            <a:lvl5pPr algn="l">
              <a:defRPr sz="2025" b="0">
                <a:solidFill>
                  <a:srgbClr val="12263B"/>
                </a:solidFill>
                <a:latin typeface="Microsoft YaHei"/>
                <a:ea typeface="Microsoft YaHei"/>
                <a:cs typeface="Microsoft YaHei"/>
              </a:defRPr>
            </a:lvl5pPr>
            <a:lvl6pPr algn="l">
              <a:defRPr sz="2025" b="0">
                <a:solidFill>
                  <a:srgbClr val="12263B"/>
                </a:solidFill>
                <a:latin typeface="Microsoft YaHei"/>
                <a:ea typeface="Microsoft YaHei"/>
                <a:cs typeface="Microsoft YaHei"/>
              </a:defRPr>
            </a:lvl6pPr>
            <a:lvl7pPr algn="l">
              <a:defRPr sz="2025" b="0">
                <a:solidFill>
                  <a:srgbClr val="12263B"/>
                </a:solidFill>
                <a:latin typeface="Microsoft YaHei"/>
                <a:ea typeface="Microsoft YaHei"/>
                <a:cs typeface="Microsoft YaHei"/>
              </a:defRPr>
            </a:lvl7pPr>
            <a:lvl8pPr algn="l">
              <a:defRPr sz="2025" b="0">
                <a:solidFill>
                  <a:srgbClr val="12263B"/>
                </a:solidFill>
                <a:latin typeface="Microsoft YaHei"/>
                <a:ea typeface="Microsoft YaHei"/>
                <a:cs typeface="Microsoft YaHei"/>
              </a:defRPr>
            </a:lvl8pPr>
            <a:lvl9pPr algn="l">
              <a:defRPr sz="2025" b="0">
                <a:solidFill>
                  <a:srgbClr val="12263B"/>
                </a:solidFill>
                <a:latin typeface="Microsoft YaHei"/>
                <a:ea typeface="Microsoft YaHei"/>
                <a:cs typeface="Microsoft YaHei"/>
              </a:defRPr>
            </a:lvl9pPr>
          </a:lstStyle>
          <a:p xmlns:a="http://schemas.openxmlformats.org/drawingml/2006/main">
            <a:pPr algn="l">
              <a:defRPr sz="2025" b="0">
                <a:solidFill>
                  <a:srgbClr val="12263B"/>
                </a:solidFill>
                <a:latin typeface="Microsoft YaHei"/>
                <a:ea typeface="Microsoft YaHei"/>
                <a:cs typeface="Microsoft YaHei"/>
              </a:defRPr>
            </a:pPr>
            <a:r>
              <a:rPr sz="2025" b="0">
                <a:solidFill>
                  <a:srgbClr val="12263B"/>
                </a:solidFill>
                <a:latin typeface="Microsoft YaHei"/>
                <a:ea typeface="Microsoft YaHei"/>
                <a:cs typeface="Microsoft YaHei"/>
              </a:rPr>
              <a:t>响应分布与关键阶段耗时</a:t>
            </a:r>
          </a:p>
          <a:p xmlns:a="http://schemas.openxmlformats.org/drawingml/2006/main">
            <a:pPr algn="l">
              <a:defRPr sz="2025" b="0">
                <a:solidFill>
                  <a:srgbClr val="12263B"/>
                </a:solidFill>
                <a:latin typeface="Microsoft YaHei"/>
                <a:ea typeface="Microsoft YaHei"/>
                <a:cs typeface="Microsoft YaHei"/>
              </a:defRPr>
            </a:pPr>
            <a:r>
              <a:rPr sz="2025" b="0">
                <a:solidFill>
                  <a:srgbClr val="12263B"/>
                </a:solidFill>
                <a:latin typeface="Microsoft YaHei"/>
                <a:ea typeface="Microsoft YaHei"/>
                <a:cs typeface="Microsoft YaHei"/>
              </a:rPr>
              <a:t>CPU、线程唤醒与设备能量</a:t>
            </a:r>
          </a:p>
          <a:p xmlns:a="http://schemas.openxmlformats.org/drawingml/2006/main">
            <a:pPr algn="l">
              <a:defRPr sz="2025" b="0">
                <a:solidFill>
                  <a:srgbClr val="12263B"/>
                </a:solidFill>
                <a:latin typeface="Microsoft YaHei"/>
                <a:ea typeface="Microsoft YaHei"/>
                <a:cs typeface="Microsoft YaHei"/>
              </a:defRPr>
            </a:pPr>
            <a:r>
              <a:rPr sz="2025" b="0">
                <a:solidFill>
                  <a:srgbClr val="12263B"/>
                </a:solidFill>
                <a:latin typeface="Microsoft YaHei"/>
                <a:ea typeface="Microsoft YaHei"/>
                <a:cs typeface="Microsoft YaHei"/>
              </a:rPr>
              <a:t>欠载、断音、切换与策略行为</a:t>
            </a:r>
          </a:p>
        </p:txBody>
      </p:sp>
      <p:sp>
        <p:nvSpPr>
          <p:cNvPr id="9" name="line-431">
            <a:extLst xmlns:a="http://schemas.openxmlformats.org/drawingml/2006/main">
              <a:ext uri="{FF2B5EF4-FFF2-40B4-BE49-F238E27FC236}">
                <a16:creationId xmlns:a16="http://schemas.microsoft.com/office/drawing/2014/main" id="{FEAA37FE-52DC-4B6C-B3A3-D84127EBC0D2}"/>
              </a:ext>
            </a:extLst>
          </p:cNvPr>
          <p:cNvSpPr>
            <a:spLocks xmlns:a="http://schemas.openxmlformats.org/drawingml/2006/main" noGrp="1"/>
          </p:cNvSpPr>
          <p:nvPr/>
        </p:nvSpPr>
        <p:spPr>
          <a:xfrm xmlns:a="http://schemas.openxmlformats.org/drawingml/2006/main">
            <a:off x="5991225" y="3114675"/>
            <a:ext cx="9525" cy="2247900"/>
          </a:xfrm>
          <a:custGeom xmlns:a="http://schemas.openxmlformats.org/drawingml/2006/main">
            <a:pathLst>
              <a:path w="9525" h="2247900">
                <a:moveTo>
                  <a:pt x="0" y="0"/>
                </a:moveTo>
                <a:lnTo>
                  <a:pt x="0" y="2247900"/>
                </a:lnTo>
              </a:path>
            </a:pathLst>
          </a:custGeom>
          <a:noFill xmlns:a="http://schemas.openxmlformats.org/drawingml/2006/main"/>
          <a:ln xmlns:a="http://schemas.openxmlformats.org/drawingml/2006/main" w="19050">
            <a:solidFill>
              <a:srgbClr val="DCE5EE"/>
            </a:solidFill>
            <a:prstDash val="solid"/>
          </a:ln>
        </p:spPr>
      </p:sp>
      <p:sp>
        <p:nvSpPr>
          <p:cNvPr id="10" name="object-432">
            <a:extLst xmlns:a="http://schemas.openxmlformats.org/drawingml/2006/main">
              <a:ext uri="{FF2B5EF4-FFF2-40B4-BE49-F238E27FC236}">
                <a16:creationId xmlns:a16="http://schemas.microsoft.com/office/drawing/2014/main" id="{C136B2A8-550A-4535-8635-A5F1C7EC7978}"/>
              </a:ext>
            </a:extLst>
          </p:cNvPr>
          <p:cNvSpPr>
            <a:spLocks xmlns:a="http://schemas.openxmlformats.org/drawingml/2006/main" noGrp="1"/>
          </p:cNvSpPr>
          <p:nvPr/>
        </p:nvSpPr>
        <p:spPr>
          <a:xfrm xmlns:a="http://schemas.openxmlformats.org/drawingml/2006/main">
            <a:off x="609600" y="5686425"/>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3379EB"/>
                </a:solidFill>
                <a:latin typeface="Microsoft YaHei"/>
                <a:ea typeface="Microsoft YaHei"/>
                <a:cs typeface="Microsoft YaHei"/>
              </a:defRPr>
            </a:defPPr>
            <a:lvl1pPr algn="l">
              <a:defRPr sz="2325" b="1">
                <a:solidFill>
                  <a:srgbClr val="3379EB"/>
                </a:solidFill>
                <a:latin typeface="Microsoft YaHei"/>
                <a:ea typeface="Microsoft YaHei"/>
                <a:cs typeface="Microsoft YaHei"/>
              </a:defRPr>
            </a:lvl1pPr>
            <a:lvl2pPr algn="l">
              <a:defRPr sz="2325" b="1">
                <a:solidFill>
                  <a:srgbClr val="3379EB"/>
                </a:solidFill>
                <a:latin typeface="Microsoft YaHei"/>
                <a:ea typeface="Microsoft YaHei"/>
                <a:cs typeface="Microsoft YaHei"/>
              </a:defRPr>
            </a:lvl2pPr>
            <a:lvl3pPr algn="l">
              <a:defRPr sz="2325" b="1">
                <a:solidFill>
                  <a:srgbClr val="3379EB"/>
                </a:solidFill>
                <a:latin typeface="Microsoft YaHei"/>
                <a:ea typeface="Microsoft YaHei"/>
                <a:cs typeface="Microsoft YaHei"/>
              </a:defRPr>
            </a:lvl3pPr>
            <a:lvl4pPr algn="l">
              <a:defRPr sz="2325" b="1">
                <a:solidFill>
                  <a:srgbClr val="3379EB"/>
                </a:solidFill>
                <a:latin typeface="Microsoft YaHei"/>
                <a:ea typeface="Microsoft YaHei"/>
                <a:cs typeface="Microsoft YaHei"/>
              </a:defRPr>
            </a:lvl4pPr>
            <a:lvl5pPr algn="l">
              <a:defRPr sz="2325" b="1">
                <a:solidFill>
                  <a:srgbClr val="3379EB"/>
                </a:solidFill>
                <a:latin typeface="Microsoft YaHei"/>
                <a:ea typeface="Microsoft YaHei"/>
                <a:cs typeface="Microsoft YaHei"/>
              </a:defRPr>
            </a:lvl5pPr>
            <a:lvl6pPr algn="l">
              <a:defRPr sz="2325" b="1">
                <a:solidFill>
                  <a:srgbClr val="3379EB"/>
                </a:solidFill>
                <a:latin typeface="Microsoft YaHei"/>
                <a:ea typeface="Microsoft YaHei"/>
                <a:cs typeface="Microsoft YaHei"/>
              </a:defRPr>
            </a:lvl6pPr>
            <a:lvl7pPr algn="l">
              <a:defRPr sz="2325" b="1">
                <a:solidFill>
                  <a:srgbClr val="3379EB"/>
                </a:solidFill>
                <a:latin typeface="Microsoft YaHei"/>
                <a:ea typeface="Microsoft YaHei"/>
                <a:cs typeface="Microsoft YaHei"/>
              </a:defRPr>
            </a:lvl7pPr>
            <a:lvl8pPr algn="l">
              <a:defRPr sz="2325" b="1">
                <a:solidFill>
                  <a:srgbClr val="3379EB"/>
                </a:solidFill>
                <a:latin typeface="Microsoft YaHei"/>
                <a:ea typeface="Microsoft YaHei"/>
                <a:cs typeface="Microsoft YaHei"/>
              </a:defRPr>
            </a:lvl8pPr>
            <a:lvl9pPr algn="l">
              <a:defRPr sz="2325" b="1">
                <a:solidFill>
                  <a:srgbClr val="3379EB"/>
                </a:solidFill>
                <a:latin typeface="Microsoft YaHei"/>
                <a:ea typeface="Microsoft YaHei"/>
                <a:cs typeface="Microsoft YaHei"/>
              </a:defRPr>
            </a:lvl9pPr>
          </a:lstStyle>
          <a:p xmlns:a="http://schemas.openxmlformats.org/drawingml/2006/main">
            <a:pPr algn="l">
              <a:defRPr sz="2325" b="1">
                <a:solidFill>
                  <a:srgbClr val="3379EB"/>
                </a:solidFill>
                <a:latin typeface="Microsoft YaHei"/>
                <a:ea typeface="Microsoft YaHei"/>
                <a:cs typeface="Microsoft YaHei"/>
              </a:defRPr>
            </a:pPr>
            <a:r>
              <a:rPr sz="2325" b="1">
                <a:solidFill>
                  <a:srgbClr val="3379EB"/>
                </a:solidFill>
                <a:latin typeface="Microsoft YaHei"/>
                <a:ea typeface="Microsoft YaHei"/>
                <a:cs typeface="Microsoft YaHei"/>
              </a:rPr>
              <a:t>局部测量解释原因，端到端结果回答体验是否改善</a:t>
            </a:r>
          </a:p>
        </p:txBody>
      </p:sp>
      <p:sp>
        <p:nvSpPr>
          <p:cNvPr id="11" name="object-433">
            <a:extLst xmlns:a="http://schemas.openxmlformats.org/drawingml/2006/main">
              <a:ext uri="{FF2B5EF4-FFF2-40B4-BE49-F238E27FC236}">
                <a16:creationId xmlns:a16="http://schemas.microsoft.com/office/drawing/2014/main" id="{2FDFF8C1-75DB-4D13-86A6-A0D20A694203}"/>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验证设计，非已执行实验；团队定性成果已提供，量化数据与产品条件待补</a:t>
            </a:r>
          </a:p>
        </p:txBody>
      </p:sp>
      <p:sp>
        <p:nvSpPr>
          <p:cNvPr id="12" name="object-434">
            <a:extLst xmlns:a="http://schemas.openxmlformats.org/drawingml/2006/main">
              <a:ext uri="{FF2B5EF4-FFF2-40B4-BE49-F238E27FC236}">
                <a16:creationId xmlns:a16="http://schemas.microsoft.com/office/drawing/2014/main" id="{4589A92D-CA74-4A6D-9ADE-FAC66AA7916C}"/>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14</a:t>
            </a:r>
          </a:p>
        </p:txBody>
      </p:sp>
    </p:spTree>
    <p:extLst>
      <p:ext uri="{BB962C8B-B14F-4D97-AF65-F5344CB8AC3E}">
        <p14:creationId xmlns:p14="http://schemas.microsoft.com/office/powerpoint/2010/main" val="1402272839"/>
      </p:ext>
    </p:extLst>
  </p:cSld>
</p:sld>
</file>

<file path=ppt/slides/slide15.xml><?xml version="1.0" encoding="utf-8"?>
<p:sld xmlns:p="http://schemas.openxmlformats.org/presentationml/2006/main">
  <p:cSld>
    <p:bg>
      <p:bgPr>
        <a:solidFill xmlns:a="http://schemas.openxmlformats.org/drawingml/2006/main">
          <a:srgbClr val="12263B"/>
        </a:solidFill>
      </p:bgPr>
    </p:bg>
    <p:spTree>
      <p:nvGrpSpPr>
        <p:cNvPr id="1" name=""/>
        <p:cNvGrpSpPr/>
        <p:nvPr/>
      </p:nvGrpSpPr>
      <p:grpSpPr>
        <a:xfrm xmlns:a="http://schemas.openxmlformats.org/drawingml/2006/main"/>
      </p:grpSpPr>
      <p:sp>
        <p:nvSpPr>
          <p:cNvPr id="26" name="object-435">
            <a:extLst xmlns:a="http://schemas.openxmlformats.org/drawingml/2006/main">
              <a:ext uri="{FF2B5EF4-FFF2-40B4-BE49-F238E27FC236}">
                <a16:creationId xmlns:a16="http://schemas.microsoft.com/office/drawing/2014/main" id="{55515C76-744C-4A0A-B892-A0AD8B41204F}"/>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A4C5E8"/>
                </a:solidFill>
                <a:latin typeface="Microsoft YaHei"/>
                <a:ea typeface="Microsoft YaHei"/>
                <a:cs typeface="Microsoft YaHei"/>
              </a:defRPr>
            </a:defPPr>
            <a:lvl1pPr algn="l">
              <a:defRPr sz="1425" b="1">
                <a:solidFill>
                  <a:srgbClr val="A4C5E8"/>
                </a:solidFill>
                <a:latin typeface="Microsoft YaHei"/>
                <a:ea typeface="Microsoft YaHei"/>
                <a:cs typeface="Microsoft YaHei"/>
              </a:defRPr>
            </a:lvl1pPr>
            <a:lvl2pPr algn="l">
              <a:defRPr sz="1425" b="1">
                <a:solidFill>
                  <a:srgbClr val="A4C5E8"/>
                </a:solidFill>
                <a:latin typeface="Microsoft YaHei"/>
                <a:ea typeface="Microsoft YaHei"/>
                <a:cs typeface="Microsoft YaHei"/>
              </a:defRPr>
            </a:lvl2pPr>
            <a:lvl3pPr algn="l">
              <a:defRPr sz="1425" b="1">
                <a:solidFill>
                  <a:srgbClr val="A4C5E8"/>
                </a:solidFill>
                <a:latin typeface="Microsoft YaHei"/>
                <a:ea typeface="Microsoft YaHei"/>
                <a:cs typeface="Microsoft YaHei"/>
              </a:defRPr>
            </a:lvl3pPr>
            <a:lvl4pPr algn="l">
              <a:defRPr sz="1425" b="1">
                <a:solidFill>
                  <a:srgbClr val="A4C5E8"/>
                </a:solidFill>
                <a:latin typeface="Microsoft YaHei"/>
                <a:ea typeface="Microsoft YaHei"/>
                <a:cs typeface="Microsoft YaHei"/>
              </a:defRPr>
            </a:lvl4pPr>
            <a:lvl5pPr algn="l">
              <a:defRPr sz="1425" b="1">
                <a:solidFill>
                  <a:srgbClr val="A4C5E8"/>
                </a:solidFill>
                <a:latin typeface="Microsoft YaHei"/>
                <a:ea typeface="Microsoft YaHei"/>
                <a:cs typeface="Microsoft YaHei"/>
              </a:defRPr>
            </a:lvl5pPr>
            <a:lvl6pPr algn="l">
              <a:defRPr sz="1425" b="1">
                <a:solidFill>
                  <a:srgbClr val="A4C5E8"/>
                </a:solidFill>
                <a:latin typeface="Microsoft YaHei"/>
                <a:ea typeface="Microsoft YaHei"/>
                <a:cs typeface="Microsoft YaHei"/>
              </a:defRPr>
            </a:lvl6pPr>
            <a:lvl7pPr algn="l">
              <a:defRPr sz="1425" b="1">
                <a:solidFill>
                  <a:srgbClr val="A4C5E8"/>
                </a:solidFill>
                <a:latin typeface="Microsoft YaHei"/>
                <a:ea typeface="Microsoft YaHei"/>
                <a:cs typeface="Microsoft YaHei"/>
              </a:defRPr>
            </a:lvl7pPr>
            <a:lvl8pPr algn="l">
              <a:defRPr sz="1425" b="1">
                <a:solidFill>
                  <a:srgbClr val="A4C5E8"/>
                </a:solidFill>
                <a:latin typeface="Microsoft YaHei"/>
                <a:ea typeface="Microsoft YaHei"/>
                <a:cs typeface="Microsoft YaHei"/>
              </a:defRPr>
            </a:lvl8pPr>
            <a:lvl9pPr algn="l">
              <a:defRPr sz="1425" b="1">
                <a:solidFill>
                  <a:srgbClr val="A4C5E8"/>
                </a:solidFill>
                <a:latin typeface="Microsoft YaHei"/>
                <a:ea typeface="Microsoft YaHei"/>
                <a:cs typeface="Microsoft YaHei"/>
              </a:defRPr>
            </a:lvl9pPr>
          </a:lstStyle>
          <a:p xmlns:a="http://schemas.openxmlformats.org/drawingml/2006/main">
            <a:pPr algn="l">
              <a:defRPr sz="1425" b="1">
                <a:solidFill>
                  <a:srgbClr val="A4C5E8"/>
                </a:solidFill>
                <a:latin typeface="Microsoft YaHei"/>
                <a:ea typeface="Microsoft YaHei"/>
                <a:cs typeface="Microsoft YaHei"/>
              </a:defRPr>
            </a:pPr>
            <a:r>
              <a:rPr sz="1425" b="1">
                <a:solidFill>
                  <a:srgbClr val="A4C5E8"/>
                </a:solidFill>
                <a:latin typeface="Microsoft YaHei"/>
                <a:ea typeface="Microsoft YaHei"/>
                <a:cs typeface="Microsoft YaHei"/>
              </a:rPr>
              <a:t>一段声音的旅程 · 回到整个底座</a:t>
            </a:r>
          </a:p>
        </p:txBody>
      </p:sp>
      <p:sp>
        <p:nvSpPr>
          <p:cNvPr id="2" name="object-436">
            <a:extLst xmlns:a="http://schemas.openxmlformats.org/drawingml/2006/main">
              <a:ext uri="{FF2B5EF4-FFF2-40B4-BE49-F238E27FC236}">
                <a16:creationId xmlns:a16="http://schemas.microsoft.com/office/drawing/2014/main" id="{98BABCAC-ACE6-496E-BA90-40BE0D1DC756}"/>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FFFFFF"/>
                </a:solidFill>
                <a:latin typeface="Microsoft YaHei"/>
                <a:ea typeface="Microsoft YaHei"/>
                <a:cs typeface="Microsoft YaHei"/>
              </a:defRPr>
            </a:defPPr>
            <a:lvl1pPr algn="l">
              <a:defRPr sz="3300" b="1">
                <a:solidFill>
                  <a:srgbClr val="FFFFFF"/>
                </a:solidFill>
                <a:latin typeface="Microsoft YaHei"/>
                <a:ea typeface="Microsoft YaHei"/>
                <a:cs typeface="Microsoft YaHei"/>
              </a:defRPr>
            </a:lvl1pPr>
            <a:lvl2pPr algn="l">
              <a:defRPr sz="3300" b="1">
                <a:solidFill>
                  <a:srgbClr val="FFFFFF"/>
                </a:solidFill>
                <a:latin typeface="Microsoft YaHei"/>
                <a:ea typeface="Microsoft YaHei"/>
                <a:cs typeface="Microsoft YaHei"/>
              </a:defRPr>
            </a:lvl2pPr>
            <a:lvl3pPr algn="l">
              <a:defRPr sz="3300" b="1">
                <a:solidFill>
                  <a:srgbClr val="FFFFFF"/>
                </a:solidFill>
                <a:latin typeface="Microsoft YaHei"/>
                <a:ea typeface="Microsoft YaHei"/>
                <a:cs typeface="Microsoft YaHei"/>
              </a:defRPr>
            </a:lvl3pPr>
            <a:lvl4pPr algn="l">
              <a:defRPr sz="3300" b="1">
                <a:solidFill>
                  <a:srgbClr val="FFFFFF"/>
                </a:solidFill>
                <a:latin typeface="Microsoft YaHei"/>
                <a:ea typeface="Microsoft YaHei"/>
                <a:cs typeface="Microsoft YaHei"/>
              </a:defRPr>
            </a:lvl4pPr>
            <a:lvl5pPr algn="l">
              <a:defRPr sz="3300" b="1">
                <a:solidFill>
                  <a:srgbClr val="FFFFFF"/>
                </a:solidFill>
                <a:latin typeface="Microsoft YaHei"/>
                <a:ea typeface="Microsoft YaHei"/>
                <a:cs typeface="Microsoft YaHei"/>
              </a:defRPr>
            </a:lvl5pPr>
            <a:lvl6pPr algn="l">
              <a:defRPr sz="3300" b="1">
                <a:solidFill>
                  <a:srgbClr val="FFFFFF"/>
                </a:solidFill>
                <a:latin typeface="Microsoft YaHei"/>
                <a:ea typeface="Microsoft YaHei"/>
                <a:cs typeface="Microsoft YaHei"/>
              </a:defRPr>
            </a:lvl6pPr>
            <a:lvl7pPr algn="l">
              <a:defRPr sz="3300" b="1">
                <a:solidFill>
                  <a:srgbClr val="FFFFFF"/>
                </a:solidFill>
                <a:latin typeface="Microsoft YaHei"/>
                <a:ea typeface="Microsoft YaHei"/>
                <a:cs typeface="Microsoft YaHei"/>
              </a:defRPr>
            </a:lvl7pPr>
            <a:lvl8pPr algn="l">
              <a:defRPr sz="3300" b="1">
                <a:solidFill>
                  <a:srgbClr val="FFFFFF"/>
                </a:solidFill>
                <a:latin typeface="Microsoft YaHei"/>
                <a:ea typeface="Microsoft YaHei"/>
                <a:cs typeface="Microsoft YaHei"/>
              </a:defRPr>
            </a:lvl8pPr>
            <a:lvl9pPr algn="l">
              <a:defRPr sz="3300" b="1">
                <a:solidFill>
                  <a:srgbClr val="FFFFFF"/>
                </a:solidFill>
                <a:latin typeface="Microsoft YaHei"/>
                <a:ea typeface="Microsoft YaHei"/>
                <a:cs typeface="Microsoft YaHei"/>
              </a:defRPr>
            </a:lvl9pPr>
          </a:lstStyle>
          <a:p xmlns:a="http://schemas.openxmlformats.org/drawingml/2006/main">
            <a:pPr algn="l">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鸿蒙音频底座的协同与演进</a:t>
            </a:r>
          </a:p>
        </p:txBody>
      </p:sp>
      <p:sp>
        <p:nvSpPr>
          <p:cNvPr id="3" name="object-437">
            <a:extLst xmlns:a="http://schemas.openxmlformats.org/drawingml/2006/main">
              <a:ext uri="{FF2B5EF4-FFF2-40B4-BE49-F238E27FC236}">
                <a16:creationId xmlns:a16="http://schemas.microsoft.com/office/drawing/2014/main" id="{CC76CE5D-867D-4A09-912B-ED9A2B4E3489}"/>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C5D9EB"/>
                </a:solidFill>
                <a:latin typeface="Microsoft YaHei"/>
                <a:ea typeface="Microsoft YaHei"/>
                <a:cs typeface="Microsoft YaHei"/>
              </a:defRPr>
            </a:defPPr>
            <a:lvl1pPr algn="l">
              <a:defRPr sz="2025" b="0">
                <a:solidFill>
                  <a:srgbClr val="C5D9EB"/>
                </a:solidFill>
                <a:latin typeface="Microsoft YaHei"/>
                <a:ea typeface="Microsoft YaHei"/>
                <a:cs typeface="Microsoft YaHei"/>
              </a:defRPr>
            </a:lvl1pPr>
            <a:lvl2pPr algn="l">
              <a:defRPr sz="2025" b="0">
                <a:solidFill>
                  <a:srgbClr val="C5D9EB"/>
                </a:solidFill>
                <a:latin typeface="Microsoft YaHei"/>
                <a:ea typeface="Microsoft YaHei"/>
                <a:cs typeface="Microsoft YaHei"/>
              </a:defRPr>
            </a:lvl2pPr>
            <a:lvl3pPr algn="l">
              <a:defRPr sz="2025" b="0">
                <a:solidFill>
                  <a:srgbClr val="C5D9EB"/>
                </a:solidFill>
                <a:latin typeface="Microsoft YaHei"/>
                <a:ea typeface="Microsoft YaHei"/>
                <a:cs typeface="Microsoft YaHei"/>
              </a:defRPr>
            </a:lvl3pPr>
            <a:lvl4pPr algn="l">
              <a:defRPr sz="2025" b="0">
                <a:solidFill>
                  <a:srgbClr val="C5D9EB"/>
                </a:solidFill>
                <a:latin typeface="Microsoft YaHei"/>
                <a:ea typeface="Microsoft YaHei"/>
                <a:cs typeface="Microsoft YaHei"/>
              </a:defRPr>
            </a:lvl4pPr>
            <a:lvl5pPr algn="l">
              <a:defRPr sz="2025" b="0">
                <a:solidFill>
                  <a:srgbClr val="C5D9EB"/>
                </a:solidFill>
                <a:latin typeface="Microsoft YaHei"/>
                <a:ea typeface="Microsoft YaHei"/>
                <a:cs typeface="Microsoft YaHei"/>
              </a:defRPr>
            </a:lvl5pPr>
            <a:lvl6pPr algn="l">
              <a:defRPr sz="2025" b="0">
                <a:solidFill>
                  <a:srgbClr val="C5D9EB"/>
                </a:solidFill>
                <a:latin typeface="Microsoft YaHei"/>
                <a:ea typeface="Microsoft YaHei"/>
                <a:cs typeface="Microsoft YaHei"/>
              </a:defRPr>
            </a:lvl6pPr>
            <a:lvl7pPr algn="l">
              <a:defRPr sz="2025" b="0">
                <a:solidFill>
                  <a:srgbClr val="C5D9EB"/>
                </a:solidFill>
                <a:latin typeface="Microsoft YaHei"/>
                <a:ea typeface="Microsoft YaHei"/>
                <a:cs typeface="Microsoft YaHei"/>
              </a:defRPr>
            </a:lvl7pPr>
            <a:lvl8pPr algn="l">
              <a:defRPr sz="2025" b="0">
                <a:solidFill>
                  <a:srgbClr val="C5D9EB"/>
                </a:solidFill>
                <a:latin typeface="Microsoft YaHei"/>
                <a:ea typeface="Microsoft YaHei"/>
                <a:cs typeface="Microsoft YaHei"/>
              </a:defRPr>
            </a:lvl8pPr>
            <a:lvl9pPr algn="l">
              <a:defRPr sz="2025" b="0">
                <a:solidFill>
                  <a:srgbClr val="C5D9EB"/>
                </a:solidFill>
                <a:latin typeface="Microsoft YaHei"/>
                <a:ea typeface="Microsoft YaHei"/>
                <a:cs typeface="Microsoft YaHei"/>
              </a:defRPr>
            </a:lvl9pPr>
          </a:lstStyle>
          <a:p xmlns:a="http://schemas.openxmlformats.org/drawingml/2006/main">
            <a:pPr algn="l">
              <a:defRPr sz="2025" b="0">
                <a:solidFill>
                  <a:srgbClr val="C5D9EB"/>
                </a:solidFill>
                <a:latin typeface="Microsoft YaHei"/>
                <a:ea typeface="Microsoft YaHei"/>
                <a:cs typeface="Microsoft YaHei"/>
              </a:defRPr>
            </a:pPr>
            <a:r>
              <a:rPr sz="2025" b="0">
                <a:solidFill>
                  <a:srgbClr val="C5D9EB"/>
                </a:solidFill>
                <a:latin typeface="Microsoft YaHei"/>
                <a:ea typeface="Microsoft YaHei"/>
                <a:cs typeface="Microsoft YaHei"/>
              </a:rPr>
              <a:t>从同一个场景出发，理解系统分工、执行创新和最终体验</a:t>
            </a:r>
          </a:p>
        </p:txBody>
      </p:sp>
      <p:sp>
        <p:nvSpPr>
          <p:cNvPr id="4" name="object-438">
            <a:extLst xmlns:a="http://schemas.openxmlformats.org/drawingml/2006/main">
              <a:ext uri="{FF2B5EF4-FFF2-40B4-BE49-F238E27FC236}">
                <a16:creationId xmlns:a16="http://schemas.microsoft.com/office/drawing/2014/main" id="{8C55E739-3938-421A-AAB7-30F9384F7473}"/>
              </a:ext>
            </a:extLst>
          </p:cNvPr>
          <p:cNvSpPr>
            <a:spLocks xmlns:a="http://schemas.openxmlformats.org/drawingml/2006/main" noGrp="1"/>
          </p:cNvSpPr>
          <p:nvPr/>
        </p:nvSpPr>
        <p:spPr>
          <a:xfrm xmlns:a="http://schemas.openxmlformats.org/drawingml/2006/main">
            <a:off x="609600" y="2419350"/>
            <a:ext cx="10858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325" b="1">
                <a:solidFill>
                  <a:srgbClr val="FFFFFF"/>
                </a:solidFill>
                <a:latin typeface="Microsoft YaHei"/>
                <a:ea typeface="Microsoft YaHei"/>
                <a:cs typeface="Microsoft YaHei"/>
              </a:defRPr>
            </a:defPPr>
            <a:lvl1pPr algn="l">
              <a:defRPr sz="2325" b="1">
                <a:solidFill>
                  <a:srgbClr val="FFFFFF"/>
                </a:solidFill>
                <a:latin typeface="Microsoft YaHei"/>
                <a:ea typeface="Microsoft YaHei"/>
                <a:cs typeface="Microsoft YaHei"/>
              </a:defRPr>
            </a:lvl1pPr>
            <a:lvl2pPr algn="l">
              <a:defRPr sz="2325" b="1">
                <a:solidFill>
                  <a:srgbClr val="FFFFFF"/>
                </a:solidFill>
                <a:latin typeface="Microsoft YaHei"/>
                <a:ea typeface="Microsoft YaHei"/>
                <a:cs typeface="Microsoft YaHei"/>
              </a:defRPr>
            </a:lvl2pPr>
            <a:lvl3pPr algn="l">
              <a:defRPr sz="2325" b="1">
                <a:solidFill>
                  <a:srgbClr val="FFFFFF"/>
                </a:solidFill>
                <a:latin typeface="Microsoft YaHei"/>
                <a:ea typeface="Microsoft YaHei"/>
                <a:cs typeface="Microsoft YaHei"/>
              </a:defRPr>
            </a:lvl3pPr>
            <a:lvl4pPr algn="l">
              <a:defRPr sz="2325" b="1">
                <a:solidFill>
                  <a:srgbClr val="FFFFFF"/>
                </a:solidFill>
                <a:latin typeface="Microsoft YaHei"/>
                <a:ea typeface="Microsoft YaHei"/>
                <a:cs typeface="Microsoft YaHei"/>
              </a:defRPr>
            </a:lvl4pPr>
            <a:lvl5pPr algn="l">
              <a:defRPr sz="2325" b="1">
                <a:solidFill>
                  <a:srgbClr val="FFFFFF"/>
                </a:solidFill>
                <a:latin typeface="Microsoft YaHei"/>
                <a:ea typeface="Microsoft YaHei"/>
                <a:cs typeface="Microsoft YaHei"/>
              </a:defRPr>
            </a:lvl5pPr>
            <a:lvl6pPr algn="l">
              <a:defRPr sz="2325" b="1">
                <a:solidFill>
                  <a:srgbClr val="FFFFFF"/>
                </a:solidFill>
                <a:latin typeface="Microsoft YaHei"/>
                <a:ea typeface="Microsoft YaHei"/>
                <a:cs typeface="Microsoft YaHei"/>
              </a:defRPr>
            </a:lvl6pPr>
            <a:lvl7pPr algn="l">
              <a:defRPr sz="2325" b="1">
                <a:solidFill>
                  <a:srgbClr val="FFFFFF"/>
                </a:solidFill>
                <a:latin typeface="Microsoft YaHei"/>
                <a:ea typeface="Microsoft YaHei"/>
                <a:cs typeface="Microsoft YaHei"/>
              </a:defRPr>
            </a:lvl7pPr>
            <a:lvl8pPr algn="l">
              <a:defRPr sz="2325" b="1">
                <a:solidFill>
                  <a:srgbClr val="FFFFFF"/>
                </a:solidFill>
                <a:latin typeface="Microsoft YaHei"/>
                <a:ea typeface="Microsoft YaHei"/>
                <a:cs typeface="Microsoft YaHei"/>
              </a:defRPr>
            </a:lvl8pPr>
            <a:lvl9pPr algn="l">
              <a:defRPr sz="2325" b="1">
                <a:solidFill>
                  <a:srgbClr val="FFFFFF"/>
                </a:solidFill>
                <a:latin typeface="Microsoft YaHei"/>
                <a:ea typeface="Microsoft YaHei"/>
                <a:cs typeface="Microsoft YaHei"/>
              </a:defRPr>
            </a:lvl9pPr>
          </a:lstStyle>
          <a:p xmlns:a="http://schemas.openxmlformats.org/drawingml/2006/main">
            <a:pPr algn="l">
              <a:defRPr sz="2325" b="1">
                <a:solidFill>
                  <a:srgbClr val="FFFFFF"/>
                </a:solidFill>
                <a:latin typeface="Microsoft YaHei"/>
                <a:ea typeface="Microsoft YaHei"/>
                <a:cs typeface="Microsoft YaHei"/>
              </a:defRPr>
            </a:pPr>
            <a:r>
              <a:rPr sz="2325" b="1">
                <a:solidFill>
                  <a:srgbClr val="FFFFFF"/>
                </a:solidFill>
                <a:latin typeface="Microsoft YaHei"/>
                <a:ea typeface="Microsoft YaHei"/>
                <a:cs typeface="Microsoft YaHei"/>
              </a:rPr>
              <a:t>音乐播放    游戏加入    提醒出现    切到耳机</a:t>
            </a:r>
          </a:p>
        </p:txBody>
      </p:sp>
      <p:sp>
        <p:nvSpPr>
          <p:cNvPr id="5" name="object-439">
            <a:extLst xmlns:a="http://schemas.openxmlformats.org/drawingml/2006/main">
              <a:ext uri="{FF2B5EF4-FFF2-40B4-BE49-F238E27FC236}">
                <a16:creationId xmlns:a16="http://schemas.microsoft.com/office/drawing/2014/main" id="{D9AEFF0D-E95A-4ECC-81B1-81DFF9A6D1FB}"/>
              </a:ext>
            </a:extLst>
          </p:cNvPr>
          <p:cNvSpPr>
            <a:spLocks xmlns:a="http://schemas.openxmlformats.org/drawingml/2006/main" noGrp="1"/>
          </p:cNvSpPr>
          <p:nvPr/>
        </p:nvSpPr>
        <p:spPr>
          <a:xfrm xmlns:a="http://schemas.openxmlformats.org/drawingml/2006/main">
            <a:off x="609600" y="3362325"/>
            <a:ext cx="2333625" cy="98107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6" name="object-440">
            <a:extLst xmlns:a="http://schemas.openxmlformats.org/drawingml/2006/main">
              <a:ext uri="{FF2B5EF4-FFF2-40B4-BE49-F238E27FC236}">
                <a16:creationId xmlns:a16="http://schemas.microsoft.com/office/drawing/2014/main" id="{E50C46B4-2C0C-45C9-9B76-09460B2DD496}"/>
              </a:ext>
            </a:extLst>
          </p:cNvPr>
          <p:cNvSpPr>
            <a:spLocks xmlns:a="http://schemas.openxmlformats.org/drawingml/2006/main" noGrp="1"/>
          </p:cNvSpPr>
          <p:nvPr/>
        </p:nvSpPr>
        <p:spPr>
          <a:xfrm xmlns:a="http://schemas.openxmlformats.org/drawingml/2006/main">
            <a:off x="723900" y="3419475"/>
            <a:ext cx="21050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策略</a:t>
            </a:r>
          </a:p>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组织行为</a:t>
            </a:r>
          </a:p>
        </p:txBody>
      </p:sp>
      <p:sp>
        <p:nvSpPr>
          <p:cNvPr id="7" name="object-441">
            <a:extLst xmlns:a="http://schemas.openxmlformats.org/drawingml/2006/main">
              <a:ext uri="{FF2B5EF4-FFF2-40B4-BE49-F238E27FC236}">
                <a16:creationId xmlns:a16="http://schemas.microsoft.com/office/drawing/2014/main" id="{1B3F00F2-5037-43FC-8252-5CFE0EF72562}"/>
              </a:ext>
            </a:extLst>
          </p:cNvPr>
          <p:cNvSpPr>
            <a:spLocks xmlns:a="http://schemas.openxmlformats.org/drawingml/2006/main" noGrp="1"/>
          </p:cNvSpPr>
          <p:nvPr/>
        </p:nvSpPr>
        <p:spPr>
          <a:xfrm xmlns:a="http://schemas.openxmlformats.org/drawingml/2006/main">
            <a:off x="3486150" y="3362325"/>
            <a:ext cx="2333625" cy="981075"/>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8" name="object-442">
            <a:extLst xmlns:a="http://schemas.openxmlformats.org/drawingml/2006/main">
              <a:ext uri="{FF2B5EF4-FFF2-40B4-BE49-F238E27FC236}">
                <a16:creationId xmlns:a16="http://schemas.microsoft.com/office/drawing/2014/main" id="{E3A594AD-BFFC-467B-900A-2C8E9FB67189}"/>
              </a:ext>
            </a:extLst>
          </p:cNvPr>
          <p:cNvSpPr>
            <a:spLocks xmlns:a="http://schemas.openxmlformats.org/drawingml/2006/main" noGrp="1"/>
          </p:cNvSpPr>
          <p:nvPr/>
        </p:nvSpPr>
        <p:spPr>
          <a:xfrm xmlns:a="http://schemas.openxmlformats.org/drawingml/2006/main">
            <a:off x="3600450" y="3419475"/>
            <a:ext cx="21050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流服务</a:t>
            </a:r>
          </a:p>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协调状态</a:t>
            </a:r>
          </a:p>
        </p:txBody>
      </p:sp>
      <p:sp>
        <p:nvSpPr>
          <p:cNvPr id="9" name="object-443">
            <a:extLst xmlns:a="http://schemas.openxmlformats.org/drawingml/2006/main">
              <a:ext uri="{FF2B5EF4-FFF2-40B4-BE49-F238E27FC236}">
                <a16:creationId xmlns:a16="http://schemas.microsoft.com/office/drawing/2014/main" id="{373D470B-EF8A-4F3F-B98C-56A3592FB8FC}"/>
              </a:ext>
            </a:extLst>
          </p:cNvPr>
          <p:cNvSpPr>
            <a:spLocks xmlns:a="http://schemas.openxmlformats.org/drawingml/2006/main" noGrp="1"/>
          </p:cNvSpPr>
          <p:nvPr/>
        </p:nvSpPr>
        <p:spPr>
          <a:xfrm xmlns:a="http://schemas.openxmlformats.org/drawingml/2006/main">
            <a:off x="6362700" y="3362325"/>
            <a:ext cx="2333625" cy="98107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10" name="object-444">
            <a:extLst xmlns:a="http://schemas.openxmlformats.org/drawingml/2006/main">
              <a:ext uri="{FF2B5EF4-FFF2-40B4-BE49-F238E27FC236}">
                <a16:creationId xmlns:a16="http://schemas.microsoft.com/office/drawing/2014/main" id="{382F2097-B05F-409E-A26C-FB3560FF660E}"/>
              </a:ext>
            </a:extLst>
          </p:cNvPr>
          <p:cNvSpPr>
            <a:spLocks xmlns:a="http://schemas.openxmlformats.org/drawingml/2006/main" noGrp="1"/>
          </p:cNvSpPr>
          <p:nvPr/>
        </p:nvSpPr>
        <p:spPr>
          <a:xfrm xmlns:a="http://schemas.openxmlformats.org/drawingml/2006/main">
            <a:off x="6477000" y="3419475"/>
            <a:ext cx="21050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自研引擎</a:t>
            </a:r>
          </a:p>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高效执行</a:t>
            </a:r>
          </a:p>
        </p:txBody>
      </p:sp>
      <p:sp>
        <p:nvSpPr>
          <p:cNvPr id="11" name="object-445">
            <a:extLst xmlns:a="http://schemas.openxmlformats.org/drawingml/2006/main">
              <a:ext uri="{FF2B5EF4-FFF2-40B4-BE49-F238E27FC236}">
                <a16:creationId xmlns:a16="http://schemas.microsoft.com/office/drawing/2014/main" id="{93DF450A-4DA1-442E-B198-BDD39DD098F9}"/>
              </a:ext>
            </a:extLst>
          </p:cNvPr>
          <p:cNvSpPr>
            <a:spLocks xmlns:a="http://schemas.openxmlformats.org/drawingml/2006/main" noGrp="1"/>
          </p:cNvSpPr>
          <p:nvPr/>
        </p:nvSpPr>
        <p:spPr>
          <a:xfrm xmlns:a="http://schemas.openxmlformats.org/drawingml/2006/main">
            <a:off x="9239250" y="3362325"/>
            <a:ext cx="2333625" cy="981075"/>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12" name="object-446">
            <a:extLst xmlns:a="http://schemas.openxmlformats.org/drawingml/2006/main">
              <a:ext uri="{FF2B5EF4-FFF2-40B4-BE49-F238E27FC236}">
                <a16:creationId xmlns:a16="http://schemas.microsoft.com/office/drawing/2014/main" id="{B656826A-82BF-4D4C-AA03-568450F94874}"/>
              </a:ext>
            </a:extLst>
          </p:cNvPr>
          <p:cNvSpPr>
            <a:spLocks xmlns:a="http://schemas.openxmlformats.org/drawingml/2006/main" noGrp="1"/>
          </p:cNvSpPr>
          <p:nvPr/>
        </p:nvSpPr>
        <p:spPr>
          <a:xfrm xmlns:a="http://schemas.openxmlformats.org/drawingml/2006/main">
            <a:off x="9353550" y="3419475"/>
            <a:ext cx="210502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1">
                <a:solidFill>
                  <a:srgbClr val="FFFFFF"/>
                </a:solidFill>
                <a:latin typeface="Microsoft YaHei"/>
                <a:ea typeface="Microsoft YaHei"/>
                <a:cs typeface="Microsoft YaHei"/>
              </a:defRPr>
            </a:defPPr>
            <a:lvl1pPr algn="ctr">
              <a:defRPr sz="2175" b="1">
                <a:solidFill>
                  <a:srgbClr val="FFFFFF"/>
                </a:solidFill>
                <a:latin typeface="Microsoft YaHei"/>
                <a:ea typeface="Microsoft YaHei"/>
                <a:cs typeface="Microsoft YaHei"/>
              </a:defRPr>
            </a:lvl1pPr>
            <a:lvl2pPr algn="ctr">
              <a:defRPr sz="2175" b="1">
                <a:solidFill>
                  <a:srgbClr val="FFFFFF"/>
                </a:solidFill>
                <a:latin typeface="Microsoft YaHei"/>
                <a:ea typeface="Microsoft YaHei"/>
                <a:cs typeface="Microsoft YaHei"/>
              </a:defRPr>
            </a:lvl2pPr>
            <a:lvl3pPr algn="ctr">
              <a:defRPr sz="2175" b="1">
                <a:solidFill>
                  <a:srgbClr val="FFFFFF"/>
                </a:solidFill>
                <a:latin typeface="Microsoft YaHei"/>
                <a:ea typeface="Microsoft YaHei"/>
                <a:cs typeface="Microsoft YaHei"/>
              </a:defRPr>
            </a:lvl3pPr>
            <a:lvl4pPr algn="ctr">
              <a:defRPr sz="2175" b="1">
                <a:solidFill>
                  <a:srgbClr val="FFFFFF"/>
                </a:solidFill>
                <a:latin typeface="Microsoft YaHei"/>
                <a:ea typeface="Microsoft YaHei"/>
                <a:cs typeface="Microsoft YaHei"/>
              </a:defRPr>
            </a:lvl4pPr>
            <a:lvl5pPr algn="ctr">
              <a:defRPr sz="2175" b="1">
                <a:solidFill>
                  <a:srgbClr val="FFFFFF"/>
                </a:solidFill>
                <a:latin typeface="Microsoft YaHei"/>
                <a:ea typeface="Microsoft YaHei"/>
                <a:cs typeface="Microsoft YaHei"/>
              </a:defRPr>
            </a:lvl5pPr>
            <a:lvl6pPr algn="ctr">
              <a:defRPr sz="2175" b="1">
                <a:solidFill>
                  <a:srgbClr val="FFFFFF"/>
                </a:solidFill>
                <a:latin typeface="Microsoft YaHei"/>
                <a:ea typeface="Microsoft YaHei"/>
                <a:cs typeface="Microsoft YaHei"/>
              </a:defRPr>
            </a:lvl6pPr>
            <a:lvl7pPr algn="ctr">
              <a:defRPr sz="2175" b="1">
                <a:solidFill>
                  <a:srgbClr val="FFFFFF"/>
                </a:solidFill>
                <a:latin typeface="Microsoft YaHei"/>
                <a:ea typeface="Microsoft YaHei"/>
                <a:cs typeface="Microsoft YaHei"/>
              </a:defRPr>
            </a:lvl7pPr>
            <a:lvl8pPr algn="ctr">
              <a:defRPr sz="2175" b="1">
                <a:solidFill>
                  <a:srgbClr val="FFFFFF"/>
                </a:solidFill>
                <a:latin typeface="Microsoft YaHei"/>
                <a:ea typeface="Microsoft YaHei"/>
                <a:cs typeface="Microsoft YaHei"/>
              </a:defRPr>
            </a:lvl8pPr>
            <a:lvl9pPr algn="ctr">
              <a:defRPr sz="2175" b="1">
                <a:solidFill>
                  <a:srgbClr val="FFFFFF"/>
                </a:solidFill>
                <a:latin typeface="Microsoft YaHei"/>
                <a:ea typeface="Microsoft YaHei"/>
                <a:cs typeface="Microsoft YaHei"/>
              </a:defRPr>
            </a:lvl9pPr>
          </a:lstStyle>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设备链路</a:t>
            </a:r>
          </a:p>
          <a:p xmlns:a="http://schemas.openxmlformats.org/drawingml/2006/main">
            <a:pPr algn="ctr">
              <a:defRPr sz="2175" b="1">
                <a:solidFill>
                  <a:srgbClr val="FFFFFF"/>
                </a:solidFill>
                <a:latin typeface="Microsoft YaHei"/>
                <a:ea typeface="Microsoft YaHei"/>
                <a:cs typeface="Microsoft YaHei"/>
              </a:defRPr>
            </a:pPr>
            <a:r>
              <a:rPr sz="2175" b="1">
                <a:solidFill>
                  <a:srgbClr val="FFFFFF"/>
                </a:solidFill>
                <a:latin typeface="Microsoft YaHei"/>
                <a:ea typeface="Microsoft YaHei"/>
                <a:cs typeface="Microsoft YaHei"/>
              </a:rPr>
              <a:t>兑现输出</a:t>
            </a:r>
          </a:p>
        </p:txBody>
      </p:sp>
      <p:sp>
        <p:nvSpPr>
          <p:cNvPr id="13" name="line-447">
            <a:extLst xmlns:a="http://schemas.openxmlformats.org/drawingml/2006/main">
              <a:ext uri="{FF2B5EF4-FFF2-40B4-BE49-F238E27FC236}">
                <a16:creationId xmlns:a16="http://schemas.microsoft.com/office/drawing/2014/main" id="{88F2C461-60CA-4A4D-8ED5-4A845FB7810F}"/>
              </a:ext>
            </a:extLst>
          </p:cNvPr>
          <p:cNvSpPr>
            <a:spLocks xmlns:a="http://schemas.openxmlformats.org/drawingml/2006/main" noGrp="1"/>
          </p:cNvSpPr>
          <p:nvPr/>
        </p:nvSpPr>
        <p:spPr>
          <a:xfrm xmlns:a="http://schemas.openxmlformats.org/drawingml/2006/main">
            <a:off x="3028950" y="38481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C1D7EB"/>
            </a:solidFill>
            <a:prstDash val="solid"/>
          </a:ln>
        </p:spPr>
      </p:sp>
      <p:sp>
        <p:nvSpPr>
          <p:cNvPr id="14" name="line-448">
            <a:extLst xmlns:a="http://schemas.openxmlformats.org/drawingml/2006/main">
              <a:ext uri="{FF2B5EF4-FFF2-40B4-BE49-F238E27FC236}">
                <a16:creationId xmlns:a16="http://schemas.microsoft.com/office/drawing/2014/main" id="{99CBAB63-51A8-4A6E-ABAD-574EFB01C05C}"/>
              </a:ext>
            </a:extLst>
          </p:cNvPr>
          <p:cNvSpPr>
            <a:spLocks xmlns:a="http://schemas.openxmlformats.org/drawingml/2006/main" noGrp="1"/>
          </p:cNvSpPr>
          <p:nvPr/>
        </p:nvSpPr>
        <p:spPr>
          <a:xfrm xmlns:a="http://schemas.openxmlformats.org/drawingml/2006/main">
            <a:off x="3305132" y="38481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C1D7EB"/>
            </a:solidFill>
            <a:prstDash val="solid"/>
          </a:ln>
        </p:spPr>
      </p:sp>
      <p:sp>
        <p:nvSpPr>
          <p:cNvPr id="15" name="line-449">
            <a:extLst xmlns:a="http://schemas.openxmlformats.org/drawingml/2006/main">
              <a:ext uri="{FF2B5EF4-FFF2-40B4-BE49-F238E27FC236}">
                <a16:creationId xmlns:a16="http://schemas.microsoft.com/office/drawing/2014/main" id="{C7174C18-25FC-422B-B1AF-AAB6207B23A1}"/>
              </a:ext>
            </a:extLst>
          </p:cNvPr>
          <p:cNvSpPr>
            <a:spLocks xmlns:a="http://schemas.openxmlformats.org/drawingml/2006/main" noGrp="1"/>
          </p:cNvSpPr>
          <p:nvPr/>
        </p:nvSpPr>
        <p:spPr>
          <a:xfrm xmlns:a="http://schemas.openxmlformats.org/drawingml/2006/main">
            <a:off x="3305132" y="38066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C1D7EB"/>
            </a:solidFill>
            <a:prstDash val="solid"/>
          </a:ln>
        </p:spPr>
      </p:sp>
      <p:sp>
        <p:nvSpPr>
          <p:cNvPr id="16" name="line-450">
            <a:extLst xmlns:a="http://schemas.openxmlformats.org/drawingml/2006/main">
              <a:ext uri="{FF2B5EF4-FFF2-40B4-BE49-F238E27FC236}">
                <a16:creationId xmlns:a16="http://schemas.microsoft.com/office/drawing/2014/main" id="{35736B5B-2DDD-4F44-9F26-F4798A701E1E}"/>
              </a:ext>
            </a:extLst>
          </p:cNvPr>
          <p:cNvSpPr>
            <a:spLocks xmlns:a="http://schemas.openxmlformats.org/drawingml/2006/main" noGrp="1"/>
          </p:cNvSpPr>
          <p:nvPr/>
        </p:nvSpPr>
        <p:spPr>
          <a:xfrm xmlns:a="http://schemas.openxmlformats.org/drawingml/2006/main">
            <a:off x="5905500" y="38481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C1D7EB"/>
            </a:solidFill>
            <a:prstDash val="solid"/>
          </a:ln>
        </p:spPr>
      </p:sp>
      <p:sp>
        <p:nvSpPr>
          <p:cNvPr id="17" name="line-451">
            <a:extLst xmlns:a="http://schemas.openxmlformats.org/drawingml/2006/main">
              <a:ext uri="{FF2B5EF4-FFF2-40B4-BE49-F238E27FC236}">
                <a16:creationId xmlns:a16="http://schemas.microsoft.com/office/drawing/2014/main" id="{E6629D29-EDD6-4ABB-86B7-75E28F407664}"/>
              </a:ext>
            </a:extLst>
          </p:cNvPr>
          <p:cNvSpPr>
            <a:spLocks xmlns:a="http://schemas.openxmlformats.org/drawingml/2006/main" noGrp="1"/>
          </p:cNvSpPr>
          <p:nvPr/>
        </p:nvSpPr>
        <p:spPr>
          <a:xfrm xmlns:a="http://schemas.openxmlformats.org/drawingml/2006/main">
            <a:off x="6181682" y="38481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C1D7EB"/>
            </a:solidFill>
            <a:prstDash val="solid"/>
          </a:ln>
        </p:spPr>
      </p:sp>
      <p:sp>
        <p:nvSpPr>
          <p:cNvPr id="18" name="line-452">
            <a:extLst xmlns:a="http://schemas.openxmlformats.org/drawingml/2006/main">
              <a:ext uri="{FF2B5EF4-FFF2-40B4-BE49-F238E27FC236}">
                <a16:creationId xmlns:a16="http://schemas.microsoft.com/office/drawing/2014/main" id="{846D8F4C-B969-4293-846E-C0E58F8CA786}"/>
              </a:ext>
            </a:extLst>
          </p:cNvPr>
          <p:cNvSpPr>
            <a:spLocks xmlns:a="http://schemas.openxmlformats.org/drawingml/2006/main" noGrp="1"/>
          </p:cNvSpPr>
          <p:nvPr/>
        </p:nvSpPr>
        <p:spPr>
          <a:xfrm xmlns:a="http://schemas.openxmlformats.org/drawingml/2006/main">
            <a:off x="6181682" y="38066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C1D7EB"/>
            </a:solidFill>
            <a:prstDash val="solid"/>
          </a:ln>
        </p:spPr>
      </p:sp>
      <p:sp>
        <p:nvSpPr>
          <p:cNvPr id="19" name="line-453">
            <a:extLst xmlns:a="http://schemas.openxmlformats.org/drawingml/2006/main">
              <a:ext uri="{FF2B5EF4-FFF2-40B4-BE49-F238E27FC236}">
                <a16:creationId xmlns:a16="http://schemas.microsoft.com/office/drawing/2014/main" id="{A57877EA-96B1-4BCD-8190-D43520A87C20}"/>
              </a:ext>
            </a:extLst>
          </p:cNvPr>
          <p:cNvSpPr>
            <a:spLocks xmlns:a="http://schemas.openxmlformats.org/drawingml/2006/main" noGrp="1"/>
          </p:cNvSpPr>
          <p:nvPr/>
        </p:nvSpPr>
        <p:spPr>
          <a:xfrm xmlns:a="http://schemas.openxmlformats.org/drawingml/2006/main">
            <a:off x="8782050" y="38481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C1D7EB"/>
            </a:solidFill>
            <a:prstDash val="solid"/>
          </a:ln>
        </p:spPr>
      </p:sp>
      <p:sp>
        <p:nvSpPr>
          <p:cNvPr id="20" name="line-454">
            <a:extLst xmlns:a="http://schemas.openxmlformats.org/drawingml/2006/main">
              <a:ext uri="{FF2B5EF4-FFF2-40B4-BE49-F238E27FC236}">
                <a16:creationId xmlns:a16="http://schemas.microsoft.com/office/drawing/2014/main" id="{2B30113A-C22B-45CC-99B3-374004DAD35C}"/>
              </a:ext>
            </a:extLst>
          </p:cNvPr>
          <p:cNvSpPr>
            <a:spLocks xmlns:a="http://schemas.openxmlformats.org/drawingml/2006/main" noGrp="1"/>
          </p:cNvSpPr>
          <p:nvPr/>
        </p:nvSpPr>
        <p:spPr>
          <a:xfrm xmlns:a="http://schemas.openxmlformats.org/drawingml/2006/main">
            <a:off x="9058232" y="38481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C1D7EB"/>
            </a:solidFill>
            <a:prstDash val="solid"/>
          </a:ln>
        </p:spPr>
      </p:sp>
      <p:sp>
        <p:nvSpPr>
          <p:cNvPr id="21" name="line-455">
            <a:extLst xmlns:a="http://schemas.openxmlformats.org/drawingml/2006/main">
              <a:ext uri="{FF2B5EF4-FFF2-40B4-BE49-F238E27FC236}">
                <a16:creationId xmlns:a16="http://schemas.microsoft.com/office/drawing/2014/main" id="{E6B3D2FE-D7E3-443C-9DFC-F70EE32570BE}"/>
              </a:ext>
            </a:extLst>
          </p:cNvPr>
          <p:cNvSpPr>
            <a:spLocks xmlns:a="http://schemas.openxmlformats.org/drawingml/2006/main" noGrp="1"/>
          </p:cNvSpPr>
          <p:nvPr/>
        </p:nvSpPr>
        <p:spPr>
          <a:xfrm xmlns:a="http://schemas.openxmlformats.org/drawingml/2006/main">
            <a:off x="9058232" y="38066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C1D7EB"/>
            </a:solidFill>
            <a:prstDash val="solid"/>
          </a:ln>
        </p:spPr>
      </p:sp>
      <p:sp>
        <p:nvSpPr>
          <p:cNvPr id="22" name="object-456">
            <a:extLst xmlns:a="http://schemas.openxmlformats.org/drawingml/2006/main">
              <a:ext uri="{FF2B5EF4-FFF2-40B4-BE49-F238E27FC236}">
                <a16:creationId xmlns:a16="http://schemas.microsoft.com/office/drawing/2014/main" id="{FEA146E1-B97A-482C-BFC2-A73866F2C757}"/>
              </a:ext>
            </a:extLst>
          </p:cNvPr>
          <p:cNvSpPr>
            <a:spLocks xmlns:a="http://schemas.openxmlformats.org/drawingml/2006/main" noGrp="1"/>
          </p:cNvSpPr>
          <p:nvPr/>
        </p:nvSpPr>
        <p:spPr>
          <a:xfrm xmlns:a="http://schemas.openxmlformats.org/drawingml/2006/main">
            <a:off x="609600" y="49339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225" b="1">
                <a:solidFill>
                  <a:srgbClr val="FFFFFF"/>
                </a:solidFill>
                <a:latin typeface="Microsoft YaHei"/>
                <a:ea typeface="Microsoft YaHei"/>
                <a:cs typeface="Microsoft YaHei"/>
              </a:defRPr>
            </a:defPPr>
            <a:lvl1pPr algn="l">
              <a:defRPr sz="3225" b="1">
                <a:solidFill>
                  <a:srgbClr val="FFFFFF"/>
                </a:solidFill>
                <a:latin typeface="Microsoft YaHei"/>
                <a:ea typeface="Microsoft YaHei"/>
                <a:cs typeface="Microsoft YaHei"/>
              </a:defRPr>
            </a:lvl1pPr>
            <a:lvl2pPr algn="l">
              <a:defRPr sz="3225" b="1">
                <a:solidFill>
                  <a:srgbClr val="FFFFFF"/>
                </a:solidFill>
                <a:latin typeface="Microsoft YaHei"/>
                <a:ea typeface="Microsoft YaHei"/>
                <a:cs typeface="Microsoft YaHei"/>
              </a:defRPr>
            </a:lvl2pPr>
            <a:lvl3pPr algn="l">
              <a:defRPr sz="3225" b="1">
                <a:solidFill>
                  <a:srgbClr val="FFFFFF"/>
                </a:solidFill>
                <a:latin typeface="Microsoft YaHei"/>
                <a:ea typeface="Microsoft YaHei"/>
                <a:cs typeface="Microsoft YaHei"/>
              </a:defRPr>
            </a:lvl3pPr>
            <a:lvl4pPr algn="l">
              <a:defRPr sz="3225" b="1">
                <a:solidFill>
                  <a:srgbClr val="FFFFFF"/>
                </a:solidFill>
                <a:latin typeface="Microsoft YaHei"/>
                <a:ea typeface="Microsoft YaHei"/>
                <a:cs typeface="Microsoft YaHei"/>
              </a:defRPr>
            </a:lvl4pPr>
            <a:lvl5pPr algn="l">
              <a:defRPr sz="3225" b="1">
                <a:solidFill>
                  <a:srgbClr val="FFFFFF"/>
                </a:solidFill>
                <a:latin typeface="Microsoft YaHei"/>
                <a:ea typeface="Microsoft YaHei"/>
                <a:cs typeface="Microsoft YaHei"/>
              </a:defRPr>
            </a:lvl5pPr>
            <a:lvl6pPr algn="l">
              <a:defRPr sz="3225" b="1">
                <a:solidFill>
                  <a:srgbClr val="FFFFFF"/>
                </a:solidFill>
                <a:latin typeface="Microsoft YaHei"/>
                <a:ea typeface="Microsoft YaHei"/>
                <a:cs typeface="Microsoft YaHei"/>
              </a:defRPr>
            </a:lvl6pPr>
            <a:lvl7pPr algn="l">
              <a:defRPr sz="3225" b="1">
                <a:solidFill>
                  <a:srgbClr val="FFFFFF"/>
                </a:solidFill>
                <a:latin typeface="Microsoft YaHei"/>
                <a:ea typeface="Microsoft YaHei"/>
                <a:cs typeface="Microsoft YaHei"/>
              </a:defRPr>
            </a:lvl7pPr>
            <a:lvl8pPr algn="l">
              <a:defRPr sz="3225" b="1">
                <a:solidFill>
                  <a:srgbClr val="FFFFFF"/>
                </a:solidFill>
                <a:latin typeface="Microsoft YaHei"/>
                <a:ea typeface="Microsoft YaHei"/>
                <a:cs typeface="Microsoft YaHei"/>
              </a:defRPr>
            </a:lvl8pPr>
            <a:lvl9pPr algn="l">
              <a:defRPr sz="3225" b="1">
                <a:solidFill>
                  <a:srgbClr val="FFFFFF"/>
                </a:solidFill>
                <a:latin typeface="Microsoft YaHei"/>
                <a:ea typeface="Microsoft YaHei"/>
                <a:cs typeface="Microsoft YaHei"/>
              </a:defRPr>
            </a:lvl9pPr>
          </a:lstStyle>
          <a:p xmlns:a="http://schemas.openxmlformats.org/drawingml/2006/main">
            <a:pPr algn="l">
              <a:defRPr sz="3225" b="1">
                <a:solidFill>
                  <a:srgbClr val="FFFFFF"/>
                </a:solidFill>
                <a:latin typeface="Microsoft YaHei"/>
                <a:ea typeface="Microsoft YaHei"/>
                <a:cs typeface="Microsoft YaHei"/>
              </a:defRPr>
            </a:pPr>
            <a:r>
              <a:rPr sz="3225" b="1">
                <a:solidFill>
                  <a:srgbClr val="FFFFFF"/>
                </a:solidFill>
                <a:latin typeface="Microsoft YaHei"/>
                <a:ea typeface="Microsoft YaHei"/>
                <a:cs typeface="Microsoft YaHei"/>
              </a:rPr>
              <a:t>协同有序    执行高效    扩展灵活</a:t>
            </a:r>
          </a:p>
        </p:txBody>
      </p:sp>
      <p:sp>
        <p:nvSpPr>
          <p:cNvPr id="23" name="object-457">
            <a:extLst xmlns:a="http://schemas.openxmlformats.org/drawingml/2006/main">
              <a:ext uri="{FF2B5EF4-FFF2-40B4-BE49-F238E27FC236}">
                <a16:creationId xmlns:a16="http://schemas.microsoft.com/office/drawing/2014/main" id="{83BB6755-23FA-4039-8DF7-2D578CFA8F62}"/>
              </a:ext>
            </a:extLst>
          </p:cNvPr>
          <p:cNvSpPr>
            <a:spLocks xmlns:a="http://schemas.openxmlformats.org/drawingml/2006/main" noGrp="1"/>
          </p:cNvSpPr>
          <p:nvPr/>
        </p:nvSpPr>
        <p:spPr>
          <a:xfrm xmlns:a="http://schemas.openxmlformats.org/drawingml/2006/main">
            <a:off x="609600" y="57531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0">
                <a:solidFill>
                  <a:srgbClr val="C5D9EB"/>
                </a:solidFill>
                <a:latin typeface="Microsoft YaHei"/>
                <a:ea typeface="Microsoft YaHei"/>
                <a:cs typeface="Microsoft YaHei"/>
              </a:defRPr>
            </a:defPPr>
            <a:lvl1pPr algn="l">
              <a:defRPr sz="2100" b="0">
                <a:solidFill>
                  <a:srgbClr val="C5D9EB"/>
                </a:solidFill>
                <a:latin typeface="Microsoft YaHei"/>
                <a:ea typeface="Microsoft YaHei"/>
                <a:cs typeface="Microsoft YaHei"/>
              </a:defRPr>
            </a:lvl1pPr>
            <a:lvl2pPr algn="l">
              <a:defRPr sz="2100" b="0">
                <a:solidFill>
                  <a:srgbClr val="C5D9EB"/>
                </a:solidFill>
                <a:latin typeface="Microsoft YaHei"/>
                <a:ea typeface="Microsoft YaHei"/>
                <a:cs typeface="Microsoft YaHei"/>
              </a:defRPr>
            </a:lvl2pPr>
            <a:lvl3pPr algn="l">
              <a:defRPr sz="2100" b="0">
                <a:solidFill>
                  <a:srgbClr val="C5D9EB"/>
                </a:solidFill>
                <a:latin typeface="Microsoft YaHei"/>
                <a:ea typeface="Microsoft YaHei"/>
                <a:cs typeface="Microsoft YaHei"/>
              </a:defRPr>
            </a:lvl3pPr>
            <a:lvl4pPr algn="l">
              <a:defRPr sz="2100" b="0">
                <a:solidFill>
                  <a:srgbClr val="C5D9EB"/>
                </a:solidFill>
                <a:latin typeface="Microsoft YaHei"/>
                <a:ea typeface="Microsoft YaHei"/>
                <a:cs typeface="Microsoft YaHei"/>
              </a:defRPr>
            </a:lvl4pPr>
            <a:lvl5pPr algn="l">
              <a:defRPr sz="2100" b="0">
                <a:solidFill>
                  <a:srgbClr val="C5D9EB"/>
                </a:solidFill>
                <a:latin typeface="Microsoft YaHei"/>
                <a:ea typeface="Microsoft YaHei"/>
                <a:cs typeface="Microsoft YaHei"/>
              </a:defRPr>
            </a:lvl5pPr>
            <a:lvl6pPr algn="l">
              <a:defRPr sz="2100" b="0">
                <a:solidFill>
                  <a:srgbClr val="C5D9EB"/>
                </a:solidFill>
                <a:latin typeface="Microsoft YaHei"/>
                <a:ea typeface="Microsoft YaHei"/>
                <a:cs typeface="Microsoft YaHei"/>
              </a:defRPr>
            </a:lvl6pPr>
            <a:lvl7pPr algn="l">
              <a:defRPr sz="2100" b="0">
                <a:solidFill>
                  <a:srgbClr val="C5D9EB"/>
                </a:solidFill>
                <a:latin typeface="Microsoft YaHei"/>
                <a:ea typeface="Microsoft YaHei"/>
                <a:cs typeface="Microsoft YaHei"/>
              </a:defRPr>
            </a:lvl7pPr>
            <a:lvl8pPr algn="l">
              <a:defRPr sz="2100" b="0">
                <a:solidFill>
                  <a:srgbClr val="C5D9EB"/>
                </a:solidFill>
                <a:latin typeface="Microsoft YaHei"/>
                <a:ea typeface="Microsoft YaHei"/>
                <a:cs typeface="Microsoft YaHei"/>
              </a:defRPr>
            </a:lvl8pPr>
            <a:lvl9pPr algn="l">
              <a:defRPr sz="2100" b="0">
                <a:solidFill>
                  <a:srgbClr val="C5D9EB"/>
                </a:solidFill>
                <a:latin typeface="Microsoft YaHei"/>
                <a:ea typeface="Microsoft YaHei"/>
                <a:cs typeface="Microsoft YaHei"/>
              </a:defRPr>
            </a:lvl9pPr>
          </a:lstStyle>
          <a:p xmlns:a="http://schemas.openxmlformats.org/drawingml/2006/main">
            <a:pPr algn="l">
              <a:defRPr sz="2100" b="0">
                <a:solidFill>
                  <a:srgbClr val="C5D9EB"/>
                </a:solidFill>
                <a:latin typeface="Microsoft YaHei"/>
                <a:ea typeface="Microsoft YaHei"/>
                <a:cs typeface="Microsoft YaHei"/>
              </a:defRPr>
            </a:pPr>
            <a:r>
              <a:rPr sz="2100" b="0">
                <a:solidFill>
                  <a:srgbClr val="C5D9EB"/>
                </a:solidFill>
                <a:latin typeface="Microsoft YaHei"/>
                <a:ea typeface="Microsoft YaHei"/>
                <a:cs typeface="Microsoft YaHei"/>
              </a:rPr>
              <a:t>用完整场景验证收益，带着职责和约束讨论下一次演进</a:t>
            </a:r>
          </a:p>
        </p:txBody>
      </p:sp>
      <p:sp>
        <p:nvSpPr>
          <p:cNvPr id="24" name="object-458">
            <a:extLst xmlns:a="http://schemas.openxmlformats.org/drawingml/2006/main">
              <a:ext uri="{FF2B5EF4-FFF2-40B4-BE49-F238E27FC236}">
                <a16:creationId xmlns:a16="http://schemas.microsoft.com/office/drawing/2014/main" id="{8DD7254D-ACCD-474D-81D1-E4AFC4529C3D}"/>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A4BDD1"/>
                </a:solidFill>
                <a:latin typeface="Microsoft YaHei"/>
                <a:ea typeface="Microsoft YaHei"/>
                <a:cs typeface="Microsoft YaHei"/>
              </a:defRPr>
            </a:defPPr>
            <a:lvl1pPr algn="l">
              <a:defRPr sz="1275" b="0">
                <a:solidFill>
                  <a:srgbClr val="A4BDD1"/>
                </a:solidFill>
                <a:latin typeface="Microsoft YaHei"/>
                <a:ea typeface="Microsoft YaHei"/>
                <a:cs typeface="Microsoft YaHei"/>
              </a:defRPr>
            </a:lvl1pPr>
            <a:lvl2pPr algn="l">
              <a:defRPr sz="1275" b="0">
                <a:solidFill>
                  <a:srgbClr val="A4BDD1"/>
                </a:solidFill>
                <a:latin typeface="Microsoft YaHei"/>
                <a:ea typeface="Microsoft YaHei"/>
                <a:cs typeface="Microsoft YaHei"/>
              </a:defRPr>
            </a:lvl2pPr>
            <a:lvl3pPr algn="l">
              <a:defRPr sz="1275" b="0">
                <a:solidFill>
                  <a:srgbClr val="A4BDD1"/>
                </a:solidFill>
                <a:latin typeface="Microsoft YaHei"/>
                <a:ea typeface="Microsoft YaHei"/>
                <a:cs typeface="Microsoft YaHei"/>
              </a:defRPr>
            </a:lvl3pPr>
            <a:lvl4pPr algn="l">
              <a:defRPr sz="1275" b="0">
                <a:solidFill>
                  <a:srgbClr val="A4BDD1"/>
                </a:solidFill>
                <a:latin typeface="Microsoft YaHei"/>
                <a:ea typeface="Microsoft YaHei"/>
                <a:cs typeface="Microsoft YaHei"/>
              </a:defRPr>
            </a:lvl4pPr>
            <a:lvl5pPr algn="l">
              <a:defRPr sz="1275" b="0">
                <a:solidFill>
                  <a:srgbClr val="A4BDD1"/>
                </a:solidFill>
                <a:latin typeface="Microsoft YaHei"/>
                <a:ea typeface="Microsoft YaHei"/>
                <a:cs typeface="Microsoft YaHei"/>
              </a:defRPr>
            </a:lvl5pPr>
            <a:lvl6pPr algn="l">
              <a:defRPr sz="1275" b="0">
                <a:solidFill>
                  <a:srgbClr val="A4BDD1"/>
                </a:solidFill>
                <a:latin typeface="Microsoft YaHei"/>
                <a:ea typeface="Microsoft YaHei"/>
                <a:cs typeface="Microsoft YaHei"/>
              </a:defRPr>
            </a:lvl6pPr>
            <a:lvl7pPr algn="l">
              <a:defRPr sz="1275" b="0">
                <a:solidFill>
                  <a:srgbClr val="A4BDD1"/>
                </a:solidFill>
                <a:latin typeface="Microsoft YaHei"/>
                <a:ea typeface="Microsoft YaHei"/>
                <a:cs typeface="Microsoft YaHei"/>
              </a:defRPr>
            </a:lvl7pPr>
            <a:lvl8pPr algn="l">
              <a:defRPr sz="1275" b="0">
                <a:solidFill>
                  <a:srgbClr val="A4BDD1"/>
                </a:solidFill>
                <a:latin typeface="Microsoft YaHei"/>
                <a:ea typeface="Microsoft YaHei"/>
                <a:cs typeface="Microsoft YaHei"/>
              </a:defRPr>
            </a:lvl8pPr>
            <a:lvl9pPr algn="l">
              <a:defRPr sz="1275" b="0">
                <a:solidFill>
                  <a:srgbClr val="A4BDD1"/>
                </a:solidFill>
                <a:latin typeface="Microsoft YaHei"/>
                <a:ea typeface="Microsoft YaHei"/>
                <a:cs typeface="Microsoft YaHei"/>
              </a:defRPr>
            </a:lvl9pPr>
          </a:lstStyle>
          <a:p xmlns:a="http://schemas.openxmlformats.org/drawingml/2006/main">
            <a:pPr algn="l">
              <a:defRPr sz="1275" b="0">
                <a:solidFill>
                  <a:srgbClr val="A4BDD1"/>
                </a:solidFill>
                <a:latin typeface="Microsoft YaHei"/>
                <a:ea typeface="Microsoft YaHei"/>
                <a:cs typeface="Microsoft YaHei"/>
              </a:defRPr>
            </a:pPr>
            <a:r>
              <a:rPr sz="1275" b="0">
                <a:solidFill>
                  <a:srgbClr val="A4BDD1"/>
                </a:solidFill>
                <a:latin typeface="Microsoft YaHei"/>
                <a:ea typeface="Microsoft YaHei"/>
                <a:cs typeface="Microsoft YaHei"/>
              </a:rPr>
              <a:t>团队定性结论已有说明；量化结果需配测试条件 / Q&amp;A 5分钟</a:t>
            </a:r>
          </a:p>
        </p:txBody>
      </p:sp>
      <p:sp>
        <p:nvSpPr>
          <p:cNvPr id="25" name="object-459">
            <a:extLst xmlns:a="http://schemas.openxmlformats.org/drawingml/2006/main">
              <a:ext uri="{FF2B5EF4-FFF2-40B4-BE49-F238E27FC236}">
                <a16:creationId xmlns:a16="http://schemas.microsoft.com/office/drawing/2014/main" id="{52D68F45-162E-4EBB-96F6-9C43CD7F08CC}"/>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A4BDD1"/>
                </a:solidFill>
                <a:latin typeface="Microsoft YaHei"/>
                <a:ea typeface="Microsoft YaHei"/>
                <a:cs typeface="Microsoft YaHei"/>
              </a:defRPr>
            </a:defPPr>
            <a:lvl1pPr algn="r">
              <a:defRPr sz="1425" b="0">
                <a:solidFill>
                  <a:srgbClr val="A4BDD1"/>
                </a:solidFill>
                <a:latin typeface="Microsoft YaHei"/>
                <a:ea typeface="Microsoft YaHei"/>
                <a:cs typeface="Microsoft YaHei"/>
              </a:defRPr>
            </a:lvl1pPr>
            <a:lvl2pPr algn="r">
              <a:defRPr sz="1425" b="0">
                <a:solidFill>
                  <a:srgbClr val="A4BDD1"/>
                </a:solidFill>
                <a:latin typeface="Microsoft YaHei"/>
                <a:ea typeface="Microsoft YaHei"/>
                <a:cs typeface="Microsoft YaHei"/>
              </a:defRPr>
            </a:lvl2pPr>
            <a:lvl3pPr algn="r">
              <a:defRPr sz="1425" b="0">
                <a:solidFill>
                  <a:srgbClr val="A4BDD1"/>
                </a:solidFill>
                <a:latin typeface="Microsoft YaHei"/>
                <a:ea typeface="Microsoft YaHei"/>
                <a:cs typeface="Microsoft YaHei"/>
              </a:defRPr>
            </a:lvl3pPr>
            <a:lvl4pPr algn="r">
              <a:defRPr sz="1425" b="0">
                <a:solidFill>
                  <a:srgbClr val="A4BDD1"/>
                </a:solidFill>
                <a:latin typeface="Microsoft YaHei"/>
                <a:ea typeface="Microsoft YaHei"/>
                <a:cs typeface="Microsoft YaHei"/>
              </a:defRPr>
            </a:lvl4pPr>
            <a:lvl5pPr algn="r">
              <a:defRPr sz="1425" b="0">
                <a:solidFill>
                  <a:srgbClr val="A4BDD1"/>
                </a:solidFill>
                <a:latin typeface="Microsoft YaHei"/>
                <a:ea typeface="Microsoft YaHei"/>
                <a:cs typeface="Microsoft YaHei"/>
              </a:defRPr>
            </a:lvl5pPr>
            <a:lvl6pPr algn="r">
              <a:defRPr sz="1425" b="0">
                <a:solidFill>
                  <a:srgbClr val="A4BDD1"/>
                </a:solidFill>
                <a:latin typeface="Microsoft YaHei"/>
                <a:ea typeface="Microsoft YaHei"/>
                <a:cs typeface="Microsoft YaHei"/>
              </a:defRPr>
            </a:lvl6pPr>
            <a:lvl7pPr algn="r">
              <a:defRPr sz="1425" b="0">
                <a:solidFill>
                  <a:srgbClr val="A4BDD1"/>
                </a:solidFill>
                <a:latin typeface="Microsoft YaHei"/>
                <a:ea typeface="Microsoft YaHei"/>
                <a:cs typeface="Microsoft YaHei"/>
              </a:defRPr>
            </a:lvl7pPr>
            <a:lvl8pPr algn="r">
              <a:defRPr sz="1425" b="0">
                <a:solidFill>
                  <a:srgbClr val="A4BDD1"/>
                </a:solidFill>
                <a:latin typeface="Microsoft YaHei"/>
                <a:ea typeface="Microsoft YaHei"/>
                <a:cs typeface="Microsoft YaHei"/>
              </a:defRPr>
            </a:lvl8pPr>
            <a:lvl9pPr algn="r">
              <a:defRPr sz="1425" b="0">
                <a:solidFill>
                  <a:srgbClr val="A4BDD1"/>
                </a:solidFill>
                <a:latin typeface="Microsoft YaHei"/>
                <a:ea typeface="Microsoft YaHei"/>
                <a:cs typeface="Microsoft YaHei"/>
              </a:defRPr>
            </a:lvl9pPr>
          </a:lstStyle>
          <a:p xmlns:a="http://schemas.openxmlformats.org/drawingml/2006/main">
            <a:pPr algn="r">
              <a:defRPr sz="1425" b="0">
                <a:solidFill>
                  <a:srgbClr val="A4BDD1"/>
                </a:solidFill>
                <a:latin typeface="Microsoft YaHei"/>
                <a:ea typeface="Microsoft YaHei"/>
                <a:cs typeface="Microsoft YaHei"/>
              </a:defRPr>
            </a:pPr>
            <a:r>
              <a:rPr sz="1425" b="0">
                <a:solidFill>
                  <a:srgbClr val="A4BDD1"/>
                </a:solidFill>
                <a:latin typeface="Microsoft YaHei"/>
                <a:ea typeface="Microsoft YaHei"/>
                <a:cs typeface="Microsoft YaHei"/>
              </a:rPr>
              <a:t>15</a:t>
            </a:r>
          </a:p>
        </p:txBody>
      </p:sp>
    </p:spTree>
    <p:extLst>
      <p:ext uri="{BB962C8B-B14F-4D97-AF65-F5344CB8AC3E}">
        <p14:creationId xmlns:p14="http://schemas.microsoft.com/office/powerpoint/2010/main" val="431672505"/>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2" name="object-460">
            <a:extLst xmlns:a="http://schemas.openxmlformats.org/drawingml/2006/main">
              <a:ext uri="{FF2B5EF4-FFF2-40B4-BE49-F238E27FC236}">
                <a16:creationId xmlns:a16="http://schemas.microsoft.com/office/drawing/2014/main" id="{E99AA05A-0FB5-49B8-BE15-C95CF749F03B}"/>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技术附录 · A1</a:t>
            </a:r>
          </a:p>
        </p:txBody>
      </p:sp>
      <p:sp>
        <p:nvSpPr>
          <p:cNvPr id="2" name="object-461">
            <a:extLst xmlns:a="http://schemas.openxmlformats.org/drawingml/2006/main">
              <a:ext uri="{FF2B5EF4-FFF2-40B4-BE49-F238E27FC236}">
                <a16:creationId xmlns:a16="http://schemas.microsoft.com/office/drawing/2014/main" id="{AA02B80D-0334-4354-A7F4-9226D77E52AC}"/>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A1  线程与Buffer边界对照</a:t>
            </a:r>
          </a:p>
        </p:txBody>
      </p:sp>
      <p:sp>
        <p:nvSpPr>
          <p:cNvPr id="3" name="object-462">
            <a:extLst xmlns:a="http://schemas.openxmlformats.org/drawingml/2006/main">
              <a:ext uri="{FF2B5EF4-FFF2-40B4-BE49-F238E27FC236}">
                <a16:creationId xmlns:a16="http://schemas.microsoft.com/office/drawing/2014/main" id="{241C1D77-5F8A-43FC-A170-DDBE517AED58}"/>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定位已移除的交接，同时区分仍保留的缓存与下游执行</a:t>
            </a:r>
          </a:p>
        </p:txBody>
      </p:sp>
      <p:sp>
        <p:nvSpPr>
          <p:cNvPr id="4" name="object-463">
            <a:extLst xmlns:a="http://schemas.openxmlformats.org/drawingml/2006/main">
              <a:ext uri="{FF2B5EF4-FFF2-40B4-BE49-F238E27FC236}">
                <a16:creationId xmlns:a16="http://schemas.microsoft.com/office/drawing/2014/main" id="{B6F029BE-0ED0-455D-B2B6-0A12A7413F3C}"/>
              </a:ext>
            </a:extLst>
          </p:cNvPr>
          <p:cNvSpPr>
            <a:spLocks xmlns:a="http://schemas.openxmlformats.org/drawingml/2006/main" noGrp="1"/>
          </p:cNvSpPr>
          <p:nvPr/>
        </p:nvSpPr>
        <p:spPr>
          <a:xfrm xmlns:a="http://schemas.openxmlformats.org/drawingml/2006/main">
            <a:off x="609600" y="23431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1">
                <a:solidFill>
                  <a:srgbClr val="887798"/>
                </a:solidFill>
                <a:latin typeface="Microsoft YaHei"/>
                <a:ea typeface="Microsoft YaHei"/>
                <a:cs typeface="Microsoft YaHei"/>
              </a:defRPr>
            </a:defPPr>
            <a:lvl1pPr algn="l">
              <a:defRPr sz="2100" b="1">
                <a:solidFill>
                  <a:srgbClr val="887798"/>
                </a:solidFill>
                <a:latin typeface="Microsoft YaHei"/>
                <a:ea typeface="Microsoft YaHei"/>
                <a:cs typeface="Microsoft YaHei"/>
              </a:defRPr>
            </a:lvl1pPr>
            <a:lvl2pPr algn="l">
              <a:defRPr sz="2100" b="1">
                <a:solidFill>
                  <a:srgbClr val="887798"/>
                </a:solidFill>
                <a:latin typeface="Microsoft YaHei"/>
                <a:ea typeface="Microsoft YaHei"/>
                <a:cs typeface="Microsoft YaHei"/>
              </a:defRPr>
            </a:lvl2pPr>
            <a:lvl3pPr algn="l">
              <a:defRPr sz="2100" b="1">
                <a:solidFill>
                  <a:srgbClr val="887798"/>
                </a:solidFill>
                <a:latin typeface="Microsoft YaHei"/>
                <a:ea typeface="Microsoft YaHei"/>
                <a:cs typeface="Microsoft YaHei"/>
              </a:defRPr>
            </a:lvl3pPr>
            <a:lvl4pPr algn="l">
              <a:defRPr sz="2100" b="1">
                <a:solidFill>
                  <a:srgbClr val="887798"/>
                </a:solidFill>
                <a:latin typeface="Microsoft YaHei"/>
                <a:ea typeface="Microsoft YaHei"/>
                <a:cs typeface="Microsoft YaHei"/>
              </a:defRPr>
            </a:lvl4pPr>
            <a:lvl5pPr algn="l">
              <a:defRPr sz="2100" b="1">
                <a:solidFill>
                  <a:srgbClr val="887798"/>
                </a:solidFill>
                <a:latin typeface="Microsoft YaHei"/>
                <a:ea typeface="Microsoft YaHei"/>
                <a:cs typeface="Microsoft YaHei"/>
              </a:defRPr>
            </a:lvl5pPr>
            <a:lvl6pPr algn="l">
              <a:defRPr sz="2100" b="1">
                <a:solidFill>
                  <a:srgbClr val="887798"/>
                </a:solidFill>
                <a:latin typeface="Microsoft YaHei"/>
                <a:ea typeface="Microsoft YaHei"/>
                <a:cs typeface="Microsoft YaHei"/>
              </a:defRPr>
            </a:lvl6pPr>
            <a:lvl7pPr algn="l">
              <a:defRPr sz="2100" b="1">
                <a:solidFill>
                  <a:srgbClr val="887798"/>
                </a:solidFill>
                <a:latin typeface="Microsoft YaHei"/>
                <a:ea typeface="Microsoft YaHei"/>
                <a:cs typeface="Microsoft YaHei"/>
              </a:defRPr>
            </a:lvl7pPr>
            <a:lvl8pPr algn="l">
              <a:defRPr sz="2100" b="1">
                <a:solidFill>
                  <a:srgbClr val="887798"/>
                </a:solidFill>
                <a:latin typeface="Microsoft YaHei"/>
                <a:ea typeface="Microsoft YaHei"/>
                <a:cs typeface="Microsoft YaHei"/>
              </a:defRPr>
            </a:lvl8pPr>
            <a:lvl9pPr algn="l">
              <a:defRPr sz="2100" b="1">
                <a:solidFill>
                  <a:srgbClr val="887798"/>
                </a:solidFill>
                <a:latin typeface="Microsoft YaHei"/>
                <a:ea typeface="Microsoft YaHei"/>
                <a:cs typeface="Microsoft YaHei"/>
              </a:defRPr>
            </a:lvl9pPr>
          </a:lstStyle>
          <a:p xmlns:a="http://schemas.openxmlformats.org/drawingml/2006/main">
            <a:pPr algn="l">
              <a:defRPr sz="2100" b="1">
                <a:solidFill>
                  <a:srgbClr val="887798"/>
                </a:solidFill>
                <a:latin typeface="Microsoft YaHei"/>
                <a:ea typeface="Microsoft YaHei"/>
                <a:cs typeface="Microsoft YaHei"/>
              </a:defRPr>
            </a:pPr>
            <a:r>
              <a:rPr sz="2100" b="1">
                <a:solidFill>
                  <a:srgbClr val="887798"/>
                </a:solidFill>
                <a:latin typeface="Microsoft YaHei"/>
                <a:ea typeface="Microsoft YaHei"/>
                <a:cs typeface="Microsoft YaHei"/>
              </a:rPr>
              <a:t>5.1 普通主输出（其他执行角色见备注）</a:t>
            </a:r>
          </a:p>
        </p:txBody>
      </p:sp>
      <p:sp>
        <p:nvSpPr>
          <p:cNvPr id="5" name="object-464">
            <a:extLst xmlns:a="http://schemas.openxmlformats.org/drawingml/2006/main">
              <a:ext uri="{FF2B5EF4-FFF2-40B4-BE49-F238E27FC236}">
                <a16:creationId xmlns:a16="http://schemas.microsoft.com/office/drawing/2014/main" id="{C2766186-8423-47A9-A3C0-B36C4C178026}"/>
              </a:ext>
            </a:extLst>
          </p:cNvPr>
          <p:cNvSpPr>
            <a:spLocks xmlns:a="http://schemas.openxmlformats.org/drawingml/2006/main" noGrp="1"/>
          </p:cNvSpPr>
          <p:nvPr/>
        </p:nvSpPr>
        <p:spPr>
          <a:xfrm xmlns:a="http://schemas.openxmlformats.org/drawingml/2006/main">
            <a:off x="609600" y="2905125"/>
            <a:ext cx="2286000" cy="80962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6" name="object-465">
            <a:extLst xmlns:a="http://schemas.openxmlformats.org/drawingml/2006/main">
              <a:ext uri="{FF2B5EF4-FFF2-40B4-BE49-F238E27FC236}">
                <a16:creationId xmlns:a16="http://schemas.microsoft.com/office/drawing/2014/main" id="{77AF3138-C4F0-4588-8B5E-56305087D0E7}"/>
              </a:ext>
            </a:extLst>
          </p:cNvPr>
          <p:cNvSpPr>
            <a:spLocks xmlns:a="http://schemas.openxmlformats.org/drawingml/2006/main" noGrp="1"/>
          </p:cNvSpPr>
          <p:nvPr/>
        </p:nvSpPr>
        <p:spPr>
          <a:xfrm xmlns:a="http://schemas.openxmlformats.org/drawingml/2006/main">
            <a:off x="723900" y="2962275"/>
            <a:ext cx="20574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PA 流缓冲</a:t>
            </a:r>
          </a:p>
        </p:txBody>
      </p:sp>
      <p:sp>
        <p:nvSpPr>
          <p:cNvPr id="7" name="object-466">
            <a:extLst xmlns:a="http://schemas.openxmlformats.org/drawingml/2006/main">
              <a:ext uri="{FF2B5EF4-FFF2-40B4-BE49-F238E27FC236}">
                <a16:creationId xmlns:a16="http://schemas.microsoft.com/office/drawing/2014/main" id="{EAFB8F0D-2DDD-4CC2-B3A7-6884C5A69A76}"/>
              </a:ext>
            </a:extLst>
          </p:cNvPr>
          <p:cNvSpPr>
            <a:spLocks xmlns:a="http://schemas.openxmlformats.org/drawingml/2006/main" noGrp="1"/>
          </p:cNvSpPr>
          <p:nvPr/>
        </p:nvSpPr>
        <p:spPr>
          <a:xfrm xmlns:a="http://schemas.openxmlformats.org/drawingml/2006/main">
            <a:off x="3486150" y="2905125"/>
            <a:ext cx="2286000" cy="80962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8" name="object-467">
            <a:extLst xmlns:a="http://schemas.openxmlformats.org/drawingml/2006/main">
              <a:ext uri="{FF2B5EF4-FFF2-40B4-BE49-F238E27FC236}">
                <a16:creationId xmlns:a16="http://schemas.microsoft.com/office/drawing/2014/main" id="{E3EB5380-4EA9-42A2-A616-901D32C56E4F}"/>
              </a:ext>
            </a:extLst>
          </p:cNvPr>
          <p:cNvSpPr>
            <a:spLocks xmlns:a="http://schemas.openxmlformats.org/drawingml/2006/main" noGrp="1"/>
          </p:cNvSpPr>
          <p:nvPr/>
        </p:nvSpPr>
        <p:spPr>
          <a:xfrm xmlns:a="http://schemas.openxmlformats.org/drawingml/2006/main">
            <a:off x="3600450" y="2962275"/>
            <a:ext cx="20574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75" b="1">
                <a:solidFill>
                  <a:srgbClr val="FFFFFF"/>
                </a:solidFill>
                <a:latin typeface="Microsoft YaHei"/>
                <a:ea typeface="Microsoft YaHei"/>
                <a:cs typeface="Microsoft YaHei"/>
              </a:defRPr>
            </a:defPPr>
            <a:lvl1pPr algn="ctr">
              <a:defRPr sz="1875" b="1">
                <a:solidFill>
                  <a:srgbClr val="FFFFFF"/>
                </a:solidFill>
                <a:latin typeface="Microsoft YaHei"/>
                <a:ea typeface="Microsoft YaHei"/>
                <a:cs typeface="Microsoft YaHei"/>
              </a:defRPr>
            </a:lvl1pPr>
            <a:lvl2pPr algn="ctr">
              <a:defRPr sz="1875" b="1">
                <a:solidFill>
                  <a:srgbClr val="FFFFFF"/>
                </a:solidFill>
                <a:latin typeface="Microsoft YaHei"/>
                <a:ea typeface="Microsoft YaHei"/>
                <a:cs typeface="Microsoft YaHei"/>
              </a:defRPr>
            </a:lvl2pPr>
            <a:lvl3pPr algn="ctr">
              <a:defRPr sz="1875" b="1">
                <a:solidFill>
                  <a:srgbClr val="FFFFFF"/>
                </a:solidFill>
                <a:latin typeface="Microsoft YaHei"/>
                <a:ea typeface="Microsoft YaHei"/>
                <a:cs typeface="Microsoft YaHei"/>
              </a:defRPr>
            </a:lvl3pPr>
            <a:lvl4pPr algn="ctr">
              <a:defRPr sz="1875" b="1">
                <a:solidFill>
                  <a:srgbClr val="FFFFFF"/>
                </a:solidFill>
                <a:latin typeface="Microsoft YaHei"/>
                <a:ea typeface="Microsoft YaHei"/>
                <a:cs typeface="Microsoft YaHei"/>
              </a:defRPr>
            </a:lvl4pPr>
            <a:lvl5pPr algn="ctr">
              <a:defRPr sz="1875" b="1">
                <a:solidFill>
                  <a:srgbClr val="FFFFFF"/>
                </a:solidFill>
                <a:latin typeface="Microsoft YaHei"/>
                <a:ea typeface="Microsoft YaHei"/>
                <a:cs typeface="Microsoft YaHei"/>
              </a:defRPr>
            </a:lvl5pPr>
            <a:lvl6pPr algn="ctr">
              <a:defRPr sz="1875" b="1">
                <a:solidFill>
                  <a:srgbClr val="FFFFFF"/>
                </a:solidFill>
                <a:latin typeface="Microsoft YaHei"/>
                <a:ea typeface="Microsoft YaHei"/>
                <a:cs typeface="Microsoft YaHei"/>
              </a:defRPr>
            </a:lvl6pPr>
            <a:lvl7pPr algn="ctr">
              <a:defRPr sz="1875" b="1">
                <a:solidFill>
                  <a:srgbClr val="FFFFFF"/>
                </a:solidFill>
                <a:latin typeface="Microsoft YaHei"/>
                <a:ea typeface="Microsoft YaHei"/>
                <a:cs typeface="Microsoft YaHei"/>
              </a:defRPr>
            </a:lvl7pPr>
            <a:lvl8pPr algn="ctr">
              <a:defRPr sz="1875" b="1">
                <a:solidFill>
                  <a:srgbClr val="FFFFFF"/>
                </a:solidFill>
                <a:latin typeface="Microsoft YaHei"/>
                <a:ea typeface="Microsoft YaHei"/>
                <a:cs typeface="Microsoft YaHei"/>
              </a:defRPr>
            </a:lvl8pPr>
            <a:lvl9pPr algn="ctr">
              <a:defRPr sz="1875" b="1">
                <a:solidFill>
                  <a:srgbClr val="FFFFFF"/>
                </a:solidFill>
                <a:latin typeface="Microsoft YaHei"/>
                <a:ea typeface="Microsoft YaHei"/>
                <a:cs typeface="Microsoft YaHei"/>
              </a:defRPr>
            </a:lvl9pPr>
          </a:lstStyle>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hdi_sink 渲染</a:t>
            </a:r>
          </a:p>
        </p:txBody>
      </p:sp>
      <p:sp>
        <p:nvSpPr>
          <p:cNvPr id="9" name="object-468">
            <a:extLst xmlns:a="http://schemas.openxmlformats.org/drawingml/2006/main">
              <a:ext uri="{FF2B5EF4-FFF2-40B4-BE49-F238E27FC236}">
                <a16:creationId xmlns:a16="http://schemas.microsoft.com/office/drawing/2014/main" id="{469BE26E-DC26-440C-86B5-4CCB5080AA82}"/>
              </a:ext>
            </a:extLst>
          </p:cNvPr>
          <p:cNvSpPr>
            <a:spLocks xmlns:a="http://schemas.openxmlformats.org/drawingml/2006/main" noGrp="1"/>
          </p:cNvSpPr>
          <p:nvPr/>
        </p:nvSpPr>
        <p:spPr>
          <a:xfrm xmlns:a="http://schemas.openxmlformats.org/drawingml/2006/main">
            <a:off x="6362700" y="2905125"/>
            <a:ext cx="2286000" cy="809625"/>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10" name="object-469">
            <a:extLst xmlns:a="http://schemas.openxmlformats.org/drawingml/2006/main">
              <a:ext uri="{FF2B5EF4-FFF2-40B4-BE49-F238E27FC236}">
                <a16:creationId xmlns:a16="http://schemas.microsoft.com/office/drawing/2014/main" id="{685F8FB0-24DC-4598-92A3-58307B57AAE4}"/>
              </a:ext>
            </a:extLst>
          </p:cNvPr>
          <p:cNvSpPr>
            <a:spLocks xmlns:a="http://schemas.openxmlformats.org/drawingml/2006/main" noGrp="1"/>
          </p:cNvSpPr>
          <p:nvPr/>
        </p:nvSpPr>
        <p:spPr>
          <a:xfrm xmlns:a="http://schemas.openxmlformats.org/drawingml/2006/main">
            <a:off x="6477000" y="2962275"/>
            <a:ext cx="20574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primary.dq</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chunk 引用交接</a:t>
            </a:r>
          </a:p>
        </p:txBody>
      </p:sp>
      <p:sp>
        <p:nvSpPr>
          <p:cNvPr id="11" name="object-470">
            <a:extLst xmlns:a="http://schemas.openxmlformats.org/drawingml/2006/main">
              <a:ext uri="{FF2B5EF4-FFF2-40B4-BE49-F238E27FC236}">
                <a16:creationId xmlns:a16="http://schemas.microsoft.com/office/drawing/2014/main" id="{437FFCF7-7C4B-47C7-940C-AA037C4E27AA}"/>
              </a:ext>
            </a:extLst>
          </p:cNvPr>
          <p:cNvSpPr>
            <a:spLocks xmlns:a="http://schemas.openxmlformats.org/drawingml/2006/main" noGrp="1"/>
          </p:cNvSpPr>
          <p:nvPr/>
        </p:nvSpPr>
        <p:spPr>
          <a:xfrm xmlns:a="http://schemas.openxmlformats.org/drawingml/2006/main">
            <a:off x="9239250" y="2905125"/>
            <a:ext cx="2324100" cy="809625"/>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12" name="object-471">
            <a:extLst xmlns:a="http://schemas.openxmlformats.org/drawingml/2006/main">
              <a:ext uri="{FF2B5EF4-FFF2-40B4-BE49-F238E27FC236}">
                <a16:creationId xmlns:a16="http://schemas.microsoft.com/office/drawing/2014/main" id="{4DFC4B55-7898-4E30-B403-F469BFBE3215}"/>
              </a:ext>
            </a:extLst>
          </p:cNvPr>
          <p:cNvSpPr>
            <a:spLocks xmlns:a="http://schemas.openxmlformats.org/drawingml/2006/main" noGrp="1"/>
          </p:cNvSpPr>
          <p:nvPr/>
        </p:nvSpPr>
        <p:spPr>
          <a:xfrm xmlns:a="http://schemas.openxmlformats.org/drawingml/2006/main">
            <a:off x="9353550" y="2962275"/>
            <a:ext cx="20955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HDI 写线程</a:t>
            </a:r>
          </a:p>
        </p:txBody>
      </p:sp>
      <p:sp>
        <p:nvSpPr>
          <p:cNvPr id="13" name="line-472">
            <a:extLst xmlns:a="http://schemas.openxmlformats.org/drawingml/2006/main">
              <a:ext uri="{FF2B5EF4-FFF2-40B4-BE49-F238E27FC236}">
                <a16:creationId xmlns:a16="http://schemas.microsoft.com/office/drawing/2014/main" id="{12EDA33E-6DC4-4AB8-9B21-AA11F64BE577}"/>
              </a:ext>
            </a:extLst>
          </p:cNvPr>
          <p:cNvSpPr>
            <a:spLocks xmlns:a="http://schemas.openxmlformats.org/drawingml/2006/main" noGrp="1"/>
          </p:cNvSpPr>
          <p:nvPr/>
        </p:nvSpPr>
        <p:spPr>
          <a:xfrm xmlns:a="http://schemas.openxmlformats.org/drawingml/2006/main">
            <a:off x="3009900" y="33147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887798"/>
            </a:solidFill>
            <a:prstDash val="solid"/>
          </a:ln>
        </p:spPr>
      </p:sp>
      <p:sp>
        <p:nvSpPr>
          <p:cNvPr id="14" name="line-473">
            <a:extLst xmlns:a="http://schemas.openxmlformats.org/drawingml/2006/main">
              <a:ext uri="{FF2B5EF4-FFF2-40B4-BE49-F238E27FC236}">
                <a16:creationId xmlns:a16="http://schemas.microsoft.com/office/drawing/2014/main" id="{887DA909-9F63-4E35-A459-90C87FBA57EB}"/>
              </a:ext>
            </a:extLst>
          </p:cNvPr>
          <p:cNvSpPr>
            <a:spLocks xmlns:a="http://schemas.openxmlformats.org/drawingml/2006/main" noGrp="1"/>
          </p:cNvSpPr>
          <p:nvPr/>
        </p:nvSpPr>
        <p:spPr>
          <a:xfrm xmlns:a="http://schemas.openxmlformats.org/drawingml/2006/main">
            <a:off x="3286082" y="33147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887798"/>
            </a:solidFill>
            <a:prstDash val="solid"/>
          </a:ln>
        </p:spPr>
      </p:sp>
      <p:sp>
        <p:nvSpPr>
          <p:cNvPr id="15" name="line-474">
            <a:extLst xmlns:a="http://schemas.openxmlformats.org/drawingml/2006/main">
              <a:ext uri="{FF2B5EF4-FFF2-40B4-BE49-F238E27FC236}">
                <a16:creationId xmlns:a16="http://schemas.microsoft.com/office/drawing/2014/main" id="{9E92C936-E7B0-48D4-9DBB-8AE216E6CB2E}"/>
              </a:ext>
            </a:extLst>
          </p:cNvPr>
          <p:cNvSpPr>
            <a:spLocks xmlns:a="http://schemas.openxmlformats.org/drawingml/2006/main" noGrp="1"/>
          </p:cNvSpPr>
          <p:nvPr/>
        </p:nvSpPr>
        <p:spPr>
          <a:xfrm xmlns:a="http://schemas.openxmlformats.org/drawingml/2006/main">
            <a:off x="3286082" y="32732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887798"/>
            </a:solidFill>
            <a:prstDash val="solid"/>
          </a:ln>
        </p:spPr>
      </p:sp>
      <p:sp>
        <p:nvSpPr>
          <p:cNvPr id="16" name="line-475">
            <a:extLst xmlns:a="http://schemas.openxmlformats.org/drawingml/2006/main">
              <a:ext uri="{FF2B5EF4-FFF2-40B4-BE49-F238E27FC236}">
                <a16:creationId xmlns:a16="http://schemas.microsoft.com/office/drawing/2014/main" id="{3831FB93-5860-4712-8714-CA15FE738832}"/>
              </a:ext>
            </a:extLst>
          </p:cNvPr>
          <p:cNvSpPr>
            <a:spLocks xmlns:a="http://schemas.openxmlformats.org/drawingml/2006/main" noGrp="1"/>
          </p:cNvSpPr>
          <p:nvPr/>
        </p:nvSpPr>
        <p:spPr>
          <a:xfrm xmlns:a="http://schemas.openxmlformats.org/drawingml/2006/main">
            <a:off x="5886450" y="33147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887798"/>
            </a:solidFill>
            <a:prstDash val="solid"/>
          </a:ln>
        </p:spPr>
      </p:sp>
      <p:sp>
        <p:nvSpPr>
          <p:cNvPr id="17" name="line-476">
            <a:extLst xmlns:a="http://schemas.openxmlformats.org/drawingml/2006/main">
              <a:ext uri="{FF2B5EF4-FFF2-40B4-BE49-F238E27FC236}">
                <a16:creationId xmlns:a16="http://schemas.microsoft.com/office/drawing/2014/main" id="{D6F65247-A622-4D3E-9B77-151675DC1E1D}"/>
              </a:ext>
            </a:extLst>
          </p:cNvPr>
          <p:cNvSpPr>
            <a:spLocks xmlns:a="http://schemas.openxmlformats.org/drawingml/2006/main" noGrp="1"/>
          </p:cNvSpPr>
          <p:nvPr/>
        </p:nvSpPr>
        <p:spPr>
          <a:xfrm xmlns:a="http://schemas.openxmlformats.org/drawingml/2006/main">
            <a:off x="6162632" y="33147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887798"/>
            </a:solidFill>
            <a:prstDash val="solid"/>
          </a:ln>
        </p:spPr>
      </p:sp>
      <p:sp>
        <p:nvSpPr>
          <p:cNvPr id="18" name="line-477">
            <a:extLst xmlns:a="http://schemas.openxmlformats.org/drawingml/2006/main">
              <a:ext uri="{FF2B5EF4-FFF2-40B4-BE49-F238E27FC236}">
                <a16:creationId xmlns:a16="http://schemas.microsoft.com/office/drawing/2014/main" id="{7FA10BD9-6E88-45F1-BA9B-659CE7119999}"/>
              </a:ext>
            </a:extLst>
          </p:cNvPr>
          <p:cNvSpPr>
            <a:spLocks xmlns:a="http://schemas.openxmlformats.org/drawingml/2006/main" noGrp="1"/>
          </p:cNvSpPr>
          <p:nvPr/>
        </p:nvSpPr>
        <p:spPr>
          <a:xfrm xmlns:a="http://schemas.openxmlformats.org/drawingml/2006/main">
            <a:off x="6162632" y="32732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887798"/>
            </a:solidFill>
            <a:prstDash val="solid"/>
          </a:ln>
        </p:spPr>
      </p:sp>
      <p:sp>
        <p:nvSpPr>
          <p:cNvPr id="19" name="line-478">
            <a:extLst xmlns:a="http://schemas.openxmlformats.org/drawingml/2006/main">
              <a:ext uri="{FF2B5EF4-FFF2-40B4-BE49-F238E27FC236}">
                <a16:creationId xmlns:a16="http://schemas.microsoft.com/office/drawing/2014/main" id="{0CF8AC53-EB86-4266-B6DA-EB023F90AF1E}"/>
              </a:ext>
            </a:extLst>
          </p:cNvPr>
          <p:cNvSpPr>
            <a:spLocks xmlns:a="http://schemas.openxmlformats.org/drawingml/2006/main" noGrp="1"/>
          </p:cNvSpPr>
          <p:nvPr/>
        </p:nvSpPr>
        <p:spPr>
          <a:xfrm xmlns:a="http://schemas.openxmlformats.org/drawingml/2006/main">
            <a:off x="8763000" y="33147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887798"/>
            </a:solidFill>
            <a:prstDash val="solid"/>
          </a:ln>
        </p:spPr>
      </p:sp>
      <p:sp>
        <p:nvSpPr>
          <p:cNvPr id="20" name="line-479">
            <a:extLst xmlns:a="http://schemas.openxmlformats.org/drawingml/2006/main">
              <a:ext uri="{FF2B5EF4-FFF2-40B4-BE49-F238E27FC236}">
                <a16:creationId xmlns:a16="http://schemas.microsoft.com/office/drawing/2014/main" id="{9FB1B308-CD34-41E0-A90A-2C128ED4579F}"/>
              </a:ext>
            </a:extLst>
          </p:cNvPr>
          <p:cNvSpPr>
            <a:spLocks xmlns:a="http://schemas.openxmlformats.org/drawingml/2006/main" noGrp="1"/>
          </p:cNvSpPr>
          <p:nvPr/>
        </p:nvSpPr>
        <p:spPr>
          <a:xfrm xmlns:a="http://schemas.openxmlformats.org/drawingml/2006/main">
            <a:off x="9039182" y="33147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887798"/>
            </a:solidFill>
            <a:prstDash val="solid"/>
          </a:ln>
        </p:spPr>
      </p:sp>
      <p:sp>
        <p:nvSpPr>
          <p:cNvPr id="21" name="line-480">
            <a:extLst xmlns:a="http://schemas.openxmlformats.org/drawingml/2006/main">
              <a:ext uri="{FF2B5EF4-FFF2-40B4-BE49-F238E27FC236}">
                <a16:creationId xmlns:a16="http://schemas.microsoft.com/office/drawing/2014/main" id="{E9616499-54C3-442B-95AE-AC92ADE6BFF8}"/>
              </a:ext>
            </a:extLst>
          </p:cNvPr>
          <p:cNvSpPr>
            <a:spLocks xmlns:a="http://schemas.openxmlformats.org/drawingml/2006/main" noGrp="1"/>
          </p:cNvSpPr>
          <p:nvPr/>
        </p:nvSpPr>
        <p:spPr>
          <a:xfrm xmlns:a="http://schemas.openxmlformats.org/drawingml/2006/main">
            <a:off x="9039182" y="32732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887798"/>
            </a:solidFill>
            <a:prstDash val="solid"/>
          </a:ln>
        </p:spPr>
      </p:sp>
      <p:sp>
        <p:nvSpPr>
          <p:cNvPr id="22" name="object-481">
            <a:extLst xmlns:a="http://schemas.openxmlformats.org/drawingml/2006/main">
              <a:ext uri="{FF2B5EF4-FFF2-40B4-BE49-F238E27FC236}">
                <a16:creationId xmlns:a16="http://schemas.microsoft.com/office/drawing/2014/main" id="{FC788023-5696-471E-A2B5-0C4BAE30C280}"/>
              </a:ext>
            </a:extLst>
          </p:cNvPr>
          <p:cNvSpPr>
            <a:spLocks xmlns:a="http://schemas.openxmlformats.org/drawingml/2006/main" noGrp="1"/>
          </p:cNvSpPr>
          <p:nvPr/>
        </p:nvSpPr>
        <p:spPr>
          <a:xfrm xmlns:a="http://schemas.openxmlformats.org/drawingml/2006/main">
            <a:off x="609600" y="41719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1">
                <a:solidFill>
                  <a:srgbClr val="3379EB"/>
                </a:solidFill>
                <a:latin typeface="Microsoft YaHei"/>
                <a:ea typeface="Microsoft YaHei"/>
                <a:cs typeface="Microsoft YaHei"/>
              </a:defRPr>
            </a:defPPr>
            <a:lvl1pPr algn="l">
              <a:defRPr sz="2100" b="1">
                <a:solidFill>
                  <a:srgbClr val="3379EB"/>
                </a:solidFill>
                <a:latin typeface="Microsoft YaHei"/>
                <a:ea typeface="Microsoft YaHei"/>
                <a:cs typeface="Microsoft YaHei"/>
              </a:defRPr>
            </a:lvl1pPr>
            <a:lvl2pPr algn="l">
              <a:defRPr sz="2100" b="1">
                <a:solidFill>
                  <a:srgbClr val="3379EB"/>
                </a:solidFill>
                <a:latin typeface="Microsoft YaHei"/>
                <a:ea typeface="Microsoft YaHei"/>
                <a:cs typeface="Microsoft YaHei"/>
              </a:defRPr>
            </a:lvl2pPr>
            <a:lvl3pPr algn="l">
              <a:defRPr sz="2100" b="1">
                <a:solidFill>
                  <a:srgbClr val="3379EB"/>
                </a:solidFill>
                <a:latin typeface="Microsoft YaHei"/>
                <a:ea typeface="Microsoft YaHei"/>
                <a:cs typeface="Microsoft YaHei"/>
              </a:defRPr>
            </a:lvl3pPr>
            <a:lvl4pPr algn="l">
              <a:defRPr sz="2100" b="1">
                <a:solidFill>
                  <a:srgbClr val="3379EB"/>
                </a:solidFill>
                <a:latin typeface="Microsoft YaHei"/>
                <a:ea typeface="Microsoft YaHei"/>
                <a:cs typeface="Microsoft YaHei"/>
              </a:defRPr>
            </a:lvl4pPr>
            <a:lvl5pPr algn="l">
              <a:defRPr sz="2100" b="1">
                <a:solidFill>
                  <a:srgbClr val="3379EB"/>
                </a:solidFill>
                <a:latin typeface="Microsoft YaHei"/>
                <a:ea typeface="Microsoft YaHei"/>
                <a:cs typeface="Microsoft YaHei"/>
              </a:defRPr>
            </a:lvl5pPr>
            <a:lvl6pPr algn="l">
              <a:defRPr sz="2100" b="1">
                <a:solidFill>
                  <a:srgbClr val="3379EB"/>
                </a:solidFill>
                <a:latin typeface="Microsoft YaHei"/>
                <a:ea typeface="Microsoft YaHei"/>
                <a:cs typeface="Microsoft YaHei"/>
              </a:defRPr>
            </a:lvl6pPr>
            <a:lvl7pPr algn="l">
              <a:defRPr sz="2100" b="1">
                <a:solidFill>
                  <a:srgbClr val="3379EB"/>
                </a:solidFill>
                <a:latin typeface="Microsoft YaHei"/>
                <a:ea typeface="Microsoft YaHei"/>
                <a:cs typeface="Microsoft YaHei"/>
              </a:defRPr>
            </a:lvl7pPr>
            <a:lvl8pPr algn="l">
              <a:defRPr sz="2100" b="1">
                <a:solidFill>
                  <a:srgbClr val="3379EB"/>
                </a:solidFill>
                <a:latin typeface="Microsoft YaHei"/>
                <a:ea typeface="Microsoft YaHei"/>
                <a:cs typeface="Microsoft YaHei"/>
              </a:defRPr>
            </a:lvl8pPr>
            <a:lvl9pPr algn="l">
              <a:defRPr sz="2100" b="1">
                <a:solidFill>
                  <a:srgbClr val="3379EB"/>
                </a:solidFill>
                <a:latin typeface="Microsoft YaHei"/>
                <a:ea typeface="Microsoft YaHei"/>
                <a:cs typeface="Microsoft YaHei"/>
              </a:defRPr>
            </a:lvl9pPr>
          </a:lstStyle>
          <a:p xmlns:a="http://schemas.openxmlformats.org/drawingml/2006/main">
            <a:pPr algn="l">
              <a:defRPr sz="2100" b="1">
                <a:solidFill>
                  <a:srgbClr val="3379EB"/>
                </a:solidFill>
                <a:latin typeface="Microsoft YaHei"/>
                <a:ea typeface="Microsoft YaHei"/>
                <a:cs typeface="Microsoft YaHei"/>
              </a:defRPr>
            </a:pPr>
            <a:r>
              <a:rPr sz="2100" b="1">
                <a:solidFill>
                  <a:srgbClr val="3379EB"/>
                </a:solidFill>
                <a:latin typeface="Microsoft YaHei"/>
                <a:ea typeface="Microsoft YaHei"/>
                <a:cs typeface="Microsoft YaHei"/>
              </a:rPr>
              <a:t>当前 HPAE：处理线程拉图与提交（图省略中间节点）</a:t>
            </a:r>
          </a:p>
        </p:txBody>
      </p:sp>
      <p:sp>
        <p:nvSpPr>
          <p:cNvPr id="23" name="object-482">
            <a:extLst xmlns:a="http://schemas.openxmlformats.org/drawingml/2006/main">
              <a:ext uri="{FF2B5EF4-FFF2-40B4-BE49-F238E27FC236}">
                <a16:creationId xmlns:a16="http://schemas.microsoft.com/office/drawing/2014/main" id="{4ADBDD17-8EA0-4F9D-8B81-1F66C0CC9AA0}"/>
              </a:ext>
            </a:extLst>
          </p:cNvPr>
          <p:cNvSpPr>
            <a:spLocks xmlns:a="http://schemas.openxmlformats.org/drawingml/2006/main" noGrp="1"/>
          </p:cNvSpPr>
          <p:nvPr/>
        </p:nvSpPr>
        <p:spPr>
          <a:xfrm xmlns:a="http://schemas.openxmlformats.org/drawingml/2006/main">
            <a:off x="609600" y="4733925"/>
            <a:ext cx="2286000" cy="809625"/>
          </a:xfrm>
          <a:prstGeom xmlns:a="http://schemas.openxmlformats.org/drawingml/2006/main" prst="rect">
            <a:avLst/>
          </a:prstGeom>
          <a:solidFill xmlns:a="http://schemas.openxmlformats.org/drawingml/2006/main">
            <a:srgbClr val="12263B"/>
          </a:solidFill>
          <a:ln xmlns:a="http://schemas.openxmlformats.org/drawingml/2006/main" w="0">
            <a:noFill/>
            <a:prstDash val="solid"/>
          </a:ln>
        </p:spPr>
      </p:sp>
      <p:sp>
        <p:nvSpPr>
          <p:cNvPr id="24" name="object-483">
            <a:extLst xmlns:a="http://schemas.openxmlformats.org/drawingml/2006/main">
              <a:ext uri="{FF2B5EF4-FFF2-40B4-BE49-F238E27FC236}">
                <a16:creationId xmlns:a16="http://schemas.microsoft.com/office/drawing/2014/main" id="{B715B36B-C1C9-4843-92A0-43A888E15E43}"/>
              </a:ext>
            </a:extLst>
          </p:cNvPr>
          <p:cNvSpPr>
            <a:spLocks xmlns:a="http://schemas.openxmlformats.org/drawingml/2006/main" noGrp="1"/>
          </p:cNvSpPr>
          <p:nvPr/>
        </p:nvSpPr>
        <p:spPr>
          <a:xfrm xmlns:a="http://schemas.openxmlformats.org/drawingml/2006/main">
            <a:off x="723900" y="4791075"/>
            <a:ext cx="20574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共享缓冲读取</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复制到输入内存</a:t>
            </a:r>
          </a:p>
        </p:txBody>
      </p:sp>
      <p:sp>
        <p:nvSpPr>
          <p:cNvPr id="25" name="object-484">
            <a:extLst xmlns:a="http://schemas.openxmlformats.org/drawingml/2006/main">
              <a:ext uri="{FF2B5EF4-FFF2-40B4-BE49-F238E27FC236}">
                <a16:creationId xmlns:a16="http://schemas.microsoft.com/office/drawing/2014/main" id="{DB8C91E5-A6F1-42B4-B17B-7D3E667F6B19}"/>
              </a:ext>
            </a:extLst>
          </p:cNvPr>
          <p:cNvSpPr>
            <a:spLocks xmlns:a="http://schemas.openxmlformats.org/drawingml/2006/main" noGrp="1"/>
          </p:cNvSpPr>
          <p:nvPr/>
        </p:nvSpPr>
        <p:spPr>
          <a:xfrm xmlns:a="http://schemas.openxmlformats.org/drawingml/2006/main">
            <a:off x="3486150" y="4733925"/>
            <a:ext cx="2286000" cy="80962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26" name="object-485">
            <a:extLst xmlns:a="http://schemas.openxmlformats.org/drawingml/2006/main">
              <a:ext uri="{FF2B5EF4-FFF2-40B4-BE49-F238E27FC236}">
                <a16:creationId xmlns:a16="http://schemas.microsoft.com/office/drawing/2014/main" id="{87048E90-6615-4784-901F-FB2A2810C124}"/>
              </a:ext>
            </a:extLst>
          </p:cNvPr>
          <p:cNvSpPr>
            <a:spLocks xmlns:a="http://schemas.openxmlformats.org/drawingml/2006/main" noGrp="1"/>
          </p:cNvSpPr>
          <p:nvPr/>
        </p:nvSpPr>
        <p:spPr>
          <a:xfrm xmlns:a="http://schemas.openxmlformats.org/drawingml/2006/main">
            <a:off x="3600450" y="4791075"/>
            <a:ext cx="20574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Converter 缓存</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块长 / 格式适配</a:t>
            </a:r>
          </a:p>
        </p:txBody>
      </p:sp>
      <p:sp>
        <p:nvSpPr>
          <p:cNvPr id="27" name="object-486">
            <a:extLst xmlns:a="http://schemas.openxmlformats.org/drawingml/2006/main">
              <a:ext uri="{FF2B5EF4-FFF2-40B4-BE49-F238E27FC236}">
                <a16:creationId xmlns:a16="http://schemas.microsoft.com/office/drawing/2014/main" id="{477648F0-1333-4975-90DC-721399C8B021}"/>
              </a:ext>
            </a:extLst>
          </p:cNvPr>
          <p:cNvSpPr>
            <a:spLocks xmlns:a="http://schemas.openxmlformats.org/drawingml/2006/main" noGrp="1"/>
          </p:cNvSpPr>
          <p:nvPr/>
        </p:nvSpPr>
        <p:spPr>
          <a:xfrm xmlns:a="http://schemas.openxmlformats.org/drawingml/2006/main">
            <a:off x="6362700" y="4733925"/>
            <a:ext cx="2286000" cy="80962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28" name="object-487">
            <a:extLst xmlns:a="http://schemas.openxmlformats.org/drawingml/2006/main">
              <a:ext uri="{FF2B5EF4-FFF2-40B4-BE49-F238E27FC236}">
                <a16:creationId xmlns:a16="http://schemas.microsoft.com/office/drawing/2014/main" id="{B83985E9-0752-4C52-AA02-A41EB0C9B2D6}"/>
              </a:ext>
            </a:extLst>
          </p:cNvPr>
          <p:cNvSpPr>
            <a:spLocks xmlns:a="http://schemas.openxmlformats.org/drawingml/2006/main" noGrp="1"/>
          </p:cNvSpPr>
          <p:nvPr/>
        </p:nvSpPr>
        <p:spPr>
          <a:xfrm xmlns:a="http://schemas.openxmlformats.org/drawingml/2006/main">
            <a:off x="6477000" y="4791075"/>
            <a:ext cx="20574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SinkOutput</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按提交粒度拼帧</a:t>
            </a:r>
          </a:p>
        </p:txBody>
      </p:sp>
      <p:sp>
        <p:nvSpPr>
          <p:cNvPr id="29" name="object-488">
            <a:extLst xmlns:a="http://schemas.openxmlformats.org/drawingml/2006/main">
              <a:ext uri="{FF2B5EF4-FFF2-40B4-BE49-F238E27FC236}">
                <a16:creationId xmlns:a16="http://schemas.microsoft.com/office/drawing/2014/main" id="{80F2506B-9513-4CC3-A0DE-C567302D6EF8}"/>
              </a:ext>
            </a:extLst>
          </p:cNvPr>
          <p:cNvSpPr>
            <a:spLocks xmlns:a="http://schemas.openxmlformats.org/drawingml/2006/main" noGrp="1"/>
          </p:cNvSpPr>
          <p:nvPr/>
        </p:nvSpPr>
        <p:spPr>
          <a:xfrm xmlns:a="http://schemas.openxmlformats.org/drawingml/2006/main">
            <a:off x="9239250" y="4733925"/>
            <a:ext cx="2324100" cy="809625"/>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30" name="object-489">
            <a:extLst xmlns:a="http://schemas.openxmlformats.org/drawingml/2006/main">
              <a:ext uri="{FF2B5EF4-FFF2-40B4-BE49-F238E27FC236}">
                <a16:creationId xmlns:a16="http://schemas.microsoft.com/office/drawing/2014/main" id="{27D2F067-F917-45E4-A751-8E4F6366F519}"/>
              </a:ext>
            </a:extLst>
          </p:cNvPr>
          <p:cNvSpPr>
            <a:spLocks xmlns:a="http://schemas.openxmlformats.org/drawingml/2006/main" noGrp="1"/>
          </p:cNvSpPr>
          <p:nvPr/>
        </p:nvSpPr>
        <p:spPr>
          <a:xfrm xmlns:a="http://schemas.openxmlformats.org/drawingml/2006/main">
            <a:off x="9353550" y="4791075"/>
            <a:ext cx="20955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75" b="1">
                <a:solidFill>
                  <a:srgbClr val="FFFFFF"/>
                </a:solidFill>
                <a:latin typeface="Microsoft YaHei"/>
                <a:ea typeface="Microsoft YaHei"/>
                <a:cs typeface="Microsoft YaHei"/>
              </a:defRPr>
            </a:defPPr>
            <a:lvl1pPr algn="ctr">
              <a:defRPr sz="1875" b="1">
                <a:solidFill>
                  <a:srgbClr val="FFFFFF"/>
                </a:solidFill>
                <a:latin typeface="Microsoft YaHei"/>
                <a:ea typeface="Microsoft YaHei"/>
                <a:cs typeface="Microsoft YaHei"/>
              </a:defRPr>
            </a:lvl1pPr>
            <a:lvl2pPr algn="ctr">
              <a:defRPr sz="1875" b="1">
                <a:solidFill>
                  <a:srgbClr val="FFFFFF"/>
                </a:solidFill>
                <a:latin typeface="Microsoft YaHei"/>
                <a:ea typeface="Microsoft YaHei"/>
                <a:cs typeface="Microsoft YaHei"/>
              </a:defRPr>
            </a:lvl2pPr>
            <a:lvl3pPr algn="ctr">
              <a:defRPr sz="1875" b="1">
                <a:solidFill>
                  <a:srgbClr val="FFFFFF"/>
                </a:solidFill>
                <a:latin typeface="Microsoft YaHei"/>
                <a:ea typeface="Microsoft YaHei"/>
                <a:cs typeface="Microsoft YaHei"/>
              </a:defRPr>
            </a:lvl3pPr>
            <a:lvl4pPr algn="ctr">
              <a:defRPr sz="1875" b="1">
                <a:solidFill>
                  <a:srgbClr val="FFFFFF"/>
                </a:solidFill>
                <a:latin typeface="Microsoft YaHei"/>
                <a:ea typeface="Microsoft YaHei"/>
                <a:cs typeface="Microsoft YaHei"/>
              </a:defRPr>
            </a:lvl4pPr>
            <a:lvl5pPr algn="ctr">
              <a:defRPr sz="1875" b="1">
                <a:solidFill>
                  <a:srgbClr val="FFFFFF"/>
                </a:solidFill>
                <a:latin typeface="Microsoft YaHei"/>
                <a:ea typeface="Microsoft YaHei"/>
                <a:cs typeface="Microsoft YaHei"/>
              </a:defRPr>
            </a:lvl5pPr>
            <a:lvl6pPr algn="ctr">
              <a:defRPr sz="1875" b="1">
                <a:solidFill>
                  <a:srgbClr val="FFFFFF"/>
                </a:solidFill>
                <a:latin typeface="Microsoft YaHei"/>
                <a:ea typeface="Microsoft YaHei"/>
                <a:cs typeface="Microsoft YaHei"/>
              </a:defRPr>
            </a:lvl6pPr>
            <a:lvl7pPr algn="ctr">
              <a:defRPr sz="1875" b="1">
                <a:solidFill>
                  <a:srgbClr val="FFFFFF"/>
                </a:solidFill>
                <a:latin typeface="Microsoft YaHei"/>
                <a:ea typeface="Microsoft YaHei"/>
                <a:cs typeface="Microsoft YaHei"/>
              </a:defRPr>
            </a:lvl7pPr>
            <a:lvl8pPr algn="ctr">
              <a:defRPr sz="1875" b="1">
                <a:solidFill>
                  <a:srgbClr val="FFFFFF"/>
                </a:solidFill>
                <a:latin typeface="Microsoft YaHei"/>
                <a:ea typeface="Microsoft YaHei"/>
                <a:cs typeface="Microsoft YaHei"/>
              </a:defRPr>
            </a:lvl8pPr>
            <a:lvl9pPr algn="ctr">
              <a:defRPr sz="1875" b="1">
                <a:solidFill>
                  <a:srgbClr val="FFFFFF"/>
                </a:solidFill>
                <a:latin typeface="Microsoft YaHei"/>
                <a:ea typeface="Microsoft YaHei"/>
                <a:cs typeface="Microsoft YaHei"/>
              </a:defRPr>
            </a:lvl9pPr>
          </a:lstStyle>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RenderFrame</a:t>
            </a:r>
          </a:p>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进入设备适配</a:t>
            </a:r>
          </a:p>
        </p:txBody>
      </p:sp>
      <p:sp>
        <p:nvSpPr>
          <p:cNvPr id="31" name="line-490">
            <a:extLst xmlns:a="http://schemas.openxmlformats.org/drawingml/2006/main">
              <a:ext uri="{FF2B5EF4-FFF2-40B4-BE49-F238E27FC236}">
                <a16:creationId xmlns:a16="http://schemas.microsoft.com/office/drawing/2014/main" id="{E6EB8189-C310-45D5-855C-DB8806CCFE1C}"/>
              </a:ext>
            </a:extLst>
          </p:cNvPr>
          <p:cNvSpPr>
            <a:spLocks xmlns:a="http://schemas.openxmlformats.org/drawingml/2006/main" noGrp="1"/>
          </p:cNvSpPr>
          <p:nvPr/>
        </p:nvSpPr>
        <p:spPr>
          <a:xfrm xmlns:a="http://schemas.openxmlformats.org/drawingml/2006/main">
            <a:off x="3009900" y="51435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3379EB"/>
            </a:solidFill>
            <a:prstDash val="solid"/>
          </a:ln>
        </p:spPr>
      </p:sp>
      <p:sp>
        <p:nvSpPr>
          <p:cNvPr id="32" name="line-491">
            <a:extLst xmlns:a="http://schemas.openxmlformats.org/drawingml/2006/main">
              <a:ext uri="{FF2B5EF4-FFF2-40B4-BE49-F238E27FC236}">
                <a16:creationId xmlns:a16="http://schemas.microsoft.com/office/drawing/2014/main" id="{7F5A9150-6ECD-4EF4-9F5C-747CBCD24BA0}"/>
              </a:ext>
            </a:extLst>
          </p:cNvPr>
          <p:cNvSpPr>
            <a:spLocks xmlns:a="http://schemas.openxmlformats.org/drawingml/2006/main" noGrp="1"/>
          </p:cNvSpPr>
          <p:nvPr/>
        </p:nvSpPr>
        <p:spPr>
          <a:xfrm xmlns:a="http://schemas.openxmlformats.org/drawingml/2006/main">
            <a:off x="3286082" y="51435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3" name="line-492">
            <a:extLst xmlns:a="http://schemas.openxmlformats.org/drawingml/2006/main">
              <a:ext uri="{FF2B5EF4-FFF2-40B4-BE49-F238E27FC236}">
                <a16:creationId xmlns:a16="http://schemas.microsoft.com/office/drawing/2014/main" id="{BF4E234B-57FD-4828-A2A5-79F7F8371D9B}"/>
              </a:ext>
            </a:extLst>
          </p:cNvPr>
          <p:cNvSpPr>
            <a:spLocks xmlns:a="http://schemas.openxmlformats.org/drawingml/2006/main" noGrp="1"/>
          </p:cNvSpPr>
          <p:nvPr/>
        </p:nvSpPr>
        <p:spPr>
          <a:xfrm xmlns:a="http://schemas.openxmlformats.org/drawingml/2006/main">
            <a:off x="3286082" y="51020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4" name="line-493">
            <a:extLst xmlns:a="http://schemas.openxmlformats.org/drawingml/2006/main">
              <a:ext uri="{FF2B5EF4-FFF2-40B4-BE49-F238E27FC236}">
                <a16:creationId xmlns:a16="http://schemas.microsoft.com/office/drawing/2014/main" id="{A33670C4-C506-4B42-A87E-6415665DCF94}"/>
              </a:ext>
            </a:extLst>
          </p:cNvPr>
          <p:cNvSpPr>
            <a:spLocks xmlns:a="http://schemas.openxmlformats.org/drawingml/2006/main" noGrp="1"/>
          </p:cNvSpPr>
          <p:nvPr/>
        </p:nvSpPr>
        <p:spPr>
          <a:xfrm xmlns:a="http://schemas.openxmlformats.org/drawingml/2006/main">
            <a:off x="5886450" y="51435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3379EB"/>
            </a:solidFill>
            <a:prstDash val="solid"/>
          </a:ln>
        </p:spPr>
      </p:sp>
      <p:sp>
        <p:nvSpPr>
          <p:cNvPr id="35" name="line-494">
            <a:extLst xmlns:a="http://schemas.openxmlformats.org/drawingml/2006/main">
              <a:ext uri="{FF2B5EF4-FFF2-40B4-BE49-F238E27FC236}">
                <a16:creationId xmlns:a16="http://schemas.microsoft.com/office/drawing/2014/main" id="{4DFB56D1-51B0-4260-9A0B-4A7414A603C8}"/>
              </a:ext>
            </a:extLst>
          </p:cNvPr>
          <p:cNvSpPr>
            <a:spLocks xmlns:a="http://schemas.openxmlformats.org/drawingml/2006/main" noGrp="1"/>
          </p:cNvSpPr>
          <p:nvPr/>
        </p:nvSpPr>
        <p:spPr>
          <a:xfrm xmlns:a="http://schemas.openxmlformats.org/drawingml/2006/main">
            <a:off x="6162632" y="51435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6" name="line-495">
            <a:extLst xmlns:a="http://schemas.openxmlformats.org/drawingml/2006/main">
              <a:ext uri="{FF2B5EF4-FFF2-40B4-BE49-F238E27FC236}">
                <a16:creationId xmlns:a16="http://schemas.microsoft.com/office/drawing/2014/main" id="{8CE71820-0BFC-4FD7-BC01-208F95573063}"/>
              </a:ext>
            </a:extLst>
          </p:cNvPr>
          <p:cNvSpPr>
            <a:spLocks xmlns:a="http://schemas.openxmlformats.org/drawingml/2006/main" noGrp="1"/>
          </p:cNvSpPr>
          <p:nvPr/>
        </p:nvSpPr>
        <p:spPr>
          <a:xfrm xmlns:a="http://schemas.openxmlformats.org/drawingml/2006/main">
            <a:off x="6162632" y="51020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7" name="line-496">
            <a:extLst xmlns:a="http://schemas.openxmlformats.org/drawingml/2006/main">
              <a:ext uri="{FF2B5EF4-FFF2-40B4-BE49-F238E27FC236}">
                <a16:creationId xmlns:a16="http://schemas.microsoft.com/office/drawing/2014/main" id="{86D038E8-9BB1-4408-A36E-AE9A803459B0}"/>
              </a:ext>
            </a:extLst>
          </p:cNvPr>
          <p:cNvSpPr>
            <a:spLocks xmlns:a="http://schemas.openxmlformats.org/drawingml/2006/main" noGrp="1"/>
          </p:cNvSpPr>
          <p:nvPr/>
        </p:nvSpPr>
        <p:spPr>
          <a:xfrm xmlns:a="http://schemas.openxmlformats.org/drawingml/2006/main">
            <a:off x="8763000" y="51435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3379EB"/>
            </a:solidFill>
            <a:prstDash val="solid"/>
          </a:ln>
        </p:spPr>
      </p:sp>
      <p:sp>
        <p:nvSpPr>
          <p:cNvPr id="38" name="line-497">
            <a:extLst xmlns:a="http://schemas.openxmlformats.org/drawingml/2006/main">
              <a:ext uri="{FF2B5EF4-FFF2-40B4-BE49-F238E27FC236}">
                <a16:creationId xmlns:a16="http://schemas.microsoft.com/office/drawing/2014/main" id="{57D8ADEF-7B69-4017-BD86-4F1D9EF43DC9}"/>
              </a:ext>
            </a:extLst>
          </p:cNvPr>
          <p:cNvSpPr>
            <a:spLocks xmlns:a="http://schemas.openxmlformats.org/drawingml/2006/main" noGrp="1"/>
          </p:cNvSpPr>
          <p:nvPr/>
        </p:nvSpPr>
        <p:spPr>
          <a:xfrm xmlns:a="http://schemas.openxmlformats.org/drawingml/2006/main">
            <a:off x="9039182" y="51435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9" name="line-498">
            <a:extLst xmlns:a="http://schemas.openxmlformats.org/drawingml/2006/main">
              <a:ext uri="{FF2B5EF4-FFF2-40B4-BE49-F238E27FC236}">
                <a16:creationId xmlns:a16="http://schemas.microsoft.com/office/drawing/2014/main" id="{5B61FBF4-CDDC-4F2B-81C4-5B6F86209445}"/>
              </a:ext>
            </a:extLst>
          </p:cNvPr>
          <p:cNvSpPr>
            <a:spLocks xmlns:a="http://schemas.openxmlformats.org/drawingml/2006/main" noGrp="1"/>
          </p:cNvSpPr>
          <p:nvPr/>
        </p:nvSpPr>
        <p:spPr>
          <a:xfrm xmlns:a="http://schemas.openxmlformats.org/drawingml/2006/main">
            <a:off x="9039182" y="51020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40" name="object-499">
            <a:extLst xmlns:a="http://schemas.openxmlformats.org/drawingml/2006/main">
              <a:ext uri="{FF2B5EF4-FFF2-40B4-BE49-F238E27FC236}">
                <a16:creationId xmlns:a16="http://schemas.microsoft.com/office/drawing/2014/main" id="{984FBEF3-07C5-41FE-835A-0039D0647F6C}"/>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局部路径清单，非所有线程/缓存的穷举；chunk引用交接不等于必然整块复制</a:t>
            </a:r>
          </a:p>
        </p:txBody>
      </p:sp>
      <p:sp>
        <p:nvSpPr>
          <p:cNvPr id="41" name="object-500">
            <a:extLst xmlns:a="http://schemas.openxmlformats.org/drawingml/2006/main">
              <a:ext uri="{FF2B5EF4-FFF2-40B4-BE49-F238E27FC236}">
                <a16:creationId xmlns:a16="http://schemas.microsoft.com/office/drawing/2014/main" id="{166CD4F5-B9E3-43F6-B771-2437B1F03FC8}"/>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A1</a:t>
            </a:r>
          </a:p>
        </p:txBody>
      </p:sp>
    </p:spTree>
    <p:extLst>
      <p:ext uri="{BB962C8B-B14F-4D97-AF65-F5344CB8AC3E}">
        <p14:creationId xmlns:p14="http://schemas.microsoft.com/office/powerpoint/2010/main" val="1759376299"/>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object-501">
            <a:extLst xmlns:a="http://schemas.openxmlformats.org/drawingml/2006/main">
              <a:ext uri="{FF2B5EF4-FFF2-40B4-BE49-F238E27FC236}">
                <a16:creationId xmlns:a16="http://schemas.microsoft.com/office/drawing/2014/main" id="{F8B7FF6D-E5DE-4C4D-869B-202DC275B474}"/>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技术附录 · A2</a:t>
            </a:r>
          </a:p>
        </p:txBody>
      </p:sp>
      <p:sp>
        <p:nvSpPr>
          <p:cNvPr id="2" name="object-502">
            <a:extLst xmlns:a="http://schemas.openxmlformats.org/drawingml/2006/main">
              <a:ext uri="{FF2B5EF4-FFF2-40B4-BE49-F238E27FC236}">
                <a16:creationId xmlns:a16="http://schemas.microsoft.com/office/drawing/2014/main" id="{2AC66B4E-364A-4E8D-82C9-BBCC60C083F3}"/>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A2  无锁队列的常规路径与慢路径</a:t>
            </a:r>
          </a:p>
        </p:txBody>
      </p:sp>
      <p:sp>
        <p:nvSpPr>
          <p:cNvPr id="3" name="object-503">
            <a:extLst xmlns:a="http://schemas.openxmlformats.org/drawingml/2006/main">
              <a:ext uri="{FF2B5EF4-FFF2-40B4-BE49-F238E27FC236}">
                <a16:creationId xmlns:a16="http://schemas.microsoft.com/office/drawing/2014/main" id="{9403053A-9DB8-438F-9297-C7B0015E15E7}"/>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原子发布和批次摘取，不等于扩容、通知与任务执行都无锁</a:t>
            </a:r>
          </a:p>
        </p:txBody>
      </p:sp>
      <p:sp>
        <p:nvSpPr>
          <p:cNvPr id="4" name="object-504">
            <a:extLst xmlns:a="http://schemas.openxmlformats.org/drawingml/2006/main">
              <a:ext uri="{FF2B5EF4-FFF2-40B4-BE49-F238E27FC236}">
                <a16:creationId xmlns:a16="http://schemas.microsoft.com/office/drawing/2014/main" id="{150B9DD0-A4C3-4036-8FF0-F15F3E693DE1}"/>
              </a:ext>
            </a:extLst>
          </p:cNvPr>
          <p:cNvSpPr>
            <a:spLocks xmlns:a="http://schemas.openxmlformats.org/drawingml/2006/main" noGrp="1"/>
          </p:cNvSpPr>
          <p:nvPr/>
        </p:nvSpPr>
        <p:spPr>
          <a:xfrm xmlns:a="http://schemas.openxmlformats.org/drawingml/2006/main">
            <a:off x="609600" y="2781300"/>
            <a:ext cx="2286000" cy="82867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5" name="object-505">
            <a:extLst xmlns:a="http://schemas.openxmlformats.org/drawingml/2006/main">
              <a:ext uri="{FF2B5EF4-FFF2-40B4-BE49-F238E27FC236}">
                <a16:creationId xmlns:a16="http://schemas.microsoft.com/office/drawing/2014/main" id="{BEF3DAAF-316A-44ED-AF4B-3FF014F3A2BF}"/>
              </a:ext>
            </a:extLst>
          </p:cNvPr>
          <p:cNvSpPr>
            <a:spLocks xmlns:a="http://schemas.openxmlformats.org/drawingml/2006/main" noGrp="1"/>
          </p:cNvSpPr>
          <p:nvPr/>
        </p:nvSpPr>
        <p:spPr>
          <a:xfrm xmlns:a="http://schemas.openxmlformats.org/drawingml/2006/main">
            <a:off x="723900" y="2838450"/>
            <a:ext cx="2057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取得空闲节点</a:t>
            </a:r>
          </a:p>
        </p:txBody>
      </p:sp>
      <p:sp>
        <p:nvSpPr>
          <p:cNvPr id="6" name="object-506">
            <a:extLst xmlns:a="http://schemas.openxmlformats.org/drawingml/2006/main">
              <a:ext uri="{FF2B5EF4-FFF2-40B4-BE49-F238E27FC236}">
                <a16:creationId xmlns:a16="http://schemas.microsoft.com/office/drawing/2014/main" id="{38EC3F1A-A440-4BE6-BCA1-A1A0ADBD0A7B}"/>
              </a:ext>
            </a:extLst>
          </p:cNvPr>
          <p:cNvSpPr>
            <a:spLocks xmlns:a="http://schemas.openxmlformats.org/drawingml/2006/main" noGrp="1"/>
          </p:cNvSpPr>
          <p:nvPr/>
        </p:nvSpPr>
        <p:spPr>
          <a:xfrm xmlns:a="http://schemas.openxmlformats.org/drawingml/2006/main">
            <a:off x="3486150" y="2781300"/>
            <a:ext cx="2286000" cy="82867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7" name="object-507">
            <a:extLst xmlns:a="http://schemas.openxmlformats.org/drawingml/2006/main">
              <a:ext uri="{FF2B5EF4-FFF2-40B4-BE49-F238E27FC236}">
                <a16:creationId xmlns:a16="http://schemas.microsoft.com/office/drawing/2014/main" id="{A87D2853-2A40-4ADC-803B-8124A52F5AE0}"/>
              </a:ext>
            </a:extLst>
          </p:cNvPr>
          <p:cNvSpPr>
            <a:spLocks xmlns:a="http://schemas.openxmlformats.org/drawingml/2006/main" noGrp="1"/>
          </p:cNvSpPr>
          <p:nvPr/>
        </p:nvSpPr>
        <p:spPr>
          <a:xfrm xmlns:a="http://schemas.openxmlformats.org/drawingml/2006/main">
            <a:off x="3600450" y="2838450"/>
            <a:ext cx="2057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FFFFFF"/>
                </a:solidFill>
                <a:latin typeface="Microsoft YaHei"/>
                <a:ea typeface="Microsoft YaHei"/>
                <a:cs typeface="Microsoft YaHei"/>
              </a:defRPr>
            </a:defPPr>
            <a:lvl1pPr algn="ctr">
              <a:defRPr sz="2025" b="1">
                <a:solidFill>
                  <a:srgbClr val="FFFFFF"/>
                </a:solidFill>
                <a:latin typeface="Microsoft YaHei"/>
                <a:ea typeface="Microsoft YaHei"/>
                <a:cs typeface="Microsoft YaHei"/>
              </a:defRPr>
            </a:lvl1pPr>
            <a:lvl2pPr algn="ctr">
              <a:defRPr sz="2025" b="1">
                <a:solidFill>
                  <a:srgbClr val="FFFFFF"/>
                </a:solidFill>
                <a:latin typeface="Microsoft YaHei"/>
                <a:ea typeface="Microsoft YaHei"/>
                <a:cs typeface="Microsoft YaHei"/>
              </a:defRPr>
            </a:lvl2pPr>
            <a:lvl3pPr algn="ctr">
              <a:defRPr sz="2025" b="1">
                <a:solidFill>
                  <a:srgbClr val="FFFFFF"/>
                </a:solidFill>
                <a:latin typeface="Microsoft YaHei"/>
                <a:ea typeface="Microsoft YaHei"/>
                <a:cs typeface="Microsoft YaHei"/>
              </a:defRPr>
            </a:lvl3pPr>
            <a:lvl4pPr algn="ctr">
              <a:defRPr sz="2025" b="1">
                <a:solidFill>
                  <a:srgbClr val="FFFFFF"/>
                </a:solidFill>
                <a:latin typeface="Microsoft YaHei"/>
                <a:ea typeface="Microsoft YaHei"/>
                <a:cs typeface="Microsoft YaHei"/>
              </a:defRPr>
            </a:lvl4pPr>
            <a:lvl5pPr algn="ctr">
              <a:defRPr sz="2025" b="1">
                <a:solidFill>
                  <a:srgbClr val="FFFFFF"/>
                </a:solidFill>
                <a:latin typeface="Microsoft YaHei"/>
                <a:ea typeface="Microsoft YaHei"/>
                <a:cs typeface="Microsoft YaHei"/>
              </a:defRPr>
            </a:lvl5pPr>
            <a:lvl6pPr algn="ctr">
              <a:defRPr sz="2025" b="1">
                <a:solidFill>
                  <a:srgbClr val="FFFFFF"/>
                </a:solidFill>
                <a:latin typeface="Microsoft YaHei"/>
                <a:ea typeface="Microsoft YaHei"/>
                <a:cs typeface="Microsoft YaHei"/>
              </a:defRPr>
            </a:lvl6pPr>
            <a:lvl7pPr algn="ctr">
              <a:defRPr sz="2025" b="1">
                <a:solidFill>
                  <a:srgbClr val="FFFFFF"/>
                </a:solidFill>
                <a:latin typeface="Microsoft YaHei"/>
                <a:ea typeface="Microsoft YaHei"/>
                <a:cs typeface="Microsoft YaHei"/>
              </a:defRPr>
            </a:lvl7pPr>
            <a:lvl8pPr algn="ctr">
              <a:defRPr sz="2025" b="1">
                <a:solidFill>
                  <a:srgbClr val="FFFFFF"/>
                </a:solidFill>
                <a:latin typeface="Microsoft YaHei"/>
                <a:ea typeface="Microsoft YaHei"/>
                <a:cs typeface="Microsoft YaHei"/>
              </a:defRPr>
            </a:lvl8pPr>
            <a:lvl9pPr algn="ctr">
              <a:defRPr sz="2025" b="1">
                <a:solidFill>
                  <a:srgbClr val="FFFFFF"/>
                </a:solidFill>
                <a:latin typeface="Microsoft YaHei"/>
                <a:ea typeface="Microsoft YaHei"/>
                <a:cs typeface="Microsoft YaHei"/>
              </a:defRPr>
            </a:lvl9pPr>
          </a:lstStyle>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写入请求</a:t>
            </a:r>
          </a:p>
        </p:txBody>
      </p:sp>
      <p:sp>
        <p:nvSpPr>
          <p:cNvPr id="8" name="object-508">
            <a:extLst xmlns:a="http://schemas.openxmlformats.org/drawingml/2006/main">
              <a:ext uri="{FF2B5EF4-FFF2-40B4-BE49-F238E27FC236}">
                <a16:creationId xmlns:a16="http://schemas.microsoft.com/office/drawing/2014/main" id="{F506B045-20E5-4593-8AC6-05A7CF4011AE}"/>
              </a:ext>
            </a:extLst>
          </p:cNvPr>
          <p:cNvSpPr>
            <a:spLocks xmlns:a="http://schemas.openxmlformats.org/drawingml/2006/main" noGrp="1"/>
          </p:cNvSpPr>
          <p:nvPr/>
        </p:nvSpPr>
        <p:spPr>
          <a:xfrm xmlns:a="http://schemas.openxmlformats.org/drawingml/2006/main">
            <a:off x="6362700" y="2781300"/>
            <a:ext cx="2286000" cy="828675"/>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9" name="object-509">
            <a:extLst xmlns:a="http://schemas.openxmlformats.org/drawingml/2006/main">
              <a:ext uri="{FF2B5EF4-FFF2-40B4-BE49-F238E27FC236}">
                <a16:creationId xmlns:a16="http://schemas.microsoft.com/office/drawing/2014/main" id="{C51AA8EA-D82F-49FF-B428-AC17C122B1B8}"/>
              </a:ext>
            </a:extLst>
          </p:cNvPr>
          <p:cNvSpPr>
            <a:spLocks xmlns:a="http://schemas.openxmlformats.org/drawingml/2006/main" noGrp="1"/>
          </p:cNvSpPr>
          <p:nvPr/>
        </p:nvSpPr>
        <p:spPr>
          <a:xfrm xmlns:a="http://schemas.openxmlformats.org/drawingml/2006/main">
            <a:off x="6477000" y="2838450"/>
            <a:ext cx="2057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FFFFFF"/>
                </a:solidFill>
                <a:latin typeface="Microsoft YaHei"/>
                <a:ea typeface="Microsoft YaHei"/>
                <a:cs typeface="Microsoft YaHei"/>
              </a:defRPr>
            </a:defPPr>
            <a:lvl1pPr algn="ctr">
              <a:defRPr sz="2025" b="1">
                <a:solidFill>
                  <a:srgbClr val="FFFFFF"/>
                </a:solidFill>
                <a:latin typeface="Microsoft YaHei"/>
                <a:ea typeface="Microsoft YaHei"/>
                <a:cs typeface="Microsoft YaHei"/>
              </a:defRPr>
            </a:lvl1pPr>
            <a:lvl2pPr algn="ctr">
              <a:defRPr sz="2025" b="1">
                <a:solidFill>
                  <a:srgbClr val="FFFFFF"/>
                </a:solidFill>
                <a:latin typeface="Microsoft YaHei"/>
                <a:ea typeface="Microsoft YaHei"/>
                <a:cs typeface="Microsoft YaHei"/>
              </a:defRPr>
            </a:lvl2pPr>
            <a:lvl3pPr algn="ctr">
              <a:defRPr sz="2025" b="1">
                <a:solidFill>
                  <a:srgbClr val="FFFFFF"/>
                </a:solidFill>
                <a:latin typeface="Microsoft YaHei"/>
                <a:ea typeface="Microsoft YaHei"/>
                <a:cs typeface="Microsoft YaHei"/>
              </a:defRPr>
            </a:lvl3pPr>
            <a:lvl4pPr algn="ctr">
              <a:defRPr sz="2025" b="1">
                <a:solidFill>
                  <a:srgbClr val="FFFFFF"/>
                </a:solidFill>
                <a:latin typeface="Microsoft YaHei"/>
                <a:ea typeface="Microsoft YaHei"/>
                <a:cs typeface="Microsoft YaHei"/>
              </a:defRPr>
            </a:lvl4pPr>
            <a:lvl5pPr algn="ctr">
              <a:defRPr sz="2025" b="1">
                <a:solidFill>
                  <a:srgbClr val="FFFFFF"/>
                </a:solidFill>
                <a:latin typeface="Microsoft YaHei"/>
                <a:ea typeface="Microsoft YaHei"/>
                <a:cs typeface="Microsoft YaHei"/>
              </a:defRPr>
            </a:lvl5pPr>
            <a:lvl6pPr algn="ctr">
              <a:defRPr sz="2025" b="1">
                <a:solidFill>
                  <a:srgbClr val="FFFFFF"/>
                </a:solidFill>
                <a:latin typeface="Microsoft YaHei"/>
                <a:ea typeface="Microsoft YaHei"/>
                <a:cs typeface="Microsoft YaHei"/>
              </a:defRPr>
            </a:lvl6pPr>
            <a:lvl7pPr algn="ctr">
              <a:defRPr sz="2025" b="1">
                <a:solidFill>
                  <a:srgbClr val="FFFFFF"/>
                </a:solidFill>
                <a:latin typeface="Microsoft YaHei"/>
                <a:ea typeface="Microsoft YaHei"/>
                <a:cs typeface="Microsoft YaHei"/>
              </a:defRPr>
            </a:lvl7pPr>
            <a:lvl8pPr algn="ctr">
              <a:defRPr sz="2025" b="1">
                <a:solidFill>
                  <a:srgbClr val="FFFFFF"/>
                </a:solidFill>
                <a:latin typeface="Microsoft YaHei"/>
                <a:ea typeface="Microsoft YaHei"/>
                <a:cs typeface="Microsoft YaHei"/>
              </a:defRPr>
            </a:lvl8pPr>
            <a:lvl9pPr algn="ctr">
              <a:defRPr sz="2025" b="1">
                <a:solidFill>
                  <a:srgbClr val="FFFFFF"/>
                </a:solidFill>
                <a:latin typeface="Microsoft YaHei"/>
                <a:ea typeface="Microsoft YaHei"/>
                <a:cs typeface="Microsoft YaHei"/>
              </a:defRPr>
            </a:lvl9pPr>
          </a:lstStyle>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CAS 发布</a:t>
            </a:r>
          </a:p>
        </p:txBody>
      </p:sp>
      <p:sp>
        <p:nvSpPr>
          <p:cNvPr id="10" name="object-510">
            <a:extLst xmlns:a="http://schemas.openxmlformats.org/drawingml/2006/main">
              <a:ext uri="{FF2B5EF4-FFF2-40B4-BE49-F238E27FC236}">
                <a16:creationId xmlns:a16="http://schemas.microsoft.com/office/drawing/2014/main" id="{B855FBF0-37D9-49AC-9CCA-1D8832BC3FBC}"/>
              </a:ext>
            </a:extLst>
          </p:cNvPr>
          <p:cNvSpPr>
            <a:spLocks xmlns:a="http://schemas.openxmlformats.org/drawingml/2006/main" noGrp="1"/>
          </p:cNvSpPr>
          <p:nvPr/>
        </p:nvSpPr>
        <p:spPr>
          <a:xfrm xmlns:a="http://schemas.openxmlformats.org/drawingml/2006/main">
            <a:off x="9239250" y="2781300"/>
            <a:ext cx="2324100" cy="828675"/>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11" name="object-511">
            <a:extLst xmlns:a="http://schemas.openxmlformats.org/drawingml/2006/main">
              <a:ext uri="{FF2B5EF4-FFF2-40B4-BE49-F238E27FC236}">
                <a16:creationId xmlns:a16="http://schemas.microsoft.com/office/drawing/2014/main" id="{7C6E1C18-23CE-4A65-803B-C9A15F64A13A}"/>
              </a:ext>
            </a:extLst>
          </p:cNvPr>
          <p:cNvSpPr>
            <a:spLocks xmlns:a="http://schemas.openxmlformats.org/drawingml/2006/main" noGrp="1"/>
          </p:cNvSpPr>
          <p:nvPr/>
        </p:nvSpPr>
        <p:spPr>
          <a:xfrm xmlns:a="http://schemas.openxmlformats.org/drawingml/2006/main">
            <a:off x="9353550" y="283845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原子摘取批次</a:t>
            </a:r>
          </a:p>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随后依次执行</a:t>
            </a:r>
          </a:p>
        </p:txBody>
      </p:sp>
      <p:sp>
        <p:nvSpPr>
          <p:cNvPr id="12" name="line-512">
            <a:extLst xmlns:a="http://schemas.openxmlformats.org/drawingml/2006/main">
              <a:ext uri="{FF2B5EF4-FFF2-40B4-BE49-F238E27FC236}">
                <a16:creationId xmlns:a16="http://schemas.microsoft.com/office/drawing/2014/main" id="{BCEA67AC-B4FB-442F-9110-46433CD3CCA6}"/>
              </a:ext>
            </a:extLst>
          </p:cNvPr>
          <p:cNvSpPr>
            <a:spLocks xmlns:a="http://schemas.openxmlformats.org/drawingml/2006/main" noGrp="1"/>
          </p:cNvSpPr>
          <p:nvPr/>
        </p:nvSpPr>
        <p:spPr>
          <a:xfrm xmlns:a="http://schemas.openxmlformats.org/drawingml/2006/main">
            <a:off x="3009900" y="3190875"/>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3379EB"/>
            </a:solidFill>
            <a:prstDash val="solid"/>
          </a:ln>
        </p:spPr>
      </p:sp>
      <p:sp>
        <p:nvSpPr>
          <p:cNvPr id="13" name="line-513">
            <a:extLst xmlns:a="http://schemas.openxmlformats.org/drawingml/2006/main">
              <a:ext uri="{FF2B5EF4-FFF2-40B4-BE49-F238E27FC236}">
                <a16:creationId xmlns:a16="http://schemas.microsoft.com/office/drawing/2014/main" id="{0F38D71F-0010-4148-A47C-559E9001D083}"/>
              </a:ext>
            </a:extLst>
          </p:cNvPr>
          <p:cNvSpPr>
            <a:spLocks xmlns:a="http://schemas.openxmlformats.org/drawingml/2006/main" noGrp="1"/>
          </p:cNvSpPr>
          <p:nvPr/>
        </p:nvSpPr>
        <p:spPr>
          <a:xfrm xmlns:a="http://schemas.openxmlformats.org/drawingml/2006/main">
            <a:off x="3286082" y="31908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4" name="line-514">
            <a:extLst xmlns:a="http://schemas.openxmlformats.org/drawingml/2006/main">
              <a:ext uri="{FF2B5EF4-FFF2-40B4-BE49-F238E27FC236}">
                <a16:creationId xmlns:a16="http://schemas.microsoft.com/office/drawing/2014/main" id="{D0CB1987-98D4-4927-A3B0-6CE8CF0F3B2C}"/>
              </a:ext>
            </a:extLst>
          </p:cNvPr>
          <p:cNvSpPr>
            <a:spLocks xmlns:a="http://schemas.openxmlformats.org/drawingml/2006/main" noGrp="1"/>
          </p:cNvSpPr>
          <p:nvPr/>
        </p:nvSpPr>
        <p:spPr>
          <a:xfrm xmlns:a="http://schemas.openxmlformats.org/drawingml/2006/main">
            <a:off x="3286082" y="31494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15" name="line-515">
            <a:extLst xmlns:a="http://schemas.openxmlformats.org/drawingml/2006/main">
              <a:ext uri="{FF2B5EF4-FFF2-40B4-BE49-F238E27FC236}">
                <a16:creationId xmlns:a16="http://schemas.microsoft.com/office/drawing/2014/main" id="{B5F81837-BF52-4FA2-B1B3-9C9CFBFADE11}"/>
              </a:ext>
            </a:extLst>
          </p:cNvPr>
          <p:cNvSpPr>
            <a:spLocks xmlns:a="http://schemas.openxmlformats.org/drawingml/2006/main" noGrp="1"/>
          </p:cNvSpPr>
          <p:nvPr/>
        </p:nvSpPr>
        <p:spPr>
          <a:xfrm xmlns:a="http://schemas.openxmlformats.org/drawingml/2006/main">
            <a:off x="5886450" y="3190875"/>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3379EB"/>
            </a:solidFill>
            <a:prstDash val="solid"/>
          </a:ln>
        </p:spPr>
      </p:sp>
      <p:sp>
        <p:nvSpPr>
          <p:cNvPr id="16" name="line-516">
            <a:extLst xmlns:a="http://schemas.openxmlformats.org/drawingml/2006/main">
              <a:ext uri="{FF2B5EF4-FFF2-40B4-BE49-F238E27FC236}">
                <a16:creationId xmlns:a16="http://schemas.microsoft.com/office/drawing/2014/main" id="{2444C5E8-76DF-4248-AF54-B1E27B1D903D}"/>
              </a:ext>
            </a:extLst>
          </p:cNvPr>
          <p:cNvSpPr>
            <a:spLocks xmlns:a="http://schemas.openxmlformats.org/drawingml/2006/main" noGrp="1"/>
          </p:cNvSpPr>
          <p:nvPr/>
        </p:nvSpPr>
        <p:spPr>
          <a:xfrm xmlns:a="http://schemas.openxmlformats.org/drawingml/2006/main">
            <a:off x="6162632" y="31908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7" name="line-517">
            <a:extLst xmlns:a="http://schemas.openxmlformats.org/drawingml/2006/main">
              <a:ext uri="{FF2B5EF4-FFF2-40B4-BE49-F238E27FC236}">
                <a16:creationId xmlns:a16="http://schemas.microsoft.com/office/drawing/2014/main" id="{85437FAC-8A69-4184-8AC2-8F4DE234C0C5}"/>
              </a:ext>
            </a:extLst>
          </p:cNvPr>
          <p:cNvSpPr>
            <a:spLocks xmlns:a="http://schemas.openxmlformats.org/drawingml/2006/main" noGrp="1"/>
          </p:cNvSpPr>
          <p:nvPr/>
        </p:nvSpPr>
        <p:spPr>
          <a:xfrm xmlns:a="http://schemas.openxmlformats.org/drawingml/2006/main">
            <a:off x="6162632" y="31494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18" name="line-518">
            <a:extLst xmlns:a="http://schemas.openxmlformats.org/drawingml/2006/main">
              <a:ext uri="{FF2B5EF4-FFF2-40B4-BE49-F238E27FC236}">
                <a16:creationId xmlns:a16="http://schemas.microsoft.com/office/drawing/2014/main" id="{94572E58-BCE1-4F3C-B5CE-EC15DC0E245F}"/>
              </a:ext>
            </a:extLst>
          </p:cNvPr>
          <p:cNvSpPr>
            <a:spLocks xmlns:a="http://schemas.openxmlformats.org/drawingml/2006/main" noGrp="1"/>
          </p:cNvSpPr>
          <p:nvPr/>
        </p:nvSpPr>
        <p:spPr>
          <a:xfrm xmlns:a="http://schemas.openxmlformats.org/drawingml/2006/main">
            <a:off x="8763000" y="3190875"/>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3379EB"/>
            </a:solidFill>
            <a:prstDash val="solid"/>
          </a:ln>
        </p:spPr>
      </p:sp>
      <p:sp>
        <p:nvSpPr>
          <p:cNvPr id="19" name="line-519">
            <a:extLst xmlns:a="http://schemas.openxmlformats.org/drawingml/2006/main">
              <a:ext uri="{FF2B5EF4-FFF2-40B4-BE49-F238E27FC236}">
                <a16:creationId xmlns:a16="http://schemas.microsoft.com/office/drawing/2014/main" id="{0C8D8E86-F39C-4E16-AE2F-151398A032B0}"/>
              </a:ext>
            </a:extLst>
          </p:cNvPr>
          <p:cNvSpPr>
            <a:spLocks xmlns:a="http://schemas.openxmlformats.org/drawingml/2006/main" noGrp="1"/>
          </p:cNvSpPr>
          <p:nvPr/>
        </p:nvSpPr>
        <p:spPr>
          <a:xfrm xmlns:a="http://schemas.openxmlformats.org/drawingml/2006/main">
            <a:off x="9039182" y="319087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0" name="line-520">
            <a:extLst xmlns:a="http://schemas.openxmlformats.org/drawingml/2006/main">
              <a:ext uri="{FF2B5EF4-FFF2-40B4-BE49-F238E27FC236}">
                <a16:creationId xmlns:a16="http://schemas.microsoft.com/office/drawing/2014/main" id="{B0D0F107-1F3F-4DCE-8067-701A2DAB77A0}"/>
              </a:ext>
            </a:extLst>
          </p:cNvPr>
          <p:cNvSpPr>
            <a:spLocks xmlns:a="http://schemas.openxmlformats.org/drawingml/2006/main" noGrp="1"/>
          </p:cNvSpPr>
          <p:nvPr/>
        </p:nvSpPr>
        <p:spPr>
          <a:xfrm xmlns:a="http://schemas.openxmlformats.org/drawingml/2006/main">
            <a:off x="9039182" y="314944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1" name="object-521">
            <a:extLst xmlns:a="http://schemas.openxmlformats.org/drawingml/2006/main">
              <a:ext uri="{FF2B5EF4-FFF2-40B4-BE49-F238E27FC236}">
                <a16:creationId xmlns:a16="http://schemas.microsoft.com/office/drawing/2014/main" id="{07E9EDAE-F954-4178-A19E-506D9EAD7905}"/>
              </a:ext>
            </a:extLst>
          </p:cNvPr>
          <p:cNvSpPr>
            <a:spLocks xmlns:a="http://schemas.openxmlformats.org/drawingml/2006/main" noGrp="1"/>
          </p:cNvSpPr>
          <p:nvPr/>
        </p:nvSpPr>
        <p:spPr>
          <a:xfrm xmlns:a="http://schemas.openxmlformats.org/drawingml/2006/main">
            <a:off x="609600" y="4162425"/>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550" b="1">
                <a:solidFill>
                  <a:srgbClr val="12263B"/>
                </a:solidFill>
                <a:latin typeface="Microsoft YaHei"/>
                <a:ea typeface="Microsoft YaHei"/>
                <a:cs typeface="Microsoft YaHei"/>
              </a:defRPr>
            </a:defPPr>
            <a:lvl1pPr algn="l">
              <a:defRPr sz="2550" b="1">
                <a:solidFill>
                  <a:srgbClr val="12263B"/>
                </a:solidFill>
                <a:latin typeface="Microsoft YaHei"/>
                <a:ea typeface="Microsoft YaHei"/>
                <a:cs typeface="Microsoft YaHei"/>
              </a:defRPr>
            </a:lvl1pPr>
            <a:lvl2pPr algn="l">
              <a:defRPr sz="2550" b="1">
                <a:solidFill>
                  <a:srgbClr val="12263B"/>
                </a:solidFill>
                <a:latin typeface="Microsoft YaHei"/>
                <a:ea typeface="Microsoft YaHei"/>
                <a:cs typeface="Microsoft YaHei"/>
              </a:defRPr>
            </a:lvl2pPr>
            <a:lvl3pPr algn="l">
              <a:defRPr sz="2550" b="1">
                <a:solidFill>
                  <a:srgbClr val="12263B"/>
                </a:solidFill>
                <a:latin typeface="Microsoft YaHei"/>
                <a:ea typeface="Microsoft YaHei"/>
                <a:cs typeface="Microsoft YaHei"/>
              </a:defRPr>
            </a:lvl3pPr>
            <a:lvl4pPr algn="l">
              <a:defRPr sz="2550" b="1">
                <a:solidFill>
                  <a:srgbClr val="12263B"/>
                </a:solidFill>
                <a:latin typeface="Microsoft YaHei"/>
                <a:ea typeface="Microsoft YaHei"/>
                <a:cs typeface="Microsoft YaHei"/>
              </a:defRPr>
            </a:lvl4pPr>
            <a:lvl5pPr algn="l">
              <a:defRPr sz="2550" b="1">
                <a:solidFill>
                  <a:srgbClr val="12263B"/>
                </a:solidFill>
                <a:latin typeface="Microsoft YaHei"/>
                <a:ea typeface="Microsoft YaHei"/>
                <a:cs typeface="Microsoft YaHei"/>
              </a:defRPr>
            </a:lvl5pPr>
            <a:lvl6pPr algn="l">
              <a:defRPr sz="2550" b="1">
                <a:solidFill>
                  <a:srgbClr val="12263B"/>
                </a:solidFill>
                <a:latin typeface="Microsoft YaHei"/>
                <a:ea typeface="Microsoft YaHei"/>
                <a:cs typeface="Microsoft YaHei"/>
              </a:defRPr>
            </a:lvl6pPr>
            <a:lvl7pPr algn="l">
              <a:defRPr sz="2550" b="1">
                <a:solidFill>
                  <a:srgbClr val="12263B"/>
                </a:solidFill>
                <a:latin typeface="Microsoft YaHei"/>
                <a:ea typeface="Microsoft YaHei"/>
                <a:cs typeface="Microsoft YaHei"/>
              </a:defRPr>
            </a:lvl7pPr>
            <a:lvl8pPr algn="l">
              <a:defRPr sz="2550" b="1">
                <a:solidFill>
                  <a:srgbClr val="12263B"/>
                </a:solidFill>
                <a:latin typeface="Microsoft YaHei"/>
                <a:ea typeface="Microsoft YaHei"/>
                <a:cs typeface="Microsoft YaHei"/>
              </a:defRPr>
            </a:lvl8pPr>
            <a:lvl9pPr algn="l">
              <a:defRPr sz="2550" b="1">
                <a:solidFill>
                  <a:srgbClr val="12263B"/>
                </a:solidFill>
                <a:latin typeface="Microsoft YaHei"/>
                <a:ea typeface="Microsoft YaHei"/>
                <a:cs typeface="Microsoft YaHei"/>
              </a:defRPr>
            </a:lvl9pPr>
          </a:lstStyle>
          <a:p xmlns:a="http://schemas.openxmlformats.org/drawingml/2006/main">
            <a:pPr algn="l">
              <a:defRPr sz="2550" b="1">
                <a:solidFill>
                  <a:srgbClr val="12263B"/>
                </a:solidFill>
                <a:latin typeface="Microsoft YaHei"/>
                <a:ea typeface="Microsoft YaHei"/>
                <a:cs typeface="Microsoft YaHei"/>
              </a:defRPr>
            </a:pPr>
            <a:r>
              <a:rPr sz="2550" b="1">
                <a:solidFill>
                  <a:srgbClr val="12263B"/>
                </a:solidFill>
                <a:latin typeface="Microsoft YaHei"/>
                <a:ea typeface="Microsoft YaHei"/>
                <a:cs typeface="Microsoft YaHei"/>
              </a:rPr>
              <a:t>初始 1000  /  90% 阈值扩容  /  上限 5000</a:t>
            </a:r>
          </a:p>
        </p:txBody>
      </p:sp>
      <p:sp>
        <p:nvSpPr>
          <p:cNvPr id="22" name="object-522">
            <a:extLst xmlns:a="http://schemas.openxmlformats.org/drawingml/2006/main">
              <a:ext uri="{FF2B5EF4-FFF2-40B4-BE49-F238E27FC236}">
                <a16:creationId xmlns:a16="http://schemas.microsoft.com/office/drawing/2014/main" id="{7F070C73-9C96-48B1-B669-161266FC583C}"/>
              </a:ext>
            </a:extLst>
          </p:cNvPr>
          <p:cNvSpPr>
            <a:spLocks xmlns:a="http://schemas.openxmlformats.org/drawingml/2006/main" noGrp="1"/>
          </p:cNvSpPr>
          <p:nvPr/>
        </p:nvSpPr>
        <p:spPr>
          <a:xfrm xmlns:a="http://schemas.openxmlformats.org/drawingml/2006/main">
            <a:off x="609600" y="4867275"/>
            <a:ext cx="1095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50" b="1">
                <a:solidFill>
                  <a:srgbClr val="887798"/>
                </a:solidFill>
                <a:latin typeface="Microsoft YaHei"/>
                <a:ea typeface="Microsoft YaHei"/>
                <a:cs typeface="Microsoft YaHei"/>
              </a:defRPr>
            </a:defPPr>
            <a:lvl1pPr algn="l">
              <a:defRPr sz="2250" b="1">
                <a:solidFill>
                  <a:srgbClr val="887798"/>
                </a:solidFill>
                <a:latin typeface="Microsoft YaHei"/>
                <a:ea typeface="Microsoft YaHei"/>
                <a:cs typeface="Microsoft YaHei"/>
              </a:defRPr>
            </a:lvl1pPr>
            <a:lvl2pPr algn="l">
              <a:defRPr sz="2250" b="1">
                <a:solidFill>
                  <a:srgbClr val="887798"/>
                </a:solidFill>
                <a:latin typeface="Microsoft YaHei"/>
                <a:ea typeface="Microsoft YaHei"/>
                <a:cs typeface="Microsoft YaHei"/>
              </a:defRPr>
            </a:lvl2pPr>
            <a:lvl3pPr algn="l">
              <a:defRPr sz="2250" b="1">
                <a:solidFill>
                  <a:srgbClr val="887798"/>
                </a:solidFill>
                <a:latin typeface="Microsoft YaHei"/>
                <a:ea typeface="Microsoft YaHei"/>
                <a:cs typeface="Microsoft YaHei"/>
              </a:defRPr>
            </a:lvl3pPr>
            <a:lvl4pPr algn="l">
              <a:defRPr sz="2250" b="1">
                <a:solidFill>
                  <a:srgbClr val="887798"/>
                </a:solidFill>
                <a:latin typeface="Microsoft YaHei"/>
                <a:ea typeface="Microsoft YaHei"/>
                <a:cs typeface="Microsoft YaHei"/>
              </a:defRPr>
            </a:lvl4pPr>
            <a:lvl5pPr algn="l">
              <a:defRPr sz="2250" b="1">
                <a:solidFill>
                  <a:srgbClr val="887798"/>
                </a:solidFill>
                <a:latin typeface="Microsoft YaHei"/>
                <a:ea typeface="Microsoft YaHei"/>
                <a:cs typeface="Microsoft YaHei"/>
              </a:defRPr>
            </a:lvl5pPr>
            <a:lvl6pPr algn="l">
              <a:defRPr sz="2250" b="1">
                <a:solidFill>
                  <a:srgbClr val="887798"/>
                </a:solidFill>
                <a:latin typeface="Microsoft YaHei"/>
                <a:ea typeface="Microsoft YaHei"/>
                <a:cs typeface="Microsoft YaHei"/>
              </a:defRPr>
            </a:lvl6pPr>
            <a:lvl7pPr algn="l">
              <a:defRPr sz="2250" b="1">
                <a:solidFill>
                  <a:srgbClr val="887798"/>
                </a:solidFill>
                <a:latin typeface="Microsoft YaHei"/>
                <a:ea typeface="Microsoft YaHei"/>
                <a:cs typeface="Microsoft YaHei"/>
              </a:defRPr>
            </a:lvl7pPr>
            <a:lvl8pPr algn="l">
              <a:defRPr sz="2250" b="1">
                <a:solidFill>
                  <a:srgbClr val="887798"/>
                </a:solidFill>
                <a:latin typeface="Microsoft YaHei"/>
                <a:ea typeface="Microsoft YaHei"/>
                <a:cs typeface="Microsoft YaHei"/>
              </a:defRPr>
            </a:lvl8pPr>
            <a:lvl9pPr algn="l">
              <a:defRPr sz="2250" b="1">
                <a:solidFill>
                  <a:srgbClr val="887798"/>
                </a:solidFill>
                <a:latin typeface="Microsoft YaHei"/>
                <a:ea typeface="Microsoft YaHei"/>
                <a:cs typeface="Microsoft YaHei"/>
              </a:defRPr>
            </a:lvl9pPr>
          </a:lstStyle>
          <a:p xmlns:a="http://schemas.openxmlformats.org/drawingml/2006/main">
            <a:pPr algn="l">
              <a:defRPr sz="2250" b="1">
                <a:solidFill>
                  <a:srgbClr val="887798"/>
                </a:solidFill>
                <a:latin typeface="Microsoft YaHei"/>
                <a:ea typeface="Microsoft YaHei"/>
                <a:cs typeface="Microsoft YaHei"/>
              </a:defRPr>
            </a:pPr>
            <a:r>
              <a:rPr sz="2250" b="1">
                <a:solidFill>
                  <a:srgbClr val="887798"/>
                </a:solidFill>
                <a:latin typeface="Microsoft YaHei"/>
                <a:ea typeface="Microsoft YaHei"/>
                <a:cs typeface="Microsoft YaHei"/>
              </a:rPr>
              <a:t>扩容：加锁、分配；耗尽：丢请求并报告</a:t>
            </a:r>
          </a:p>
        </p:txBody>
      </p:sp>
      <p:sp>
        <p:nvSpPr>
          <p:cNvPr id="23" name="object-523">
            <a:extLst xmlns:a="http://schemas.openxmlformats.org/drawingml/2006/main">
              <a:ext uri="{FF2B5EF4-FFF2-40B4-BE49-F238E27FC236}">
                <a16:creationId xmlns:a16="http://schemas.microsoft.com/office/drawing/2014/main" id="{9BF19C59-D3C3-4613-8E75-0A29B91AC4EA}"/>
              </a:ext>
            </a:extLst>
          </p:cNvPr>
          <p:cNvSpPr>
            <a:spLocks xmlns:a="http://schemas.openxmlformats.org/drawingml/2006/main" noGrp="1"/>
          </p:cNvSpPr>
          <p:nvPr/>
        </p:nvSpPr>
        <p:spPr>
          <a:xfrm xmlns:a="http://schemas.openxmlformats.org/drawingml/2006/main">
            <a:off x="609600" y="5562600"/>
            <a:ext cx="1095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0">
                <a:solidFill>
                  <a:srgbClr val="62768A"/>
                </a:solidFill>
                <a:latin typeface="Microsoft YaHei"/>
                <a:ea typeface="Microsoft YaHei"/>
                <a:cs typeface="Microsoft YaHei"/>
              </a:defRPr>
            </a:defPPr>
            <a:lvl1pPr algn="l">
              <a:defRPr sz="2175" b="0">
                <a:solidFill>
                  <a:srgbClr val="62768A"/>
                </a:solidFill>
                <a:latin typeface="Microsoft YaHei"/>
                <a:ea typeface="Microsoft YaHei"/>
                <a:cs typeface="Microsoft YaHei"/>
              </a:defRPr>
            </a:lvl1pPr>
            <a:lvl2pPr algn="l">
              <a:defRPr sz="2175" b="0">
                <a:solidFill>
                  <a:srgbClr val="62768A"/>
                </a:solidFill>
                <a:latin typeface="Microsoft YaHei"/>
                <a:ea typeface="Microsoft YaHei"/>
                <a:cs typeface="Microsoft YaHei"/>
              </a:defRPr>
            </a:lvl2pPr>
            <a:lvl3pPr algn="l">
              <a:defRPr sz="2175" b="0">
                <a:solidFill>
                  <a:srgbClr val="62768A"/>
                </a:solidFill>
                <a:latin typeface="Microsoft YaHei"/>
                <a:ea typeface="Microsoft YaHei"/>
                <a:cs typeface="Microsoft YaHei"/>
              </a:defRPr>
            </a:lvl3pPr>
            <a:lvl4pPr algn="l">
              <a:defRPr sz="2175" b="0">
                <a:solidFill>
                  <a:srgbClr val="62768A"/>
                </a:solidFill>
                <a:latin typeface="Microsoft YaHei"/>
                <a:ea typeface="Microsoft YaHei"/>
                <a:cs typeface="Microsoft YaHei"/>
              </a:defRPr>
            </a:lvl4pPr>
            <a:lvl5pPr algn="l">
              <a:defRPr sz="2175" b="0">
                <a:solidFill>
                  <a:srgbClr val="62768A"/>
                </a:solidFill>
                <a:latin typeface="Microsoft YaHei"/>
                <a:ea typeface="Microsoft YaHei"/>
                <a:cs typeface="Microsoft YaHei"/>
              </a:defRPr>
            </a:lvl5pPr>
            <a:lvl6pPr algn="l">
              <a:defRPr sz="2175" b="0">
                <a:solidFill>
                  <a:srgbClr val="62768A"/>
                </a:solidFill>
                <a:latin typeface="Microsoft YaHei"/>
                <a:ea typeface="Microsoft YaHei"/>
                <a:cs typeface="Microsoft YaHei"/>
              </a:defRPr>
            </a:lvl6pPr>
            <a:lvl7pPr algn="l">
              <a:defRPr sz="2175" b="0">
                <a:solidFill>
                  <a:srgbClr val="62768A"/>
                </a:solidFill>
                <a:latin typeface="Microsoft YaHei"/>
                <a:ea typeface="Microsoft YaHei"/>
                <a:cs typeface="Microsoft YaHei"/>
              </a:defRPr>
            </a:lvl7pPr>
            <a:lvl8pPr algn="l">
              <a:defRPr sz="2175" b="0">
                <a:solidFill>
                  <a:srgbClr val="62768A"/>
                </a:solidFill>
                <a:latin typeface="Microsoft YaHei"/>
                <a:ea typeface="Microsoft YaHei"/>
                <a:cs typeface="Microsoft YaHei"/>
              </a:defRPr>
            </a:lvl8pPr>
            <a:lvl9pPr algn="l">
              <a:defRPr sz="2175" b="0">
                <a:solidFill>
                  <a:srgbClr val="62768A"/>
                </a:solidFill>
                <a:latin typeface="Microsoft YaHei"/>
                <a:ea typeface="Microsoft YaHei"/>
                <a:cs typeface="Microsoft YaHei"/>
              </a:defRPr>
            </a:lvl9pPr>
          </a:lstStyle>
          <a:p xmlns:a="http://schemas.openxmlformats.org/drawingml/2006/main">
            <a:pPr algn="l">
              <a:defRPr sz="2175" b="0">
                <a:solidFill>
                  <a:srgbClr val="62768A"/>
                </a:solidFill>
                <a:latin typeface="Microsoft YaHei"/>
                <a:ea typeface="Microsoft YaHei"/>
                <a:cs typeface="Microsoft YaHei"/>
              </a:defRPr>
            </a:pPr>
            <a:r>
              <a:rPr sz="2175" b="0">
                <a:solidFill>
                  <a:srgbClr val="62768A"/>
                </a:solidFill>
                <a:latin typeface="Microsoft YaHei"/>
                <a:ea typeface="Microsoft YaHei"/>
                <a:cs typeface="Microsoft YaHei"/>
              </a:rPr>
              <a:t>任务执行、通知、等待和临时容器仍有各自开销</a:t>
            </a:r>
          </a:p>
        </p:txBody>
      </p:sp>
      <p:sp>
        <p:nvSpPr>
          <p:cNvPr id="24" name="object-524">
            <a:extLst xmlns:a="http://schemas.openxmlformats.org/drawingml/2006/main">
              <a:ext uri="{FF2B5EF4-FFF2-40B4-BE49-F238E27FC236}">
                <a16:creationId xmlns:a16="http://schemas.microsoft.com/office/drawing/2014/main" id="{6B55671E-4619-480C-99AF-E03F59FF0489}"/>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数字是当前固定源码队列配置，不是性能指标；批次次序不代表外部业务全局总序</a:t>
            </a:r>
          </a:p>
        </p:txBody>
      </p:sp>
      <p:sp>
        <p:nvSpPr>
          <p:cNvPr id="25" name="object-525">
            <a:extLst xmlns:a="http://schemas.openxmlformats.org/drawingml/2006/main">
              <a:ext uri="{FF2B5EF4-FFF2-40B4-BE49-F238E27FC236}">
                <a16:creationId xmlns:a16="http://schemas.microsoft.com/office/drawing/2014/main" id="{B7DE7979-55BB-4FF6-956C-8EC1D9928F42}"/>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A2</a:t>
            </a:r>
          </a:p>
        </p:txBody>
      </p:sp>
    </p:spTree>
    <p:extLst>
      <p:ext uri="{BB962C8B-B14F-4D97-AF65-F5344CB8AC3E}">
        <p14:creationId xmlns:p14="http://schemas.microsoft.com/office/powerpoint/2010/main" val="1517812273"/>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3" name="object-526">
            <a:extLst xmlns:a="http://schemas.openxmlformats.org/drawingml/2006/main">
              <a:ext uri="{FF2B5EF4-FFF2-40B4-BE49-F238E27FC236}">
                <a16:creationId xmlns:a16="http://schemas.microsoft.com/office/drawing/2014/main" id="{D712480C-2E24-4842-AFC1-905752D6E2E0}"/>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技术附录 · A3</a:t>
            </a:r>
          </a:p>
        </p:txBody>
      </p:sp>
      <p:sp>
        <p:nvSpPr>
          <p:cNvPr id="2" name="object-527">
            <a:extLst xmlns:a="http://schemas.openxmlformats.org/drawingml/2006/main">
              <a:ext uri="{FF2B5EF4-FFF2-40B4-BE49-F238E27FC236}">
                <a16:creationId xmlns:a16="http://schemas.microsoft.com/office/drawing/2014/main" id="{DBE8C441-AE59-4866-ACF1-741FB1AE6FF1}"/>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A3  真实节点连接与拉取执行</a:t>
            </a:r>
          </a:p>
        </p:txBody>
      </p:sp>
      <p:sp>
        <p:nvSpPr>
          <p:cNvPr id="3" name="object-528">
            <a:extLst xmlns:a="http://schemas.openxmlformats.org/drawingml/2006/main">
              <a:ext uri="{FF2B5EF4-FFF2-40B4-BE49-F238E27FC236}">
                <a16:creationId xmlns:a16="http://schemas.microsoft.com/office/drawing/2014/main" id="{962D4AEB-C2D7-45C3-B22B-59D61A76E24E}"/>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PCM结果正向返回，输出端通过端口向前驱索取计算结果</a:t>
            </a:r>
          </a:p>
        </p:txBody>
      </p:sp>
      <p:sp>
        <p:nvSpPr>
          <p:cNvPr id="4" name="object-529">
            <a:extLst xmlns:a="http://schemas.openxmlformats.org/drawingml/2006/main">
              <a:ext uri="{FF2B5EF4-FFF2-40B4-BE49-F238E27FC236}">
                <a16:creationId xmlns:a16="http://schemas.microsoft.com/office/drawing/2014/main" id="{EEA39F63-A7E8-49AB-A0A9-DA0E7BB83734}"/>
              </a:ext>
            </a:extLst>
          </p:cNvPr>
          <p:cNvSpPr>
            <a:spLocks xmlns:a="http://schemas.openxmlformats.org/drawingml/2006/main" noGrp="1"/>
          </p:cNvSpPr>
          <p:nvPr/>
        </p:nvSpPr>
        <p:spPr>
          <a:xfrm xmlns:a="http://schemas.openxmlformats.org/drawingml/2006/main">
            <a:off x="609600" y="2314575"/>
            <a:ext cx="1095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3379EB"/>
                </a:solidFill>
                <a:latin typeface="Microsoft YaHei"/>
                <a:ea typeface="Microsoft YaHei"/>
                <a:cs typeface="Microsoft YaHei"/>
              </a:defRPr>
            </a:defPPr>
            <a:lvl1pPr algn="l">
              <a:defRPr sz="2025" b="1">
                <a:solidFill>
                  <a:srgbClr val="3379EB"/>
                </a:solidFill>
                <a:latin typeface="Microsoft YaHei"/>
                <a:ea typeface="Microsoft YaHei"/>
                <a:cs typeface="Microsoft YaHei"/>
              </a:defRPr>
            </a:lvl1pPr>
            <a:lvl2pPr algn="l">
              <a:defRPr sz="2025" b="1">
                <a:solidFill>
                  <a:srgbClr val="3379EB"/>
                </a:solidFill>
                <a:latin typeface="Microsoft YaHei"/>
                <a:ea typeface="Microsoft YaHei"/>
                <a:cs typeface="Microsoft YaHei"/>
              </a:defRPr>
            </a:lvl2pPr>
            <a:lvl3pPr algn="l">
              <a:defRPr sz="2025" b="1">
                <a:solidFill>
                  <a:srgbClr val="3379EB"/>
                </a:solidFill>
                <a:latin typeface="Microsoft YaHei"/>
                <a:ea typeface="Microsoft YaHei"/>
                <a:cs typeface="Microsoft YaHei"/>
              </a:defRPr>
            </a:lvl3pPr>
            <a:lvl4pPr algn="l">
              <a:defRPr sz="2025" b="1">
                <a:solidFill>
                  <a:srgbClr val="3379EB"/>
                </a:solidFill>
                <a:latin typeface="Microsoft YaHei"/>
                <a:ea typeface="Microsoft YaHei"/>
                <a:cs typeface="Microsoft YaHei"/>
              </a:defRPr>
            </a:lvl4pPr>
            <a:lvl5pPr algn="l">
              <a:defRPr sz="2025" b="1">
                <a:solidFill>
                  <a:srgbClr val="3379EB"/>
                </a:solidFill>
                <a:latin typeface="Microsoft YaHei"/>
                <a:ea typeface="Microsoft YaHei"/>
                <a:cs typeface="Microsoft YaHei"/>
              </a:defRPr>
            </a:lvl5pPr>
            <a:lvl6pPr algn="l">
              <a:defRPr sz="2025" b="1">
                <a:solidFill>
                  <a:srgbClr val="3379EB"/>
                </a:solidFill>
                <a:latin typeface="Microsoft YaHei"/>
                <a:ea typeface="Microsoft YaHei"/>
                <a:cs typeface="Microsoft YaHei"/>
              </a:defRPr>
            </a:lvl6pPr>
            <a:lvl7pPr algn="l">
              <a:defRPr sz="2025" b="1">
                <a:solidFill>
                  <a:srgbClr val="3379EB"/>
                </a:solidFill>
                <a:latin typeface="Microsoft YaHei"/>
                <a:ea typeface="Microsoft YaHei"/>
                <a:cs typeface="Microsoft YaHei"/>
              </a:defRPr>
            </a:lvl7pPr>
            <a:lvl8pPr algn="l">
              <a:defRPr sz="2025" b="1">
                <a:solidFill>
                  <a:srgbClr val="3379EB"/>
                </a:solidFill>
                <a:latin typeface="Microsoft YaHei"/>
                <a:ea typeface="Microsoft YaHei"/>
                <a:cs typeface="Microsoft YaHei"/>
              </a:defRPr>
            </a:lvl8pPr>
            <a:lvl9pPr algn="l">
              <a:defRPr sz="2025" b="1">
                <a:solidFill>
                  <a:srgbClr val="3379EB"/>
                </a:solidFill>
                <a:latin typeface="Microsoft YaHei"/>
                <a:ea typeface="Microsoft YaHei"/>
                <a:cs typeface="Microsoft YaHei"/>
              </a:defRPr>
            </a:lvl9pPr>
          </a:lstStyle>
          <a:p xmlns:a="http://schemas.openxmlformats.org/drawingml/2006/main">
            <a:pPr algn="l">
              <a:defRPr sz="2025" b="1">
                <a:solidFill>
                  <a:srgbClr val="3379EB"/>
                </a:solidFill>
                <a:latin typeface="Microsoft YaHei"/>
                <a:ea typeface="Microsoft YaHei"/>
                <a:cs typeface="Microsoft YaHei"/>
              </a:defRPr>
            </a:pPr>
            <a:r>
              <a:rPr sz="2025" b="1">
                <a:solidFill>
                  <a:srgbClr val="3379EB"/>
                </a:solidFill>
                <a:latin typeface="Microsoft YaHei"/>
                <a:ea typeface="Microsoft YaHei"/>
                <a:cs typeface="Microsoft YaHei"/>
              </a:rPr>
              <a:t>ProcessCluster（普通分支，按数据方向）</a:t>
            </a:r>
          </a:p>
        </p:txBody>
      </p:sp>
      <p:sp>
        <p:nvSpPr>
          <p:cNvPr id="5" name="object-530">
            <a:extLst xmlns:a="http://schemas.openxmlformats.org/drawingml/2006/main">
              <a:ext uri="{FF2B5EF4-FFF2-40B4-BE49-F238E27FC236}">
                <a16:creationId xmlns:a16="http://schemas.microsoft.com/office/drawing/2014/main" id="{86201AE4-F5AC-4FF0-9C28-D0C69AFDF33E}"/>
              </a:ext>
            </a:extLst>
          </p:cNvPr>
          <p:cNvSpPr>
            <a:spLocks xmlns:a="http://schemas.openxmlformats.org/drawingml/2006/main" noGrp="1"/>
          </p:cNvSpPr>
          <p:nvPr/>
        </p:nvSpPr>
        <p:spPr>
          <a:xfrm xmlns:a="http://schemas.openxmlformats.org/drawingml/2006/main">
            <a:off x="609600" y="2914650"/>
            <a:ext cx="1581150" cy="723900"/>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6" name="object-531">
            <a:extLst xmlns:a="http://schemas.openxmlformats.org/drawingml/2006/main">
              <a:ext uri="{FF2B5EF4-FFF2-40B4-BE49-F238E27FC236}">
                <a16:creationId xmlns:a16="http://schemas.microsoft.com/office/drawing/2014/main" id="{3781C2F3-AF9B-4FAB-95CF-4056823DF484}"/>
              </a:ext>
            </a:extLst>
          </p:cNvPr>
          <p:cNvSpPr>
            <a:spLocks xmlns:a="http://schemas.openxmlformats.org/drawingml/2006/main" noGrp="1"/>
          </p:cNvSpPr>
          <p:nvPr/>
        </p:nvSpPr>
        <p:spPr>
          <a:xfrm xmlns:a="http://schemas.openxmlformats.org/drawingml/2006/main">
            <a:off x="723900" y="2971800"/>
            <a:ext cx="1352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Input</a:t>
            </a:r>
          </a:p>
        </p:txBody>
      </p:sp>
      <p:sp>
        <p:nvSpPr>
          <p:cNvPr id="7" name="object-532">
            <a:extLst xmlns:a="http://schemas.openxmlformats.org/drawingml/2006/main">
              <a:ext uri="{FF2B5EF4-FFF2-40B4-BE49-F238E27FC236}">
                <a16:creationId xmlns:a16="http://schemas.microsoft.com/office/drawing/2014/main" id="{B54DBA1F-F69F-4264-85F2-BF942B465EBA}"/>
              </a:ext>
            </a:extLst>
          </p:cNvPr>
          <p:cNvSpPr>
            <a:spLocks xmlns:a="http://schemas.openxmlformats.org/drawingml/2006/main" noGrp="1"/>
          </p:cNvSpPr>
          <p:nvPr/>
        </p:nvSpPr>
        <p:spPr>
          <a:xfrm xmlns:a="http://schemas.openxmlformats.org/drawingml/2006/main">
            <a:off x="2457450" y="2914650"/>
            <a:ext cx="1581150" cy="72390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8" name="object-533">
            <a:extLst xmlns:a="http://schemas.openxmlformats.org/drawingml/2006/main">
              <a:ext uri="{FF2B5EF4-FFF2-40B4-BE49-F238E27FC236}">
                <a16:creationId xmlns:a16="http://schemas.microsoft.com/office/drawing/2014/main" id="{18A90B13-2C0B-4CB9-A321-4FA7529BEC63}"/>
              </a:ext>
            </a:extLst>
          </p:cNvPr>
          <p:cNvSpPr>
            <a:spLocks xmlns:a="http://schemas.openxmlformats.org/drawingml/2006/main" noGrp="1"/>
          </p:cNvSpPr>
          <p:nvPr/>
        </p:nvSpPr>
        <p:spPr>
          <a:xfrm xmlns:a="http://schemas.openxmlformats.org/drawingml/2006/main">
            <a:off x="2571750" y="2971800"/>
            <a:ext cx="1352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650" b="1">
                <a:solidFill>
                  <a:srgbClr val="FFFFFF"/>
                </a:solidFill>
                <a:latin typeface="Microsoft YaHei"/>
                <a:ea typeface="Microsoft YaHei"/>
                <a:cs typeface="Microsoft YaHei"/>
              </a:defRPr>
            </a:defPPr>
            <a:lvl1pPr algn="ctr">
              <a:defRPr sz="1650" b="1">
                <a:solidFill>
                  <a:srgbClr val="FFFFFF"/>
                </a:solidFill>
                <a:latin typeface="Microsoft YaHei"/>
                <a:ea typeface="Microsoft YaHei"/>
                <a:cs typeface="Microsoft YaHei"/>
              </a:defRPr>
            </a:lvl1pPr>
            <a:lvl2pPr algn="ctr">
              <a:defRPr sz="1650" b="1">
                <a:solidFill>
                  <a:srgbClr val="FFFFFF"/>
                </a:solidFill>
                <a:latin typeface="Microsoft YaHei"/>
                <a:ea typeface="Microsoft YaHei"/>
                <a:cs typeface="Microsoft YaHei"/>
              </a:defRPr>
            </a:lvl2pPr>
            <a:lvl3pPr algn="ctr">
              <a:defRPr sz="1650" b="1">
                <a:solidFill>
                  <a:srgbClr val="FFFFFF"/>
                </a:solidFill>
                <a:latin typeface="Microsoft YaHei"/>
                <a:ea typeface="Microsoft YaHei"/>
                <a:cs typeface="Microsoft YaHei"/>
              </a:defRPr>
            </a:lvl3pPr>
            <a:lvl4pPr algn="ctr">
              <a:defRPr sz="1650" b="1">
                <a:solidFill>
                  <a:srgbClr val="FFFFFF"/>
                </a:solidFill>
                <a:latin typeface="Microsoft YaHei"/>
                <a:ea typeface="Microsoft YaHei"/>
                <a:cs typeface="Microsoft YaHei"/>
              </a:defRPr>
            </a:lvl4pPr>
            <a:lvl5pPr algn="ctr">
              <a:defRPr sz="1650" b="1">
                <a:solidFill>
                  <a:srgbClr val="FFFFFF"/>
                </a:solidFill>
                <a:latin typeface="Microsoft YaHei"/>
                <a:ea typeface="Microsoft YaHei"/>
                <a:cs typeface="Microsoft YaHei"/>
              </a:defRPr>
            </a:lvl5pPr>
            <a:lvl6pPr algn="ctr">
              <a:defRPr sz="1650" b="1">
                <a:solidFill>
                  <a:srgbClr val="FFFFFF"/>
                </a:solidFill>
                <a:latin typeface="Microsoft YaHei"/>
                <a:ea typeface="Microsoft YaHei"/>
                <a:cs typeface="Microsoft YaHei"/>
              </a:defRPr>
            </a:lvl6pPr>
            <a:lvl7pPr algn="ctr">
              <a:defRPr sz="1650" b="1">
                <a:solidFill>
                  <a:srgbClr val="FFFFFF"/>
                </a:solidFill>
                <a:latin typeface="Microsoft YaHei"/>
                <a:ea typeface="Microsoft YaHei"/>
                <a:cs typeface="Microsoft YaHei"/>
              </a:defRPr>
            </a:lvl7pPr>
            <a:lvl8pPr algn="ctr">
              <a:defRPr sz="1650" b="1">
                <a:solidFill>
                  <a:srgbClr val="FFFFFF"/>
                </a:solidFill>
                <a:latin typeface="Microsoft YaHei"/>
                <a:ea typeface="Microsoft YaHei"/>
                <a:cs typeface="Microsoft YaHei"/>
              </a:defRPr>
            </a:lvl8pPr>
            <a:lvl9pPr algn="ctr">
              <a:defRPr sz="1650" b="1">
                <a:solidFill>
                  <a:srgbClr val="FFFFFF"/>
                </a:solidFill>
                <a:latin typeface="Microsoft YaHei"/>
                <a:ea typeface="Microsoft YaHei"/>
                <a:cs typeface="Microsoft YaHei"/>
              </a:defRPr>
            </a:lvl9pPr>
          </a:lstStyle>
          <a:p xmlns:a="http://schemas.openxmlformats.org/drawingml/2006/main">
            <a:pPr algn="ctr">
              <a:defRPr sz="1650" b="1">
                <a:solidFill>
                  <a:srgbClr val="FFFFFF"/>
                </a:solidFill>
                <a:latin typeface="Microsoft YaHei"/>
                <a:ea typeface="Microsoft YaHei"/>
                <a:cs typeface="Microsoft YaHei"/>
              </a:defRPr>
            </a:pPr>
            <a:r>
              <a:rPr sz="1650" b="1">
                <a:solidFill>
                  <a:srgbClr val="FFFFFF"/>
                </a:solidFill>
                <a:latin typeface="Microsoft YaHei"/>
                <a:ea typeface="Microsoft YaHei"/>
                <a:cs typeface="Microsoft YaHei"/>
              </a:rPr>
              <a:t>Converter</a:t>
            </a:r>
          </a:p>
        </p:txBody>
      </p:sp>
      <p:sp>
        <p:nvSpPr>
          <p:cNvPr id="9" name="object-534">
            <a:extLst xmlns:a="http://schemas.openxmlformats.org/drawingml/2006/main">
              <a:ext uri="{FF2B5EF4-FFF2-40B4-BE49-F238E27FC236}">
                <a16:creationId xmlns:a16="http://schemas.microsoft.com/office/drawing/2014/main" id="{BC2E13DA-C18F-433D-AF0D-936613F791B7}"/>
              </a:ext>
            </a:extLst>
          </p:cNvPr>
          <p:cNvSpPr>
            <a:spLocks xmlns:a="http://schemas.openxmlformats.org/drawingml/2006/main" noGrp="1"/>
          </p:cNvSpPr>
          <p:nvPr/>
        </p:nvSpPr>
        <p:spPr>
          <a:xfrm xmlns:a="http://schemas.openxmlformats.org/drawingml/2006/main">
            <a:off x="4305300" y="2914650"/>
            <a:ext cx="1581150" cy="723900"/>
          </a:xfrm>
          <a:prstGeom xmlns:a="http://schemas.openxmlformats.org/drawingml/2006/main" prst="rect">
            <a:avLst/>
          </a:prstGeom>
          <a:solidFill xmlns:a="http://schemas.openxmlformats.org/drawingml/2006/main">
            <a:srgbClr val="887798"/>
          </a:solidFill>
          <a:ln xmlns:a="http://schemas.openxmlformats.org/drawingml/2006/main" w="0">
            <a:noFill/>
            <a:prstDash val="solid"/>
          </a:ln>
        </p:spPr>
      </p:sp>
      <p:sp>
        <p:nvSpPr>
          <p:cNvPr id="10" name="object-535">
            <a:extLst xmlns:a="http://schemas.openxmlformats.org/drawingml/2006/main">
              <a:ext uri="{FF2B5EF4-FFF2-40B4-BE49-F238E27FC236}">
                <a16:creationId xmlns:a16="http://schemas.microsoft.com/office/drawing/2014/main" id="{C7666256-4654-4D85-9264-31716F5F8493}"/>
              </a:ext>
            </a:extLst>
          </p:cNvPr>
          <p:cNvSpPr>
            <a:spLocks xmlns:a="http://schemas.openxmlformats.org/drawingml/2006/main" noGrp="1"/>
          </p:cNvSpPr>
          <p:nvPr/>
        </p:nvSpPr>
        <p:spPr>
          <a:xfrm xmlns:a="http://schemas.openxmlformats.org/drawingml/2006/main">
            <a:off x="4419600" y="2971800"/>
            <a:ext cx="1352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650" b="1">
                <a:solidFill>
                  <a:srgbClr val="FFFFFF"/>
                </a:solidFill>
                <a:latin typeface="Microsoft YaHei"/>
                <a:ea typeface="Microsoft YaHei"/>
                <a:cs typeface="Microsoft YaHei"/>
              </a:defRPr>
            </a:defPPr>
            <a:lvl1pPr algn="ctr">
              <a:defRPr sz="1650" b="1">
                <a:solidFill>
                  <a:srgbClr val="FFFFFF"/>
                </a:solidFill>
                <a:latin typeface="Microsoft YaHei"/>
                <a:ea typeface="Microsoft YaHei"/>
                <a:cs typeface="Microsoft YaHei"/>
              </a:defRPr>
            </a:lvl1pPr>
            <a:lvl2pPr algn="ctr">
              <a:defRPr sz="1650" b="1">
                <a:solidFill>
                  <a:srgbClr val="FFFFFF"/>
                </a:solidFill>
                <a:latin typeface="Microsoft YaHei"/>
                <a:ea typeface="Microsoft YaHei"/>
                <a:cs typeface="Microsoft YaHei"/>
              </a:defRPr>
            </a:lvl2pPr>
            <a:lvl3pPr algn="ctr">
              <a:defRPr sz="1650" b="1">
                <a:solidFill>
                  <a:srgbClr val="FFFFFF"/>
                </a:solidFill>
                <a:latin typeface="Microsoft YaHei"/>
                <a:ea typeface="Microsoft YaHei"/>
                <a:cs typeface="Microsoft YaHei"/>
              </a:defRPr>
            </a:lvl3pPr>
            <a:lvl4pPr algn="ctr">
              <a:defRPr sz="1650" b="1">
                <a:solidFill>
                  <a:srgbClr val="FFFFFF"/>
                </a:solidFill>
                <a:latin typeface="Microsoft YaHei"/>
                <a:ea typeface="Microsoft YaHei"/>
                <a:cs typeface="Microsoft YaHei"/>
              </a:defRPr>
            </a:lvl4pPr>
            <a:lvl5pPr algn="ctr">
              <a:defRPr sz="1650" b="1">
                <a:solidFill>
                  <a:srgbClr val="FFFFFF"/>
                </a:solidFill>
                <a:latin typeface="Microsoft YaHei"/>
                <a:ea typeface="Microsoft YaHei"/>
                <a:cs typeface="Microsoft YaHei"/>
              </a:defRPr>
            </a:lvl5pPr>
            <a:lvl6pPr algn="ctr">
              <a:defRPr sz="1650" b="1">
                <a:solidFill>
                  <a:srgbClr val="FFFFFF"/>
                </a:solidFill>
                <a:latin typeface="Microsoft YaHei"/>
                <a:ea typeface="Microsoft YaHei"/>
                <a:cs typeface="Microsoft YaHei"/>
              </a:defRPr>
            </a:lvl6pPr>
            <a:lvl7pPr algn="ctr">
              <a:defRPr sz="1650" b="1">
                <a:solidFill>
                  <a:srgbClr val="FFFFFF"/>
                </a:solidFill>
                <a:latin typeface="Microsoft YaHei"/>
                <a:ea typeface="Microsoft YaHei"/>
                <a:cs typeface="Microsoft YaHei"/>
              </a:defRPr>
            </a:lvl7pPr>
            <a:lvl8pPr algn="ctr">
              <a:defRPr sz="1650" b="1">
                <a:solidFill>
                  <a:srgbClr val="FFFFFF"/>
                </a:solidFill>
                <a:latin typeface="Microsoft YaHei"/>
                <a:ea typeface="Microsoft YaHei"/>
                <a:cs typeface="Microsoft YaHei"/>
              </a:defRPr>
            </a:lvl8pPr>
            <a:lvl9pPr algn="ctr">
              <a:defRPr sz="1650" b="1">
                <a:solidFill>
                  <a:srgbClr val="FFFFFF"/>
                </a:solidFill>
                <a:latin typeface="Microsoft YaHei"/>
                <a:ea typeface="Microsoft YaHei"/>
                <a:cs typeface="Microsoft YaHei"/>
              </a:defRPr>
            </a:lvl9pPr>
          </a:lstStyle>
          <a:p xmlns:a="http://schemas.openxmlformats.org/drawingml/2006/main">
            <a:pPr algn="ctr">
              <a:defRPr sz="1650" b="1">
                <a:solidFill>
                  <a:srgbClr val="FFFFFF"/>
                </a:solidFill>
                <a:latin typeface="Microsoft YaHei"/>
                <a:ea typeface="Microsoft YaHei"/>
                <a:cs typeface="Microsoft YaHei"/>
              </a:defRPr>
            </a:pPr>
            <a:r>
              <a:rPr sz="1650" b="1">
                <a:solidFill>
                  <a:srgbClr val="FFFFFF"/>
                </a:solidFill>
                <a:latin typeface="Microsoft YaHei"/>
                <a:ea typeface="Microsoft YaHei"/>
                <a:cs typeface="Microsoft YaHei"/>
              </a:rPr>
              <a:t>可选会话音效</a:t>
            </a:r>
          </a:p>
        </p:txBody>
      </p:sp>
      <p:sp>
        <p:nvSpPr>
          <p:cNvPr id="11" name="object-536">
            <a:extLst xmlns:a="http://schemas.openxmlformats.org/drawingml/2006/main">
              <a:ext uri="{FF2B5EF4-FFF2-40B4-BE49-F238E27FC236}">
                <a16:creationId xmlns:a16="http://schemas.microsoft.com/office/drawing/2014/main" id="{CF17C9B9-BAF7-438A-9B1A-D49474C86D7F}"/>
              </a:ext>
            </a:extLst>
          </p:cNvPr>
          <p:cNvSpPr>
            <a:spLocks xmlns:a="http://schemas.openxmlformats.org/drawingml/2006/main" noGrp="1"/>
          </p:cNvSpPr>
          <p:nvPr/>
        </p:nvSpPr>
        <p:spPr>
          <a:xfrm xmlns:a="http://schemas.openxmlformats.org/drawingml/2006/main">
            <a:off x="6153150" y="2914650"/>
            <a:ext cx="1581150" cy="72390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12" name="object-537">
            <a:extLst xmlns:a="http://schemas.openxmlformats.org/drawingml/2006/main">
              <a:ext uri="{FF2B5EF4-FFF2-40B4-BE49-F238E27FC236}">
                <a16:creationId xmlns:a16="http://schemas.microsoft.com/office/drawing/2014/main" id="{820ACDBD-4A98-43FE-B8BE-619B636A94AD}"/>
              </a:ext>
            </a:extLst>
          </p:cNvPr>
          <p:cNvSpPr>
            <a:spLocks xmlns:a="http://schemas.openxmlformats.org/drawingml/2006/main" noGrp="1"/>
          </p:cNvSpPr>
          <p:nvPr/>
        </p:nvSpPr>
        <p:spPr>
          <a:xfrm xmlns:a="http://schemas.openxmlformats.org/drawingml/2006/main">
            <a:off x="6267450" y="2971800"/>
            <a:ext cx="1352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0" b="1">
                <a:solidFill>
                  <a:srgbClr val="FFFFFF"/>
                </a:solidFill>
                <a:latin typeface="Microsoft YaHei"/>
                <a:ea typeface="Microsoft YaHei"/>
                <a:cs typeface="Microsoft YaHei"/>
              </a:defRPr>
            </a:defPPr>
            <a:lvl1pPr algn="ctr">
              <a:defRPr sz="1500" b="1">
                <a:solidFill>
                  <a:srgbClr val="FFFFFF"/>
                </a:solidFill>
                <a:latin typeface="Microsoft YaHei"/>
                <a:ea typeface="Microsoft YaHei"/>
                <a:cs typeface="Microsoft YaHei"/>
              </a:defRPr>
            </a:lvl1pPr>
            <a:lvl2pPr algn="ctr">
              <a:defRPr sz="1500" b="1">
                <a:solidFill>
                  <a:srgbClr val="FFFFFF"/>
                </a:solidFill>
                <a:latin typeface="Microsoft YaHei"/>
                <a:ea typeface="Microsoft YaHei"/>
                <a:cs typeface="Microsoft YaHei"/>
              </a:defRPr>
            </a:lvl2pPr>
            <a:lvl3pPr algn="ctr">
              <a:defRPr sz="1500" b="1">
                <a:solidFill>
                  <a:srgbClr val="FFFFFF"/>
                </a:solidFill>
                <a:latin typeface="Microsoft YaHei"/>
                <a:ea typeface="Microsoft YaHei"/>
                <a:cs typeface="Microsoft YaHei"/>
              </a:defRPr>
            </a:lvl3pPr>
            <a:lvl4pPr algn="ctr">
              <a:defRPr sz="1500" b="1">
                <a:solidFill>
                  <a:srgbClr val="FFFFFF"/>
                </a:solidFill>
                <a:latin typeface="Microsoft YaHei"/>
                <a:ea typeface="Microsoft YaHei"/>
                <a:cs typeface="Microsoft YaHei"/>
              </a:defRPr>
            </a:lvl4pPr>
            <a:lvl5pPr algn="ctr">
              <a:defRPr sz="1500" b="1">
                <a:solidFill>
                  <a:srgbClr val="FFFFFF"/>
                </a:solidFill>
                <a:latin typeface="Microsoft YaHei"/>
                <a:ea typeface="Microsoft YaHei"/>
                <a:cs typeface="Microsoft YaHei"/>
              </a:defRPr>
            </a:lvl5pPr>
            <a:lvl6pPr algn="ctr">
              <a:defRPr sz="1500" b="1">
                <a:solidFill>
                  <a:srgbClr val="FFFFFF"/>
                </a:solidFill>
                <a:latin typeface="Microsoft YaHei"/>
                <a:ea typeface="Microsoft YaHei"/>
                <a:cs typeface="Microsoft YaHei"/>
              </a:defRPr>
            </a:lvl6pPr>
            <a:lvl7pPr algn="ctr">
              <a:defRPr sz="1500" b="1">
                <a:solidFill>
                  <a:srgbClr val="FFFFFF"/>
                </a:solidFill>
                <a:latin typeface="Microsoft YaHei"/>
                <a:ea typeface="Microsoft YaHei"/>
                <a:cs typeface="Microsoft YaHei"/>
              </a:defRPr>
            </a:lvl7pPr>
            <a:lvl8pPr algn="ctr">
              <a:defRPr sz="1500" b="1">
                <a:solidFill>
                  <a:srgbClr val="FFFFFF"/>
                </a:solidFill>
                <a:latin typeface="Microsoft YaHei"/>
                <a:ea typeface="Microsoft YaHei"/>
                <a:cs typeface="Microsoft YaHei"/>
              </a:defRPr>
            </a:lvl8pPr>
            <a:lvl9pPr algn="ctr">
              <a:defRPr sz="1500" b="1">
                <a:solidFill>
                  <a:srgbClr val="FFFFFF"/>
                </a:solidFill>
                <a:latin typeface="Microsoft YaHei"/>
                <a:ea typeface="Microsoft YaHei"/>
                <a:cs typeface="Microsoft YaHei"/>
              </a:defRPr>
            </a:lvl9pPr>
          </a:lstStyle>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LoudnessGain</a:t>
            </a:r>
          </a:p>
        </p:txBody>
      </p:sp>
      <p:sp>
        <p:nvSpPr>
          <p:cNvPr id="13" name="object-538">
            <a:extLst xmlns:a="http://schemas.openxmlformats.org/drawingml/2006/main">
              <a:ext uri="{FF2B5EF4-FFF2-40B4-BE49-F238E27FC236}">
                <a16:creationId xmlns:a16="http://schemas.microsoft.com/office/drawing/2014/main" id="{5701A9B5-3E28-4F2E-BC0C-3AE0DE531275}"/>
              </a:ext>
            </a:extLst>
          </p:cNvPr>
          <p:cNvSpPr>
            <a:spLocks xmlns:a="http://schemas.openxmlformats.org/drawingml/2006/main" noGrp="1"/>
          </p:cNvSpPr>
          <p:nvPr/>
        </p:nvSpPr>
        <p:spPr>
          <a:xfrm xmlns:a="http://schemas.openxmlformats.org/drawingml/2006/main">
            <a:off x="8001000" y="2914650"/>
            <a:ext cx="1581150" cy="72390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14" name="object-539">
            <a:extLst xmlns:a="http://schemas.openxmlformats.org/drawingml/2006/main">
              <a:ext uri="{FF2B5EF4-FFF2-40B4-BE49-F238E27FC236}">
                <a16:creationId xmlns:a16="http://schemas.microsoft.com/office/drawing/2014/main" id="{DDAEB17C-57B5-4123-A2D7-79F74438D10D}"/>
              </a:ext>
            </a:extLst>
          </p:cNvPr>
          <p:cNvSpPr>
            <a:spLocks xmlns:a="http://schemas.openxmlformats.org/drawingml/2006/main" noGrp="1"/>
          </p:cNvSpPr>
          <p:nvPr/>
        </p:nvSpPr>
        <p:spPr>
          <a:xfrm xmlns:a="http://schemas.openxmlformats.org/drawingml/2006/main">
            <a:off x="8115300" y="2971800"/>
            <a:ext cx="1352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75" b="1">
                <a:solidFill>
                  <a:srgbClr val="FFFFFF"/>
                </a:solidFill>
                <a:latin typeface="Microsoft YaHei"/>
                <a:ea typeface="Microsoft YaHei"/>
                <a:cs typeface="Microsoft YaHei"/>
              </a:defRPr>
            </a:defPPr>
            <a:lvl1pPr algn="ctr">
              <a:defRPr sz="1875" b="1">
                <a:solidFill>
                  <a:srgbClr val="FFFFFF"/>
                </a:solidFill>
                <a:latin typeface="Microsoft YaHei"/>
                <a:ea typeface="Microsoft YaHei"/>
                <a:cs typeface="Microsoft YaHei"/>
              </a:defRPr>
            </a:lvl1pPr>
            <a:lvl2pPr algn="ctr">
              <a:defRPr sz="1875" b="1">
                <a:solidFill>
                  <a:srgbClr val="FFFFFF"/>
                </a:solidFill>
                <a:latin typeface="Microsoft YaHei"/>
                <a:ea typeface="Microsoft YaHei"/>
                <a:cs typeface="Microsoft YaHei"/>
              </a:defRPr>
            </a:lvl2pPr>
            <a:lvl3pPr algn="ctr">
              <a:defRPr sz="1875" b="1">
                <a:solidFill>
                  <a:srgbClr val="FFFFFF"/>
                </a:solidFill>
                <a:latin typeface="Microsoft YaHei"/>
                <a:ea typeface="Microsoft YaHei"/>
                <a:cs typeface="Microsoft YaHei"/>
              </a:defRPr>
            </a:lvl3pPr>
            <a:lvl4pPr algn="ctr">
              <a:defRPr sz="1875" b="1">
                <a:solidFill>
                  <a:srgbClr val="FFFFFF"/>
                </a:solidFill>
                <a:latin typeface="Microsoft YaHei"/>
                <a:ea typeface="Microsoft YaHei"/>
                <a:cs typeface="Microsoft YaHei"/>
              </a:defRPr>
            </a:lvl4pPr>
            <a:lvl5pPr algn="ctr">
              <a:defRPr sz="1875" b="1">
                <a:solidFill>
                  <a:srgbClr val="FFFFFF"/>
                </a:solidFill>
                <a:latin typeface="Microsoft YaHei"/>
                <a:ea typeface="Microsoft YaHei"/>
                <a:cs typeface="Microsoft YaHei"/>
              </a:defRPr>
            </a:lvl5pPr>
            <a:lvl6pPr algn="ctr">
              <a:defRPr sz="1875" b="1">
                <a:solidFill>
                  <a:srgbClr val="FFFFFF"/>
                </a:solidFill>
                <a:latin typeface="Microsoft YaHei"/>
                <a:ea typeface="Microsoft YaHei"/>
                <a:cs typeface="Microsoft YaHei"/>
              </a:defRPr>
            </a:lvl6pPr>
            <a:lvl7pPr algn="ctr">
              <a:defRPr sz="1875" b="1">
                <a:solidFill>
                  <a:srgbClr val="FFFFFF"/>
                </a:solidFill>
                <a:latin typeface="Microsoft YaHei"/>
                <a:ea typeface="Microsoft YaHei"/>
                <a:cs typeface="Microsoft YaHei"/>
              </a:defRPr>
            </a:lvl7pPr>
            <a:lvl8pPr algn="ctr">
              <a:defRPr sz="1875" b="1">
                <a:solidFill>
                  <a:srgbClr val="FFFFFF"/>
                </a:solidFill>
                <a:latin typeface="Microsoft YaHei"/>
                <a:ea typeface="Microsoft YaHei"/>
                <a:cs typeface="Microsoft YaHei"/>
              </a:defRPr>
            </a:lvl8pPr>
            <a:lvl9pPr algn="ctr">
              <a:defRPr sz="1875" b="1">
                <a:solidFill>
                  <a:srgbClr val="FFFFFF"/>
                </a:solidFill>
                <a:latin typeface="Microsoft YaHei"/>
                <a:ea typeface="Microsoft YaHei"/>
                <a:cs typeface="Microsoft YaHei"/>
              </a:defRPr>
            </a:lvl9pPr>
          </a:lstStyle>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Gain</a:t>
            </a:r>
          </a:p>
        </p:txBody>
      </p:sp>
      <p:sp>
        <p:nvSpPr>
          <p:cNvPr id="15" name="object-540">
            <a:extLst xmlns:a="http://schemas.openxmlformats.org/drawingml/2006/main">
              <a:ext uri="{FF2B5EF4-FFF2-40B4-BE49-F238E27FC236}">
                <a16:creationId xmlns:a16="http://schemas.microsoft.com/office/drawing/2014/main" id="{942EE01F-E804-4D37-AE22-C4B6BCE3887A}"/>
              </a:ext>
            </a:extLst>
          </p:cNvPr>
          <p:cNvSpPr>
            <a:spLocks xmlns:a="http://schemas.openxmlformats.org/drawingml/2006/main" noGrp="1"/>
          </p:cNvSpPr>
          <p:nvPr/>
        </p:nvSpPr>
        <p:spPr>
          <a:xfrm xmlns:a="http://schemas.openxmlformats.org/drawingml/2006/main">
            <a:off x="9848850" y="2914650"/>
            <a:ext cx="1714500" cy="72390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16" name="object-541">
            <a:extLst xmlns:a="http://schemas.openxmlformats.org/drawingml/2006/main">
              <a:ext uri="{FF2B5EF4-FFF2-40B4-BE49-F238E27FC236}">
                <a16:creationId xmlns:a16="http://schemas.microsoft.com/office/drawing/2014/main" id="{9521DBA1-447F-44F8-AC1D-85E76F518F44}"/>
              </a:ext>
            </a:extLst>
          </p:cNvPr>
          <p:cNvSpPr>
            <a:spLocks xmlns:a="http://schemas.openxmlformats.org/drawingml/2006/main" noGrp="1"/>
          </p:cNvSpPr>
          <p:nvPr/>
        </p:nvSpPr>
        <p:spPr>
          <a:xfrm xmlns:a="http://schemas.openxmlformats.org/drawingml/2006/main">
            <a:off x="9963150" y="2971800"/>
            <a:ext cx="1485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00" b="1">
                <a:solidFill>
                  <a:srgbClr val="FFFFFF"/>
                </a:solidFill>
                <a:latin typeface="Microsoft YaHei"/>
                <a:ea typeface="Microsoft YaHei"/>
                <a:cs typeface="Microsoft YaHei"/>
              </a:defRPr>
            </a:defPPr>
            <a:lvl1pPr algn="ctr">
              <a:defRPr sz="1800" b="1">
                <a:solidFill>
                  <a:srgbClr val="FFFFFF"/>
                </a:solidFill>
                <a:latin typeface="Microsoft YaHei"/>
                <a:ea typeface="Microsoft YaHei"/>
                <a:cs typeface="Microsoft YaHei"/>
              </a:defRPr>
            </a:lvl1pPr>
            <a:lvl2pPr algn="ctr">
              <a:defRPr sz="1800" b="1">
                <a:solidFill>
                  <a:srgbClr val="FFFFFF"/>
                </a:solidFill>
                <a:latin typeface="Microsoft YaHei"/>
                <a:ea typeface="Microsoft YaHei"/>
                <a:cs typeface="Microsoft YaHei"/>
              </a:defRPr>
            </a:lvl2pPr>
            <a:lvl3pPr algn="ctr">
              <a:defRPr sz="1800" b="1">
                <a:solidFill>
                  <a:srgbClr val="FFFFFF"/>
                </a:solidFill>
                <a:latin typeface="Microsoft YaHei"/>
                <a:ea typeface="Microsoft YaHei"/>
                <a:cs typeface="Microsoft YaHei"/>
              </a:defRPr>
            </a:lvl3pPr>
            <a:lvl4pPr algn="ctr">
              <a:defRPr sz="1800" b="1">
                <a:solidFill>
                  <a:srgbClr val="FFFFFF"/>
                </a:solidFill>
                <a:latin typeface="Microsoft YaHei"/>
                <a:ea typeface="Microsoft YaHei"/>
                <a:cs typeface="Microsoft YaHei"/>
              </a:defRPr>
            </a:lvl4pPr>
            <a:lvl5pPr algn="ctr">
              <a:defRPr sz="1800" b="1">
                <a:solidFill>
                  <a:srgbClr val="FFFFFF"/>
                </a:solidFill>
                <a:latin typeface="Microsoft YaHei"/>
                <a:ea typeface="Microsoft YaHei"/>
                <a:cs typeface="Microsoft YaHei"/>
              </a:defRPr>
            </a:lvl5pPr>
            <a:lvl6pPr algn="ctr">
              <a:defRPr sz="1800" b="1">
                <a:solidFill>
                  <a:srgbClr val="FFFFFF"/>
                </a:solidFill>
                <a:latin typeface="Microsoft YaHei"/>
                <a:ea typeface="Microsoft YaHei"/>
                <a:cs typeface="Microsoft YaHei"/>
              </a:defRPr>
            </a:lvl6pPr>
            <a:lvl7pPr algn="ctr">
              <a:defRPr sz="1800" b="1">
                <a:solidFill>
                  <a:srgbClr val="FFFFFF"/>
                </a:solidFill>
                <a:latin typeface="Microsoft YaHei"/>
                <a:ea typeface="Microsoft YaHei"/>
                <a:cs typeface="Microsoft YaHei"/>
              </a:defRPr>
            </a:lvl7pPr>
            <a:lvl8pPr algn="ctr">
              <a:defRPr sz="1800" b="1">
                <a:solidFill>
                  <a:srgbClr val="FFFFFF"/>
                </a:solidFill>
                <a:latin typeface="Microsoft YaHei"/>
                <a:ea typeface="Microsoft YaHei"/>
                <a:cs typeface="Microsoft YaHei"/>
              </a:defRPr>
            </a:lvl8pPr>
            <a:lvl9pPr algn="ctr">
              <a:defRPr sz="1800" b="1">
                <a:solidFill>
                  <a:srgbClr val="FFFFFF"/>
                </a:solidFill>
                <a:latin typeface="Microsoft YaHei"/>
                <a:ea typeface="Microsoft YaHei"/>
                <a:cs typeface="Microsoft YaHei"/>
              </a:defRPr>
            </a:lvl9pPr>
          </a:lstStyle>
          <a:p xmlns:a="http://schemas.openxmlformats.org/drawingml/2006/main">
            <a:pPr algn="ctr">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场景 Mixer</a:t>
            </a:r>
          </a:p>
        </p:txBody>
      </p:sp>
      <p:sp>
        <p:nvSpPr>
          <p:cNvPr id="17" name="line-542">
            <a:extLst xmlns:a="http://schemas.openxmlformats.org/drawingml/2006/main">
              <a:ext uri="{FF2B5EF4-FFF2-40B4-BE49-F238E27FC236}">
                <a16:creationId xmlns:a16="http://schemas.microsoft.com/office/drawing/2014/main" id="{D72BFF5A-0CBF-421D-9672-98B3275F2DD0}"/>
              </a:ext>
            </a:extLst>
          </p:cNvPr>
          <p:cNvSpPr>
            <a:spLocks xmlns:a="http://schemas.openxmlformats.org/drawingml/2006/main" noGrp="1"/>
          </p:cNvSpPr>
          <p:nvPr/>
        </p:nvSpPr>
        <p:spPr>
          <a:xfrm xmlns:a="http://schemas.openxmlformats.org/drawingml/2006/main">
            <a:off x="2247900" y="32766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18" name="line-543">
            <a:extLst xmlns:a="http://schemas.openxmlformats.org/drawingml/2006/main">
              <a:ext uri="{FF2B5EF4-FFF2-40B4-BE49-F238E27FC236}">
                <a16:creationId xmlns:a16="http://schemas.microsoft.com/office/drawing/2014/main" id="{6BC8754D-5CF1-40D4-840D-8A133114CFBD}"/>
              </a:ext>
            </a:extLst>
          </p:cNvPr>
          <p:cNvSpPr>
            <a:spLocks xmlns:a="http://schemas.openxmlformats.org/drawingml/2006/main" noGrp="1"/>
          </p:cNvSpPr>
          <p:nvPr/>
        </p:nvSpPr>
        <p:spPr>
          <a:xfrm xmlns:a="http://schemas.openxmlformats.org/drawingml/2006/main">
            <a:off x="2305007" y="32766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9" name="line-544">
            <a:extLst xmlns:a="http://schemas.openxmlformats.org/drawingml/2006/main">
              <a:ext uri="{FF2B5EF4-FFF2-40B4-BE49-F238E27FC236}">
                <a16:creationId xmlns:a16="http://schemas.microsoft.com/office/drawing/2014/main" id="{64BBF519-2E51-4FC6-A4A8-0B214B80F756}"/>
              </a:ext>
            </a:extLst>
          </p:cNvPr>
          <p:cNvSpPr>
            <a:spLocks xmlns:a="http://schemas.openxmlformats.org/drawingml/2006/main" noGrp="1"/>
          </p:cNvSpPr>
          <p:nvPr/>
        </p:nvSpPr>
        <p:spPr>
          <a:xfrm xmlns:a="http://schemas.openxmlformats.org/drawingml/2006/main">
            <a:off x="2305007" y="32351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0" name="line-545">
            <a:extLst xmlns:a="http://schemas.openxmlformats.org/drawingml/2006/main">
              <a:ext uri="{FF2B5EF4-FFF2-40B4-BE49-F238E27FC236}">
                <a16:creationId xmlns:a16="http://schemas.microsoft.com/office/drawing/2014/main" id="{967050D5-241D-47DF-ADB1-99EF800BBC78}"/>
              </a:ext>
            </a:extLst>
          </p:cNvPr>
          <p:cNvSpPr>
            <a:spLocks xmlns:a="http://schemas.openxmlformats.org/drawingml/2006/main" noGrp="1"/>
          </p:cNvSpPr>
          <p:nvPr/>
        </p:nvSpPr>
        <p:spPr>
          <a:xfrm xmlns:a="http://schemas.openxmlformats.org/drawingml/2006/main">
            <a:off x="4095750" y="32766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21" name="line-546">
            <a:extLst xmlns:a="http://schemas.openxmlformats.org/drawingml/2006/main">
              <a:ext uri="{FF2B5EF4-FFF2-40B4-BE49-F238E27FC236}">
                <a16:creationId xmlns:a16="http://schemas.microsoft.com/office/drawing/2014/main" id="{F5903563-A621-4407-AD82-165A0B332D31}"/>
              </a:ext>
            </a:extLst>
          </p:cNvPr>
          <p:cNvSpPr>
            <a:spLocks xmlns:a="http://schemas.openxmlformats.org/drawingml/2006/main" noGrp="1"/>
          </p:cNvSpPr>
          <p:nvPr/>
        </p:nvSpPr>
        <p:spPr>
          <a:xfrm xmlns:a="http://schemas.openxmlformats.org/drawingml/2006/main">
            <a:off x="4152857" y="32766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2" name="line-547">
            <a:extLst xmlns:a="http://schemas.openxmlformats.org/drawingml/2006/main">
              <a:ext uri="{FF2B5EF4-FFF2-40B4-BE49-F238E27FC236}">
                <a16:creationId xmlns:a16="http://schemas.microsoft.com/office/drawing/2014/main" id="{986AD71E-5544-4AB0-9895-F0F4ECCED1C8}"/>
              </a:ext>
            </a:extLst>
          </p:cNvPr>
          <p:cNvSpPr>
            <a:spLocks xmlns:a="http://schemas.openxmlformats.org/drawingml/2006/main" noGrp="1"/>
          </p:cNvSpPr>
          <p:nvPr/>
        </p:nvSpPr>
        <p:spPr>
          <a:xfrm xmlns:a="http://schemas.openxmlformats.org/drawingml/2006/main">
            <a:off x="4152857" y="32351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3" name="line-548">
            <a:extLst xmlns:a="http://schemas.openxmlformats.org/drawingml/2006/main">
              <a:ext uri="{FF2B5EF4-FFF2-40B4-BE49-F238E27FC236}">
                <a16:creationId xmlns:a16="http://schemas.microsoft.com/office/drawing/2014/main" id="{6AB279D3-CFB9-474B-828E-77E2DEDCAC24}"/>
              </a:ext>
            </a:extLst>
          </p:cNvPr>
          <p:cNvSpPr>
            <a:spLocks xmlns:a="http://schemas.openxmlformats.org/drawingml/2006/main" noGrp="1"/>
          </p:cNvSpPr>
          <p:nvPr/>
        </p:nvSpPr>
        <p:spPr>
          <a:xfrm xmlns:a="http://schemas.openxmlformats.org/drawingml/2006/main">
            <a:off x="5943600" y="32766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24" name="line-549">
            <a:extLst xmlns:a="http://schemas.openxmlformats.org/drawingml/2006/main">
              <a:ext uri="{FF2B5EF4-FFF2-40B4-BE49-F238E27FC236}">
                <a16:creationId xmlns:a16="http://schemas.microsoft.com/office/drawing/2014/main" id="{35D8C5A5-6D47-44BB-9CC1-9C83EE8001D9}"/>
              </a:ext>
            </a:extLst>
          </p:cNvPr>
          <p:cNvSpPr>
            <a:spLocks xmlns:a="http://schemas.openxmlformats.org/drawingml/2006/main" noGrp="1"/>
          </p:cNvSpPr>
          <p:nvPr/>
        </p:nvSpPr>
        <p:spPr>
          <a:xfrm xmlns:a="http://schemas.openxmlformats.org/drawingml/2006/main">
            <a:off x="6000707" y="32766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5" name="line-550">
            <a:extLst xmlns:a="http://schemas.openxmlformats.org/drawingml/2006/main">
              <a:ext uri="{FF2B5EF4-FFF2-40B4-BE49-F238E27FC236}">
                <a16:creationId xmlns:a16="http://schemas.microsoft.com/office/drawing/2014/main" id="{A809F9BD-7204-4428-BD86-DF974084EE40}"/>
              </a:ext>
            </a:extLst>
          </p:cNvPr>
          <p:cNvSpPr>
            <a:spLocks xmlns:a="http://schemas.openxmlformats.org/drawingml/2006/main" noGrp="1"/>
          </p:cNvSpPr>
          <p:nvPr/>
        </p:nvSpPr>
        <p:spPr>
          <a:xfrm xmlns:a="http://schemas.openxmlformats.org/drawingml/2006/main">
            <a:off x="6000707" y="32351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6" name="line-551">
            <a:extLst xmlns:a="http://schemas.openxmlformats.org/drawingml/2006/main">
              <a:ext uri="{FF2B5EF4-FFF2-40B4-BE49-F238E27FC236}">
                <a16:creationId xmlns:a16="http://schemas.microsoft.com/office/drawing/2014/main" id="{649D4872-CA0E-49A0-983A-F02BADB58999}"/>
              </a:ext>
            </a:extLst>
          </p:cNvPr>
          <p:cNvSpPr>
            <a:spLocks xmlns:a="http://schemas.openxmlformats.org/drawingml/2006/main" noGrp="1"/>
          </p:cNvSpPr>
          <p:nvPr/>
        </p:nvSpPr>
        <p:spPr>
          <a:xfrm xmlns:a="http://schemas.openxmlformats.org/drawingml/2006/main">
            <a:off x="7791450" y="32766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27" name="line-552">
            <a:extLst xmlns:a="http://schemas.openxmlformats.org/drawingml/2006/main">
              <a:ext uri="{FF2B5EF4-FFF2-40B4-BE49-F238E27FC236}">
                <a16:creationId xmlns:a16="http://schemas.microsoft.com/office/drawing/2014/main" id="{5DC16611-FB4C-4C3E-A126-683BBF561CF0}"/>
              </a:ext>
            </a:extLst>
          </p:cNvPr>
          <p:cNvSpPr>
            <a:spLocks xmlns:a="http://schemas.openxmlformats.org/drawingml/2006/main" noGrp="1"/>
          </p:cNvSpPr>
          <p:nvPr/>
        </p:nvSpPr>
        <p:spPr>
          <a:xfrm xmlns:a="http://schemas.openxmlformats.org/drawingml/2006/main">
            <a:off x="7848557" y="32766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8" name="line-553">
            <a:extLst xmlns:a="http://schemas.openxmlformats.org/drawingml/2006/main">
              <a:ext uri="{FF2B5EF4-FFF2-40B4-BE49-F238E27FC236}">
                <a16:creationId xmlns:a16="http://schemas.microsoft.com/office/drawing/2014/main" id="{B671D1FE-0B79-481D-AD81-511B19DC26C0}"/>
              </a:ext>
            </a:extLst>
          </p:cNvPr>
          <p:cNvSpPr>
            <a:spLocks xmlns:a="http://schemas.openxmlformats.org/drawingml/2006/main" noGrp="1"/>
          </p:cNvSpPr>
          <p:nvPr/>
        </p:nvSpPr>
        <p:spPr>
          <a:xfrm xmlns:a="http://schemas.openxmlformats.org/drawingml/2006/main">
            <a:off x="7848557" y="32351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9" name="line-554">
            <a:extLst xmlns:a="http://schemas.openxmlformats.org/drawingml/2006/main">
              <a:ext uri="{FF2B5EF4-FFF2-40B4-BE49-F238E27FC236}">
                <a16:creationId xmlns:a16="http://schemas.microsoft.com/office/drawing/2014/main" id="{5C5A3A7B-542B-4D61-85C5-2C72468452D6}"/>
              </a:ext>
            </a:extLst>
          </p:cNvPr>
          <p:cNvSpPr>
            <a:spLocks xmlns:a="http://schemas.openxmlformats.org/drawingml/2006/main" noGrp="1"/>
          </p:cNvSpPr>
          <p:nvPr/>
        </p:nvSpPr>
        <p:spPr>
          <a:xfrm xmlns:a="http://schemas.openxmlformats.org/drawingml/2006/main">
            <a:off x="9639300" y="32766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8575">
            <a:solidFill>
              <a:srgbClr val="3379EB"/>
            </a:solidFill>
            <a:prstDash val="solid"/>
          </a:ln>
        </p:spPr>
      </p:sp>
      <p:sp>
        <p:nvSpPr>
          <p:cNvPr id="30" name="line-555">
            <a:extLst xmlns:a="http://schemas.openxmlformats.org/drawingml/2006/main">
              <a:ext uri="{FF2B5EF4-FFF2-40B4-BE49-F238E27FC236}">
                <a16:creationId xmlns:a16="http://schemas.microsoft.com/office/drawing/2014/main" id="{94F5E92C-C685-4688-B9A3-44DAC7D66B23}"/>
              </a:ext>
            </a:extLst>
          </p:cNvPr>
          <p:cNvSpPr>
            <a:spLocks xmlns:a="http://schemas.openxmlformats.org/drawingml/2006/main" noGrp="1"/>
          </p:cNvSpPr>
          <p:nvPr/>
        </p:nvSpPr>
        <p:spPr>
          <a:xfrm xmlns:a="http://schemas.openxmlformats.org/drawingml/2006/main">
            <a:off x="9696407" y="32766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31" name="line-556">
            <a:extLst xmlns:a="http://schemas.openxmlformats.org/drawingml/2006/main">
              <a:ext uri="{FF2B5EF4-FFF2-40B4-BE49-F238E27FC236}">
                <a16:creationId xmlns:a16="http://schemas.microsoft.com/office/drawing/2014/main" id="{55F89B01-08B6-45BC-BDD6-BBE252EC120C}"/>
              </a:ext>
            </a:extLst>
          </p:cNvPr>
          <p:cNvSpPr>
            <a:spLocks xmlns:a="http://schemas.openxmlformats.org/drawingml/2006/main" noGrp="1"/>
          </p:cNvSpPr>
          <p:nvPr/>
        </p:nvSpPr>
        <p:spPr>
          <a:xfrm xmlns:a="http://schemas.openxmlformats.org/drawingml/2006/main">
            <a:off x="9696407" y="32351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32" name="object-557">
            <a:extLst xmlns:a="http://schemas.openxmlformats.org/drawingml/2006/main">
              <a:ext uri="{FF2B5EF4-FFF2-40B4-BE49-F238E27FC236}">
                <a16:creationId xmlns:a16="http://schemas.microsoft.com/office/drawing/2014/main" id="{B8961540-9E04-4771-AB22-A178C7428026}"/>
              </a:ext>
            </a:extLst>
          </p:cNvPr>
          <p:cNvSpPr>
            <a:spLocks xmlns:a="http://schemas.openxmlformats.org/drawingml/2006/main" noGrp="1"/>
          </p:cNvSpPr>
          <p:nvPr/>
        </p:nvSpPr>
        <p:spPr>
          <a:xfrm xmlns:a="http://schemas.openxmlformats.org/drawingml/2006/main">
            <a:off x="609600" y="3886200"/>
            <a:ext cx="1095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950" b="0">
                <a:solidFill>
                  <a:srgbClr val="62768A"/>
                </a:solidFill>
                <a:latin typeface="Microsoft YaHei"/>
                <a:ea typeface="Microsoft YaHei"/>
                <a:cs typeface="Microsoft YaHei"/>
              </a:defRPr>
            </a:defPPr>
            <a:lvl1pPr algn="l">
              <a:defRPr sz="1950" b="0">
                <a:solidFill>
                  <a:srgbClr val="62768A"/>
                </a:solidFill>
                <a:latin typeface="Microsoft YaHei"/>
                <a:ea typeface="Microsoft YaHei"/>
                <a:cs typeface="Microsoft YaHei"/>
              </a:defRPr>
            </a:lvl1pPr>
            <a:lvl2pPr algn="l">
              <a:defRPr sz="1950" b="0">
                <a:solidFill>
                  <a:srgbClr val="62768A"/>
                </a:solidFill>
                <a:latin typeface="Microsoft YaHei"/>
                <a:ea typeface="Microsoft YaHei"/>
                <a:cs typeface="Microsoft YaHei"/>
              </a:defRPr>
            </a:lvl2pPr>
            <a:lvl3pPr algn="l">
              <a:defRPr sz="1950" b="0">
                <a:solidFill>
                  <a:srgbClr val="62768A"/>
                </a:solidFill>
                <a:latin typeface="Microsoft YaHei"/>
                <a:ea typeface="Microsoft YaHei"/>
                <a:cs typeface="Microsoft YaHei"/>
              </a:defRPr>
            </a:lvl3pPr>
            <a:lvl4pPr algn="l">
              <a:defRPr sz="1950" b="0">
                <a:solidFill>
                  <a:srgbClr val="62768A"/>
                </a:solidFill>
                <a:latin typeface="Microsoft YaHei"/>
                <a:ea typeface="Microsoft YaHei"/>
                <a:cs typeface="Microsoft YaHei"/>
              </a:defRPr>
            </a:lvl4pPr>
            <a:lvl5pPr algn="l">
              <a:defRPr sz="1950" b="0">
                <a:solidFill>
                  <a:srgbClr val="62768A"/>
                </a:solidFill>
                <a:latin typeface="Microsoft YaHei"/>
                <a:ea typeface="Microsoft YaHei"/>
                <a:cs typeface="Microsoft YaHei"/>
              </a:defRPr>
            </a:lvl5pPr>
            <a:lvl6pPr algn="l">
              <a:defRPr sz="1950" b="0">
                <a:solidFill>
                  <a:srgbClr val="62768A"/>
                </a:solidFill>
                <a:latin typeface="Microsoft YaHei"/>
                <a:ea typeface="Microsoft YaHei"/>
                <a:cs typeface="Microsoft YaHei"/>
              </a:defRPr>
            </a:lvl6pPr>
            <a:lvl7pPr algn="l">
              <a:defRPr sz="1950" b="0">
                <a:solidFill>
                  <a:srgbClr val="62768A"/>
                </a:solidFill>
                <a:latin typeface="Microsoft YaHei"/>
                <a:ea typeface="Microsoft YaHei"/>
                <a:cs typeface="Microsoft YaHei"/>
              </a:defRPr>
            </a:lvl7pPr>
            <a:lvl8pPr algn="l">
              <a:defRPr sz="1950" b="0">
                <a:solidFill>
                  <a:srgbClr val="62768A"/>
                </a:solidFill>
                <a:latin typeface="Microsoft YaHei"/>
                <a:ea typeface="Microsoft YaHei"/>
                <a:cs typeface="Microsoft YaHei"/>
              </a:defRPr>
            </a:lvl8pPr>
            <a:lvl9pPr algn="l">
              <a:defRPr sz="1950" b="0">
                <a:solidFill>
                  <a:srgbClr val="62768A"/>
                </a:solidFill>
                <a:latin typeface="Microsoft YaHei"/>
                <a:ea typeface="Microsoft YaHei"/>
                <a:cs typeface="Microsoft YaHei"/>
              </a:defRPr>
            </a:lvl9pPr>
          </a:lstStyle>
          <a:p xmlns:a="http://schemas.openxmlformats.org/drawingml/2006/main">
            <a:pPr algn="l">
              <a:defRPr sz="1950" b="0">
                <a:solidFill>
                  <a:srgbClr val="62768A"/>
                </a:solidFill>
                <a:latin typeface="Microsoft YaHei"/>
                <a:ea typeface="Microsoft YaHei"/>
                <a:cs typeface="Microsoft YaHei"/>
              </a:defRPr>
            </a:pPr>
            <a:r>
              <a:rPr sz="1950" b="0">
                <a:solidFill>
                  <a:srgbClr val="62768A"/>
                </a:solidFill>
                <a:latin typeface="Microsoft YaHei"/>
                <a:ea typeface="Microsoft YaHei"/>
                <a:cs typeface="Microsoft YaHei"/>
              </a:rPr>
              <a:t>场景Mixer后可接RenderEffect；实际请求从输出端反向拉取</a:t>
            </a:r>
          </a:p>
        </p:txBody>
      </p:sp>
      <p:sp>
        <p:nvSpPr>
          <p:cNvPr id="33" name="object-558">
            <a:extLst xmlns:a="http://schemas.openxmlformats.org/drawingml/2006/main">
              <a:ext uri="{FF2B5EF4-FFF2-40B4-BE49-F238E27FC236}">
                <a16:creationId xmlns:a16="http://schemas.microsoft.com/office/drawing/2014/main" id="{B0A2774C-4145-4D17-B448-4268FD2F877F}"/>
              </a:ext>
            </a:extLst>
          </p:cNvPr>
          <p:cNvSpPr>
            <a:spLocks xmlns:a="http://schemas.openxmlformats.org/drawingml/2006/main" noGrp="1"/>
          </p:cNvSpPr>
          <p:nvPr/>
        </p:nvSpPr>
        <p:spPr>
          <a:xfrm xmlns:a="http://schemas.openxmlformats.org/drawingml/2006/main">
            <a:off x="609600" y="4543425"/>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119A92"/>
                </a:solidFill>
                <a:latin typeface="Microsoft YaHei"/>
                <a:ea typeface="Microsoft YaHei"/>
                <a:cs typeface="Microsoft YaHei"/>
              </a:defRPr>
            </a:defPPr>
            <a:lvl1pPr algn="l">
              <a:defRPr sz="2025" b="1">
                <a:solidFill>
                  <a:srgbClr val="119A92"/>
                </a:solidFill>
                <a:latin typeface="Microsoft YaHei"/>
                <a:ea typeface="Microsoft YaHei"/>
                <a:cs typeface="Microsoft YaHei"/>
              </a:defRPr>
            </a:lvl1pPr>
            <a:lvl2pPr algn="l">
              <a:defRPr sz="2025" b="1">
                <a:solidFill>
                  <a:srgbClr val="119A92"/>
                </a:solidFill>
                <a:latin typeface="Microsoft YaHei"/>
                <a:ea typeface="Microsoft YaHei"/>
                <a:cs typeface="Microsoft YaHei"/>
              </a:defRPr>
            </a:lvl2pPr>
            <a:lvl3pPr algn="l">
              <a:defRPr sz="2025" b="1">
                <a:solidFill>
                  <a:srgbClr val="119A92"/>
                </a:solidFill>
                <a:latin typeface="Microsoft YaHei"/>
                <a:ea typeface="Microsoft YaHei"/>
                <a:cs typeface="Microsoft YaHei"/>
              </a:defRPr>
            </a:lvl3pPr>
            <a:lvl4pPr algn="l">
              <a:defRPr sz="2025" b="1">
                <a:solidFill>
                  <a:srgbClr val="119A92"/>
                </a:solidFill>
                <a:latin typeface="Microsoft YaHei"/>
                <a:ea typeface="Microsoft YaHei"/>
                <a:cs typeface="Microsoft YaHei"/>
              </a:defRPr>
            </a:lvl4pPr>
            <a:lvl5pPr algn="l">
              <a:defRPr sz="2025" b="1">
                <a:solidFill>
                  <a:srgbClr val="119A92"/>
                </a:solidFill>
                <a:latin typeface="Microsoft YaHei"/>
                <a:ea typeface="Microsoft YaHei"/>
                <a:cs typeface="Microsoft YaHei"/>
              </a:defRPr>
            </a:lvl5pPr>
            <a:lvl6pPr algn="l">
              <a:defRPr sz="2025" b="1">
                <a:solidFill>
                  <a:srgbClr val="119A92"/>
                </a:solidFill>
                <a:latin typeface="Microsoft YaHei"/>
                <a:ea typeface="Microsoft YaHei"/>
                <a:cs typeface="Microsoft YaHei"/>
              </a:defRPr>
            </a:lvl6pPr>
            <a:lvl7pPr algn="l">
              <a:defRPr sz="2025" b="1">
                <a:solidFill>
                  <a:srgbClr val="119A92"/>
                </a:solidFill>
                <a:latin typeface="Microsoft YaHei"/>
                <a:ea typeface="Microsoft YaHei"/>
                <a:cs typeface="Microsoft YaHei"/>
              </a:defRPr>
            </a:lvl7pPr>
            <a:lvl8pPr algn="l">
              <a:defRPr sz="2025" b="1">
                <a:solidFill>
                  <a:srgbClr val="119A92"/>
                </a:solidFill>
                <a:latin typeface="Microsoft YaHei"/>
                <a:ea typeface="Microsoft YaHei"/>
                <a:cs typeface="Microsoft YaHei"/>
              </a:defRPr>
            </a:lvl8pPr>
            <a:lvl9pPr algn="l">
              <a:defRPr sz="2025" b="1">
                <a:solidFill>
                  <a:srgbClr val="119A92"/>
                </a:solidFill>
                <a:latin typeface="Microsoft YaHei"/>
                <a:ea typeface="Microsoft YaHei"/>
                <a:cs typeface="Microsoft YaHei"/>
              </a:defRPr>
            </a:lvl9pPr>
          </a:lstStyle>
          <a:p xmlns:a="http://schemas.openxmlformats.org/drawingml/2006/main">
            <a:pPr algn="l">
              <a:defRPr sz="2025" b="1">
                <a:solidFill>
                  <a:srgbClr val="119A92"/>
                </a:solidFill>
                <a:latin typeface="Microsoft YaHei"/>
                <a:ea typeface="Microsoft YaHei"/>
                <a:cs typeface="Microsoft YaHei"/>
              </a:defRPr>
            </a:pPr>
            <a:r>
              <a:rPr sz="2025" b="1">
                <a:solidFill>
                  <a:srgbClr val="119A92"/>
                </a:solidFill>
                <a:latin typeface="Microsoft YaHei"/>
                <a:ea typeface="Microsoft YaHei"/>
                <a:cs typeface="Microsoft YaHei"/>
              </a:rPr>
              <a:t>OutputCluster（不同场景汇合）</a:t>
            </a:r>
          </a:p>
        </p:txBody>
      </p:sp>
      <p:sp>
        <p:nvSpPr>
          <p:cNvPr id="34" name="object-559">
            <a:extLst xmlns:a="http://schemas.openxmlformats.org/drawingml/2006/main">
              <a:ext uri="{FF2B5EF4-FFF2-40B4-BE49-F238E27FC236}">
                <a16:creationId xmlns:a16="http://schemas.microsoft.com/office/drawing/2014/main" id="{93E531E7-8B52-4B90-848E-D15E599217CD}"/>
              </a:ext>
            </a:extLst>
          </p:cNvPr>
          <p:cNvSpPr>
            <a:spLocks xmlns:a="http://schemas.openxmlformats.org/drawingml/2006/main" noGrp="1"/>
          </p:cNvSpPr>
          <p:nvPr/>
        </p:nvSpPr>
        <p:spPr>
          <a:xfrm xmlns:a="http://schemas.openxmlformats.org/drawingml/2006/main">
            <a:off x="609600" y="5143500"/>
            <a:ext cx="2333625" cy="704850"/>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35" name="object-560">
            <a:extLst xmlns:a="http://schemas.openxmlformats.org/drawingml/2006/main">
              <a:ext uri="{FF2B5EF4-FFF2-40B4-BE49-F238E27FC236}">
                <a16:creationId xmlns:a16="http://schemas.microsoft.com/office/drawing/2014/main" id="{329646C7-379D-4D8E-BBE4-4EDB434BFB2A}"/>
              </a:ext>
            </a:extLst>
          </p:cNvPr>
          <p:cNvSpPr>
            <a:spLocks xmlns:a="http://schemas.openxmlformats.org/drawingml/2006/main" noGrp="1"/>
          </p:cNvSpPr>
          <p:nvPr/>
        </p:nvSpPr>
        <p:spPr>
          <a:xfrm xmlns:a="http://schemas.openxmlformats.org/drawingml/2006/main">
            <a:off x="723900" y="5200650"/>
            <a:ext cx="21050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场景输出</a:t>
            </a:r>
          </a:p>
        </p:txBody>
      </p:sp>
      <p:sp>
        <p:nvSpPr>
          <p:cNvPr id="36" name="object-561">
            <a:extLst xmlns:a="http://schemas.openxmlformats.org/drawingml/2006/main">
              <a:ext uri="{FF2B5EF4-FFF2-40B4-BE49-F238E27FC236}">
                <a16:creationId xmlns:a16="http://schemas.microsoft.com/office/drawing/2014/main" id="{36A5874D-FEF6-46E7-B42D-6CADC11015CB}"/>
              </a:ext>
            </a:extLst>
          </p:cNvPr>
          <p:cNvSpPr>
            <a:spLocks xmlns:a="http://schemas.openxmlformats.org/drawingml/2006/main" noGrp="1"/>
          </p:cNvSpPr>
          <p:nvPr/>
        </p:nvSpPr>
        <p:spPr>
          <a:xfrm xmlns:a="http://schemas.openxmlformats.org/drawingml/2006/main">
            <a:off x="3486150" y="5143500"/>
            <a:ext cx="2333625" cy="704850"/>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37" name="object-562">
            <a:extLst xmlns:a="http://schemas.openxmlformats.org/drawingml/2006/main">
              <a:ext uri="{FF2B5EF4-FFF2-40B4-BE49-F238E27FC236}">
                <a16:creationId xmlns:a16="http://schemas.microsoft.com/office/drawing/2014/main" id="{CA9B9E4F-0C73-446B-9FB5-9B6F286D6D08}"/>
              </a:ext>
            </a:extLst>
          </p:cNvPr>
          <p:cNvSpPr>
            <a:spLocks xmlns:a="http://schemas.openxmlformats.org/drawingml/2006/main" noGrp="1"/>
          </p:cNvSpPr>
          <p:nvPr/>
        </p:nvSpPr>
        <p:spPr>
          <a:xfrm xmlns:a="http://schemas.openxmlformats.org/drawingml/2006/main">
            <a:off x="3600450" y="5200650"/>
            <a:ext cx="21050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75" b="1">
                <a:solidFill>
                  <a:srgbClr val="FFFFFF"/>
                </a:solidFill>
                <a:latin typeface="Microsoft YaHei"/>
                <a:ea typeface="Microsoft YaHei"/>
                <a:cs typeface="Microsoft YaHei"/>
              </a:defRPr>
            </a:defPPr>
            <a:lvl1pPr algn="ctr">
              <a:defRPr sz="1875" b="1">
                <a:solidFill>
                  <a:srgbClr val="FFFFFF"/>
                </a:solidFill>
                <a:latin typeface="Microsoft YaHei"/>
                <a:ea typeface="Microsoft YaHei"/>
                <a:cs typeface="Microsoft YaHei"/>
              </a:defRPr>
            </a:lvl1pPr>
            <a:lvl2pPr algn="ctr">
              <a:defRPr sz="1875" b="1">
                <a:solidFill>
                  <a:srgbClr val="FFFFFF"/>
                </a:solidFill>
                <a:latin typeface="Microsoft YaHei"/>
                <a:ea typeface="Microsoft YaHei"/>
                <a:cs typeface="Microsoft YaHei"/>
              </a:defRPr>
            </a:lvl2pPr>
            <a:lvl3pPr algn="ctr">
              <a:defRPr sz="1875" b="1">
                <a:solidFill>
                  <a:srgbClr val="FFFFFF"/>
                </a:solidFill>
                <a:latin typeface="Microsoft YaHei"/>
                <a:ea typeface="Microsoft YaHei"/>
                <a:cs typeface="Microsoft YaHei"/>
              </a:defRPr>
            </a:lvl3pPr>
            <a:lvl4pPr algn="ctr">
              <a:defRPr sz="1875" b="1">
                <a:solidFill>
                  <a:srgbClr val="FFFFFF"/>
                </a:solidFill>
                <a:latin typeface="Microsoft YaHei"/>
                <a:ea typeface="Microsoft YaHei"/>
                <a:cs typeface="Microsoft YaHei"/>
              </a:defRPr>
            </a:lvl4pPr>
            <a:lvl5pPr algn="ctr">
              <a:defRPr sz="1875" b="1">
                <a:solidFill>
                  <a:srgbClr val="FFFFFF"/>
                </a:solidFill>
                <a:latin typeface="Microsoft YaHei"/>
                <a:ea typeface="Microsoft YaHei"/>
                <a:cs typeface="Microsoft YaHei"/>
              </a:defRPr>
            </a:lvl5pPr>
            <a:lvl6pPr algn="ctr">
              <a:defRPr sz="1875" b="1">
                <a:solidFill>
                  <a:srgbClr val="FFFFFF"/>
                </a:solidFill>
                <a:latin typeface="Microsoft YaHei"/>
                <a:ea typeface="Microsoft YaHei"/>
                <a:cs typeface="Microsoft YaHei"/>
              </a:defRPr>
            </a:lvl6pPr>
            <a:lvl7pPr algn="ctr">
              <a:defRPr sz="1875" b="1">
                <a:solidFill>
                  <a:srgbClr val="FFFFFF"/>
                </a:solidFill>
                <a:latin typeface="Microsoft YaHei"/>
                <a:ea typeface="Microsoft YaHei"/>
                <a:cs typeface="Microsoft YaHei"/>
              </a:defRPr>
            </a:lvl7pPr>
            <a:lvl8pPr algn="ctr">
              <a:defRPr sz="1875" b="1">
                <a:solidFill>
                  <a:srgbClr val="FFFFFF"/>
                </a:solidFill>
                <a:latin typeface="Microsoft YaHei"/>
                <a:ea typeface="Microsoft YaHei"/>
                <a:cs typeface="Microsoft YaHei"/>
              </a:defRPr>
            </a:lvl8pPr>
            <a:lvl9pPr algn="ctr">
              <a:defRPr sz="1875" b="1">
                <a:solidFill>
                  <a:srgbClr val="FFFFFF"/>
                </a:solidFill>
                <a:latin typeface="Microsoft YaHei"/>
                <a:ea typeface="Microsoft YaHei"/>
                <a:cs typeface="Microsoft YaHei"/>
              </a:defRPr>
            </a:lvl9pPr>
          </a:lstStyle>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Converter</a:t>
            </a:r>
          </a:p>
        </p:txBody>
      </p:sp>
      <p:sp>
        <p:nvSpPr>
          <p:cNvPr id="38" name="object-563">
            <a:extLst xmlns:a="http://schemas.openxmlformats.org/drawingml/2006/main">
              <a:ext uri="{FF2B5EF4-FFF2-40B4-BE49-F238E27FC236}">
                <a16:creationId xmlns:a16="http://schemas.microsoft.com/office/drawing/2014/main" id="{B79E9577-3676-4229-9FFA-597227DA2B7F}"/>
              </a:ext>
            </a:extLst>
          </p:cNvPr>
          <p:cNvSpPr>
            <a:spLocks xmlns:a="http://schemas.openxmlformats.org/drawingml/2006/main" noGrp="1"/>
          </p:cNvSpPr>
          <p:nvPr/>
        </p:nvSpPr>
        <p:spPr>
          <a:xfrm xmlns:a="http://schemas.openxmlformats.org/drawingml/2006/main">
            <a:off x="6362700" y="5143500"/>
            <a:ext cx="2333625" cy="704850"/>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39" name="object-564">
            <a:extLst xmlns:a="http://schemas.openxmlformats.org/drawingml/2006/main">
              <a:ext uri="{FF2B5EF4-FFF2-40B4-BE49-F238E27FC236}">
                <a16:creationId xmlns:a16="http://schemas.microsoft.com/office/drawing/2014/main" id="{4968DE89-FA97-4C7D-8824-230E62319F2E}"/>
              </a:ext>
            </a:extLst>
          </p:cNvPr>
          <p:cNvSpPr>
            <a:spLocks xmlns:a="http://schemas.openxmlformats.org/drawingml/2006/main" noGrp="1"/>
          </p:cNvSpPr>
          <p:nvPr/>
        </p:nvSpPr>
        <p:spPr>
          <a:xfrm xmlns:a="http://schemas.openxmlformats.org/drawingml/2006/main">
            <a:off x="6477000" y="5200650"/>
            <a:ext cx="21050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输出 Mixer</a:t>
            </a:r>
          </a:p>
        </p:txBody>
      </p:sp>
      <p:sp>
        <p:nvSpPr>
          <p:cNvPr id="40" name="object-565">
            <a:extLst xmlns:a="http://schemas.openxmlformats.org/drawingml/2006/main">
              <a:ext uri="{FF2B5EF4-FFF2-40B4-BE49-F238E27FC236}">
                <a16:creationId xmlns:a16="http://schemas.microsoft.com/office/drawing/2014/main" id="{1A129AF5-1773-491D-8521-26D4B93C400E}"/>
              </a:ext>
            </a:extLst>
          </p:cNvPr>
          <p:cNvSpPr>
            <a:spLocks xmlns:a="http://schemas.openxmlformats.org/drawingml/2006/main" noGrp="1"/>
          </p:cNvSpPr>
          <p:nvPr/>
        </p:nvSpPr>
        <p:spPr>
          <a:xfrm xmlns:a="http://schemas.openxmlformats.org/drawingml/2006/main">
            <a:off x="9239250" y="5143500"/>
            <a:ext cx="2324100" cy="704850"/>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41" name="object-566">
            <a:extLst xmlns:a="http://schemas.openxmlformats.org/drawingml/2006/main">
              <a:ext uri="{FF2B5EF4-FFF2-40B4-BE49-F238E27FC236}">
                <a16:creationId xmlns:a16="http://schemas.microsoft.com/office/drawing/2014/main" id="{B0A91571-0105-4F2E-B1CB-BF5AF6A0BF98}"/>
              </a:ext>
            </a:extLst>
          </p:cNvPr>
          <p:cNvSpPr>
            <a:spLocks xmlns:a="http://schemas.openxmlformats.org/drawingml/2006/main" noGrp="1"/>
          </p:cNvSpPr>
          <p:nvPr/>
        </p:nvSpPr>
        <p:spPr>
          <a:xfrm xmlns:a="http://schemas.openxmlformats.org/drawingml/2006/main">
            <a:off x="9353550" y="520065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SinkOutput</a:t>
            </a:r>
          </a:p>
        </p:txBody>
      </p:sp>
      <p:sp>
        <p:nvSpPr>
          <p:cNvPr id="42" name="line-567">
            <a:extLst xmlns:a="http://schemas.openxmlformats.org/drawingml/2006/main">
              <a:ext uri="{FF2B5EF4-FFF2-40B4-BE49-F238E27FC236}">
                <a16:creationId xmlns:a16="http://schemas.microsoft.com/office/drawing/2014/main" id="{03E1D0CB-3F0E-4033-B710-EAA22C4AB812}"/>
              </a:ext>
            </a:extLst>
          </p:cNvPr>
          <p:cNvSpPr>
            <a:spLocks xmlns:a="http://schemas.openxmlformats.org/drawingml/2006/main" noGrp="1"/>
          </p:cNvSpPr>
          <p:nvPr/>
        </p:nvSpPr>
        <p:spPr>
          <a:xfrm xmlns:a="http://schemas.openxmlformats.org/drawingml/2006/main">
            <a:off x="3048000" y="5495925"/>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8575">
            <a:solidFill>
              <a:srgbClr val="119A92"/>
            </a:solidFill>
            <a:prstDash val="solid"/>
          </a:ln>
        </p:spPr>
      </p:sp>
      <p:sp>
        <p:nvSpPr>
          <p:cNvPr id="43" name="line-568">
            <a:extLst xmlns:a="http://schemas.openxmlformats.org/drawingml/2006/main">
              <a:ext uri="{FF2B5EF4-FFF2-40B4-BE49-F238E27FC236}">
                <a16:creationId xmlns:a16="http://schemas.microsoft.com/office/drawing/2014/main" id="{B775AA48-AEEB-4085-BC8E-DCBB2D6976A0}"/>
              </a:ext>
            </a:extLst>
          </p:cNvPr>
          <p:cNvSpPr>
            <a:spLocks xmlns:a="http://schemas.openxmlformats.org/drawingml/2006/main" noGrp="1"/>
          </p:cNvSpPr>
          <p:nvPr/>
        </p:nvSpPr>
        <p:spPr>
          <a:xfrm xmlns:a="http://schemas.openxmlformats.org/drawingml/2006/main">
            <a:off x="3286082" y="54959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119A92"/>
            </a:solidFill>
            <a:prstDash val="solid"/>
          </a:ln>
        </p:spPr>
      </p:sp>
      <p:sp>
        <p:nvSpPr>
          <p:cNvPr id="44" name="line-569">
            <a:extLst xmlns:a="http://schemas.openxmlformats.org/drawingml/2006/main">
              <a:ext uri="{FF2B5EF4-FFF2-40B4-BE49-F238E27FC236}">
                <a16:creationId xmlns:a16="http://schemas.microsoft.com/office/drawing/2014/main" id="{5464170D-C659-4EAA-8F18-D17E8329AB8C}"/>
              </a:ext>
            </a:extLst>
          </p:cNvPr>
          <p:cNvSpPr>
            <a:spLocks xmlns:a="http://schemas.openxmlformats.org/drawingml/2006/main" noGrp="1"/>
          </p:cNvSpPr>
          <p:nvPr/>
        </p:nvSpPr>
        <p:spPr>
          <a:xfrm xmlns:a="http://schemas.openxmlformats.org/drawingml/2006/main">
            <a:off x="3286082" y="54544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119A92"/>
            </a:solidFill>
            <a:prstDash val="solid"/>
          </a:ln>
        </p:spPr>
      </p:sp>
      <p:sp>
        <p:nvSpPr>
          <p:cNvPr id="45" name="line-570">
            <a:extLst xmlns:a="http://schemas.openxmlformats.org/drawingml/2006/main">
              <a:ext uri="{FF2B5EF4-FFF2-40B4-BE49-F238E27FC236}">
                <a16:creationId xmlns:a16="http://schemas.microsoft.com/office/drawing/2014/main" id="{57898AFF-0D99-4744-B5D8-AAB205353A06}"/>
              </a:ext>
            </a:extLst>
          </p:cNvPr>
          <p:cNvSpPr>
            <a:spLocks xmlns:a="http://schemas.openxmlformats.org/drawingml/2006/main" noGrp="1"/>
          </p:cNvSpPr>
          <p:nvPr/>
        </p:nvSpPr>
        <p:spPr>
          <a:xfrm xmlns:a="http://schemas.openxmlformats.org/drawingml/2006/main">
            <a:off x="5924550" y="5495925"/>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8575">
            <a:solidFill>
              <a:srgbClr val="119A92"/>
            </a:solidFill>
            <a:prstDash val="solid"/>
          </a:ln>
        </p:spPr>
      </p:sp>
      <p:sp>
        <p:nvSpPr>
          <p:cNvPr id="46" name="line-571">
            <a:extLst xmlns:a="http://schemas.openxmlformats.org/drawingml/2006/main">
              <a:ext uri="{FF2B5EF4-FFF2-40B4-BE49-F238E27FC236}">
                <a16:creationId xmlns:a16="http://schemas.microsoft.com/office/drawing/2014/main" id="{179F2F4D-76DC-48B8-AB2A-05AC94BDBCD1}"/>
              </a:ext>
            </a:extLst>
          </p:cNvPr>
          <p:cNvSpPr>
            <a:spLocks xmlns:a="http://schemas.openxmlformats.org/drawingml/2006/main" noGrp="1"/>
          </p:cNvSpPr>
          <p:nvPr/>
        </p:nvSpPr>
        <p:spPr>
          <a:xfrm xmlns:a="http://schemas.openxmlformats.org/drawingml/2006/main">
            <a:off x="6162632" y="54959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119A92"/>
            </a:solidFill>
            <a:prstDash val="solid"/>
          </a:ln>
        </p:spPr>
      </p:sp>
      <p:sp>
        <p:nvSpPr>
          <p:cNvPr id="47" name="line-572">
            <a:extLst xmlns:a="http://schemas.openxmlformats.org/drawingml/2006/main">
              <a:ext uri="{FF2B5EF4-FFF2-40B4-BE49-F238E27FC236}">
                <a16:creationId xmlns:a16="http://schemas.microsoft.com/office/drawing/2014/main" id="{7C3863F4-05AC-41AD-99CE-3CC454879EA3}"/>
              </a:ext>
            </a:extLst>
          </p:cNvPr>
          <p:cNvSpPr>
            <a:spLocks xmlns:a="http://schemas.openxmlformats.org/drawingml/2006/main" noGrp="1"/>
          </p:cNvSpPr>
          <p:nvPr/>
        </p:nvSpPr>
        <p:spPr>
          <a:xfrm xmlns:a="http://schemas.openxmlformats.org/drawingml/2006/main">
            <a:off x="6162632" y="54544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119A92"/>
            </a:solidFill>
            <a:prstDash val="solid"/>
          </a:ln>
        </p:spPr>
      </p:sp>
      <p:sp>
        <p:nvSpPr>
          <p:cNvPr id="48" name="line-573">
            <a:extLst xmlns:a="http://schemas.openxmlformats.org/drawingml/2006/main">
              <a:ext uri="{FF2B5EF4-FFF2-40B4-BE49-F238E27FC236}">
                <a16:creationId xmlns:a16="http://schemas.microsoft.com/office/drawing/2014/main" id="{C3CE46B8-10C6-4853-AFF3-E7C65C040555}"/>
              </a:ext>
            </a:extLst>
          </p:cNvPr>
          <p:cNvSpPr>
            <a:spLocks xmlns:a="http://schemas.openxmlformats.org/drawingml/2006/main" noGrp="1"/>
          </p:cNvSpPr>
          <p:nvPr/>
        </p:nvSpPr>
        <p:spPr>
          <a:xfrm xmlns:a="http://schemas.openxmlformats.org/drawingml/2006/main">
            <a:off x="8801100" y="5495925"/>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8575">
            <a:solidFill>
              <a:srgbClr val="119A92"/>
            </a:solidFill>
            <a:prstDash val="solid"/>
          </a:ln>
        </p:spPr>
      </p:sp>
      <p:sp>
        <p:nvSpPr>
          <p:cNvPr id="49" name="line-574">
            <a:extLst xmlns:a="http://schemas.openxmlformats.org/drawingml/2006/main">
              <a:ext uri="{FF2B5EF4-FFF2-40B4-BE49-F238E27FC236}">
                <a16:creationId xmlns:a16="http://schemas.microsoft.com/office/drawing/2014/main" id="{50C0A5BF-2390-4B8D-B6A0-DB610367EBE7}"/>
              </a:ext>
            </a:extLst>
          </p:cNvPr>
          <p:cNvSpPr>
            <a:spLocks xmlns:a="http://schemas.openxmlformats.org/drawingml/2006/main" noGrp="1"/>
          </p:cNvSpPr>
          <p:nvPr/>
        </p:nvSpPr>
        <p:spPr>
          <a:xfrm xmlns:a="http://schemas.openxmlformats.org/drawingml/2006/main">
            <a:off x="9039182" y="54959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119A92"/>
            </a:solidFill>
            <a:prstDash val="solid"/>
          </a:ln>
        </p:spPr>
      </p:sp>
      <p:sp>
        <p:nvSpPr>
          <p:cNvPr id="50" name="line-575">
            <a:extLst xmlns:a="http://schemas.openxmlformats.org/drawingml/2006/main">
              <a:ext uri="{FF2B5EF4-FFF2-40B4-BE49-F238E27FC236}">
                <a16:creationId xmlns:a16="http://schemas.microsoft.com/office/drawing/2014/main" id="{3E8E486D-FEDF-479F-89CC-E9ECD304CF22}"/>
              </a:ext>
            </a:extLst>
          </p:cNvPr>
          <p:cNvSpPr>
            <a:spLocks xmlns:a="http://schemas.openxmlformats.org/drawingml/2006/main" noGrp="1"/>
          </p:cNvSpPr>
          <p:nvPr/>
        </p:nvSpPr>
        <p:spPr>
          <a:xfrm xmlns:a="http://schemas.openxmlformats.org/drawingml/2006/main">
            <a:off x="9039182" y="54544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119A92"/>
            </a:solidFill>
            <a:prstDash val="solid"/>
          </a:ln>
        </p:spPr>
      </p:sp>
      <p:sp>
        <p:nvSpPr>
          <p:cNvPr id="51" name="object-576">
            <a:extLst xmlns:a="http://schemas.openxmlformats.org/drawingml/2006/main">
              <a:ext uri="{FF2B5EF4-FFF2-40B4-BE49-F238E27FC236}">
                <a16:creationId xmlns:a16="http://schemas.microsoft.com/office/drawing/2014/main" id="{B7DE4425-A8A6-49B4-AB07-D26D7901EAF3}"/>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局部对象关系，省略特殊路径；Mixer块长、共享span和设备提交粒度并不必然相同</a:t>
            </a:r>
          </a:p>
        </p:txBody>
      </p:sp>
      <p:sp>
        <p:nvSpPr>
          <p:cNvPr id="52" name="object-577">
            <a:extLst xmlns:a="http://schemas.openxmlformats.org/drawingml/2006/main">
              <a:ext uri="{FF2B5EF4-FFF2-40B4-BE49-F238E27FC236}">
                <a16:creationId xmlns:a16="http://schemas.microsoft.com/office/drawing/2014/main" id="{F4E58E86-FAD4-441B-B028-DC87DD1EF49F}"/>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A3</a:t>
            </a:r>
          </a:p>
        </p:txBody>
      </p:sp>
    </p:spTree>
    <p:extLst>
      <p:ext uri="{BB962C8B-B14F-4D97-AF65-F5344CB8AC3E}">
        <p14:creationId xmlns:p14="http://schemas.microsoft.com/office/powerpoint/2010/main" val="319672131"/>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9" name="object-578">
            <a:extLst xmlns:a="http://schemas.openxmlformats.org/drawingml/2006/main">
              <a:ext uri="{FF2B5EF4-FFF2-40B4-BE49-F238E27FC236}">
                <a16:creationId xmlns:a16="http://schemas.microsoft.com/office/drawing/2014/main" id="{F4451299-32D8-4735-8748-05EFB6D5CCCC}"/>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技术附录 · A4</a:t>
            </a:r>
          </a:p>
        </p:txBody>
      </p:sp>
      <p:sp>
        <p:nvSpPr>
          <p:cNvPr id="2" name="object-579">
            <a:extLst xmlns:a="http://schemas.openxmlformats.org/drawingml/2006/main">
              <a:ext uri="{FF2B5EF4-FFF2-40B4-BE49-F238E27FC236}">
                <a16:creationId xmlns:a16="http://schemas.microsoft.com/office/drawing/2014/main" id="{8A386A50-F5B1-4182-8F59-FC52FB78EE37}"/>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A4  策略、服务与引擎的启动协作</a:t>
            </a:r>
          </a:p>
        </p:txBody>
      </p:sp>
      <p:sp>
        <p:nvSpPr>
          <p:cNvPr id="3" name="object-580">
            <a:extLst xmlns:a="http://schemas.openxmlformats.org/drawingml/2006/main">
              <a:ext uri="{FF2B5EF4-FFF2-40B4-BE49-F238E27FC236}">
                <a16:creationId xmlns:a16="http://schemas.microsoft.com/office/drawing/2014/main" id="{4EC38908-8A7E-475C-A96F-0A38EC6A8B34}"/>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请求接受、RUNNING状态和首帧消费需要分别观察</a:t>
            </a:r>
          </a:p>
        </p:txBody>
      </p:sp>
      <p:sp>
        <p:nvSpPr>
          <p:cNvPr id="4" name="object-581">
            <a:extLst xmlns:a="http://schemas.openxmlformats.org/drawingml/2006/main">
              <a:ext uri="{FF2B5EF4-FFF2-40B4-BE49-F238E27FC236}">
                <a16:creationId xmlns:a16="http://schemas.microsoft.com/office/drawing/2014/main" id="{64AC7969-E500-4988-A045-83282EF586B3}"/>
              </a:ext>
            </a:extLst>
          </p:cNvPr>
          <p:cNvSpPr>
            <a:spLocks xmlns:a="http://schemas.openxmlformats.org/drawingml/2006/main" noGrp="1"/>
          </p:cNvSpPr>
          <p:nvPr/>
        </p:nvSpPr>
        <p:spPr>
          <a:xfrm xmlns:a="http://schemas.openxmlformats.org/drawingml/2006/main">
            <a:off x="609600" y="2362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62768A"/>
                </a:solidFill>
                <a:latin typeface="Microsoft YaHei"/>
                <a:ea typeface="Microsoft YaHei"/>
                <a:cs typeface="Microsoft YaHei"/>
              </a:defRPr>
            </a:defPPr>
            <a:lvl1pPr algn="ctr">
              <a:defRPr sz="2025" b="1">
                <a:solidFill>
                  <a:srgbClr val="62768A"/>
                </a:solidFill>
                <a:latin typeface="Microsoft YaHei"/>
                <a:ea typeface="Microsoft YaHei"/>
                <a:cs typeface="Microsoft YaHei"/>
              </a:defRPr>
            </a:lvl1pPr>
            <a:lvl2pPr algn="ctr">
              <a:defRPr sz="2025" b="1">
                <a:solidFill>
                  <a:srgbClr val="62768A"/>
                </a:solidFill>
                <a:latin typeface="Microsoft YaHei"/>
                <a:ea typeface="Microsoft YaHei"/>
                <a:cs typeface="Microsoft YaHei"/>
              </a:defRPr>
            </a:lvl2pPr>
            <a:lvl3pPr algn="ctr">
              <a:defRPr sz="2025" b="1">
                <a:solidFill>
                  <a:srgbClr val="62768A"/>
                </a:solidFill>
                <a:latin typeface="Microsoft YaHei"/>
                <a:ea typeface="Microsoft YaHei"/>
                <a:cs typeface="Microsoft YaHei"/>
              </a:defRPr>
            </a:lvl3pPr>
            <a:lvl4pPr algn="ctr">
              <a:defRPr sz="2025" b="1">
                <a:solidFill>
                  <a:srgbClr val="62768A"/>
                </a:solidFill>
                <a:latin typeface="Microsoft YaHei"/>
                <a:ea typeface="Microsoft YaHei"/>
                <a:cs typeface="Microsoft YaHei"/>
              </a:defRPr>
            </a:lvl4pPr>
            <a:lvl5pPr algn="ctr">
              <a:defRPr sz="2025" b="1">
                <a:solidFill>
                  <a:srgbClr val="62768A"/>
                </a:solidFill>
                <a:latin typeface="Microsoft YaHei"/>
                <a:ea typeface="Microsoft YaHei"/>
                <a:cs typeface="Microsoft YaHei"/>
              </a:defRPr>
            </a:lvl5pPr>
            <a:lvl6pPr algn="ctr">
              <a:defRPr sz="2025" b="1">
                <a:solidFill>
                  <a:srgbClr val="62768A"/>
                </a:solidFill>
                <a:latin typeface="Microsoft YaHei"/>
                <a:ea typeface="Microsoft YaHei"/>
                <a:cs typeface="Microsoft YaHei"/>
              </a:defRPr>
            </a:lvl6pPr>
            <a:lvl7pPr algn="ctr">
              <a:defRPr sz="2025" b="1">
                <a:solidFill>
                  <a:srgbClr val="62768A"/>
                </a:solidFill>
                <a:latin typeface="Microsoft YaHei"/>
                <a:ea typeface="Microsoft YaHei"/>
                <a:cs typeface="Microsoft YaHei"/>
              </a:defRPr>
            </a:lvl7pPr>
            <a:lvl8pPr algn="ctr">
              <a:defRPr sz="2025" b="1">
                <a:solidFill>
                  <a:srgbClr val="62768A"/>
                </a:solidFill>
                <a:latin typeface="Microsoft YaHei"/>
                <a:ea typeface="Microsoft YaHei"/>
                <a:cs typeface="Microsoft YaHei"/>
              </a:defRPr>
            </a:lvl8pPr>
            <a:lvl9pPr algn="ctr">
              <a:defRPr sz="2025" b="1">
                <a:solidFill>
                  <a:srgbClr val="62768A"/>
                </a:solidFill>
                <a:latin typeface="Microsoft YaHei"/>
                <a:ea typeface="Microsoft YaHei"/>
                <a:cs typeface="Microsoft YaHei"/>
              </a:defRPr>
            </a:lvl9pPr>
          </a:lstStyle>
          <a:p xmlns:a="http://schemas.openxmlformats.org/drawingml/2006/main">
            <a:pPr algn="ctr">
              <a:defRPr sz="2025" b="1">
                <a:solidFill>
                  <a:srgbClr val="62768A"/>
                </a:solidFill>
                <a:latin typeface="Microsoft YaHei"/>
                <a:ea typeface="Microsoft YaHei"/>
                <a:cs typeface="Microsoft YaHei"/>
              </a:defRPr>
            </a:pPr>
            <a:r>
              <a:rPr sz="2025" b="1">
                <a:solidFill>
                  <a:srgbClr val="62768A"/>
                </a:solidFill>
                <a:latin typeface="Microsoft YaHei"/>
                <a:ea typeface="Microsoft YaHei"/>
                <a:cs typeface="Microsoft YaHei"/>
              </a:rPr>
              <a:t>客户端</a:t>
            </a:r>
          </a:p>
        </p:txBody>
      </p:sp>
      <p:sp>
        <p:nvSpPr>
          <p:cNvPr id="5" name="object-582">
            <a:extLst xmlns:a="http://schemas.openxmlformats.org/drawingml/2006/main">
              <a:ext uri="{FF2B5EF4-FFF2-40B4-BE49-F238E27FC236}">
                <a16:creationId xmlns:a16="http://schemas.microsoft.com/office/drawing/2014/main" id="{1FC72EAF-2C44-42D3-B8EF-778F0EF4F1C5}"/>
              </a:ext>
            </a:extLst>
          </p:cNvPr>
          <p:cNvSpPr>
            <a:spLocks xmlns:a="http://schemas.openxmlformats.org/drawingml/2006/main" noGrp="1"/>
          </p:cNvSpPr>
          <p:nvPr/>
        </p:nvSpPr>
        <p:spPr>
          <a:xfrm xmlns:a="http://schemas.openxmlformats.org/drawingml/2006/main">
            <a:off x="3381375" y="2362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12263B"/>
                </a:solidFill>
                <a:latin typeface="Microsoft YaHei"/>
                <a:ea typeface="Microsoft YaHei"/>
                <a:cs typeface="Microsoft YaHei"/>
              </a:defRPr>
            </a:defPPr>
            <a:lvl1pPr algn="ctr">
              <a:defRPr sz="2025" b="1">
                <a:solidFill>
                  <a:srgbClr val="12263B"/>
                </a:solidFill>
                <a:latin typeface="Microsoft YaHei"/>
                <a:ea typeface="Microsoft YaHei"/>
                <a:cs typeface="Microsoft YaHei"/>
              </a:defRPr>
            </a:lvl1pPr>
            <a:lvl2pPr algn="ctr">
              <a:defRPr sz="2025" b="1">
                <a:solidFill>
                  <a:srgbClr val="12263B"/>
                </a:solidFill>
                <a:latin typeface="Microsoft YaHei"/>
                <a:ea typeface="Microsoft YaHei"/>
                <a:cs typeface="Microsoft YaHei"/>
              </a:defRPr>
            </a:lvl2pPr>
            <a:lvl3pPr algn="ctr">
              <a:defRPr sz="2025" b="1">
                <a:solidFill>
                  <a:srgbClr val="12263B"/>
                </a:solidFill>
                <a:latin typeface="Microsoft YaHei"/>
                <a:ea typeface="Microsoft YaHei"/>
                <a:cs typeface="Microsoft YaHei"/>
              </a:defRPr>
            </a:lvl3pPr>
            <a:lvl4pPr algn="ctr">
              <a:defRPr sz="2025" b="1">
                <a:solidFill>
                  <a:srgbClr val="12263B"/>
                </a:solidFill>
                <a:latin typeface="Microsoft YaHei"/>
                <a:ea typeface="Microsoft YaHei"/>
                <a:cs typeface="Microsoft YaHei"/>
              </a:defRPr>
            </a:lvl4pPr>
            <a:lvl5pPr algn="ctr">
              <a:defRPr sz="2025" b="1">
                <a:solidFill>
                  <a:srgbClr val="12263B"/>
                </a:solidFill>
                <a:latin typeface="Microsoft YaHei"/>
                <a:ea typeface="Microsoft YaHei"/>
                <a:cs typeface="Microsoft YaHei"/>
              </a:defRPr>
            </a:lvl5pPr>
            <a:lvl6pPr algn="ctr">
              <a:defRPr sz="2025" b="1">
                <a:solidFill>
                  <a:srgbClr val="12263B"/>
                </a:solidFill>
                <a:latin typeface="Microsoft YaHei"/>
                <a:ea typeface="Microsoft YaHei"/>
                <a:cs typeface="Microsoft YaHei"/>
              </a:defRPr>
            </a:lvl6pPr>
            <a:lvl7pPr algn="ctr">
              <a:defRPr sz="2025" b="1">
                <a:solidFill>
                  <a:srgbClr val="12263B"/>
                </a:solidFill>
                <a:latin typeface="Microsoft YaHei"/>
                <a:ea typeface="Microsoft YaHei"/>
                <a:cs typeface="Microsoft YaHei"/>
              </a:defRPr>
            </a:lvl7pPr>
            <a:lvl8pPr algn="ctr">
              <a:defRPr sz="2025" b="1">
                <a:solidFill>
                  <a:srgbClr val="12263B"/>
                </a:solidFill>
                <a:latin typeface="Microsoft YaHei"/>
                <a:ea typeface="Microsoft YaHei"/>
                <a:cs typeface="Microsoft YaHei"/>
              </a:defRPr>
            </a:lvl8pPr>
            <a:lvl9pPr algn="ctr">
              <a:defRPr sz="2025" b="1">
                <a:solidFill>
                  <a:srgbClr val="12263B"/>
                </a:solidFill>
                <a:latin typeface="Microsoft YaHei"/>
                <a:ea typeface="Microsoft YaHei"/>
                <a:cs typeface="Microsoft YaHei"/>
              </a:defRPr>
            </a:lvl9pPr>
          </a:lstStyle>
          <a:p xmlns:a="http://schemas.openxmlformats.org/drawingml/2006/main">
            <a:pPr algn="ctr">
              <a:defRPr sz="2025" b="1">
                <a:solidFill>
                  <a:srgbClr val="12263B"/>
                </a:solidFill>
                <a:latin typeface="Microsoft YaHei"/>
                <a:ea typeface="Microsoft YaHei"/>
                <a:cs typeface="Microsoft YaHei"/>
              </a:defRPr>
            </a:pPr>
            <a:r>
              <a:rPr sz="2025" b="1">
                <a:solidFill>
                  <a:srgbClr val="12263B"/>
                </a:solidFill>
                <a:latin typeface="Microsoft YaHei"/>
                <a:ea typeface="Microsoft YaHei"/>
                <a:cs typeface="Microsoft YaHei"/>
              </a:rPr>
              <a:t>流服务</a:t>
            </a:r>
          </a:p>
        </p:txBody>
      </p:sp>
      <p:sp>
        <p:nvSpPr>
          <p:cNvPr id="6" name="object-583">
            <a:extLst xmlns:a="http://schemas.openxmlformats.org/drawingml/2006/main">
              <a:ext uri="{FF2B5EF4-FFF2-40B4-BE49-F238E27FC236}">
                <a16:creationId xmlns:a16="http://schemas.microsoft.com/office/drawing/2014/main" id="{C1C08B30-C8A9-475E-9FD3-2F73384A5927}"/>
              </a:ext>
            </a:extLst>
          </p:cNvPr>
          <p:cNvSpPr>
            <a:spLocks xmlns:a="http://schemas.openxmlformats.org/drawingml/2006/main" noGrp="1"/>
          </p:cNvSpPr>
          <p:nvPr/>
        </p:nvSpPr>
        <p:spPr>
          <a:xfrm xmlns:a="http://schemas.openxmlformats.org/drawingml/2006/main">
            <a:off x="6153150" y="2362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887798"/>
                </a:solidFill>
                <a:latin typeface="Microsoft YaHei"/>
                <a:ea typeface="Microsoft YaHei"/>
                <a:cs typeface="Microsoft YaHei"/>
              </a:defRPr>
            </a:defPPr>
            <a:lvl1pPr algn="ctr">
              <a:defRPr sz="2025" b="1">
                <a:solidFill>
                  <a:srgbClr val="887798"/>
                </a:solidFill>
                <a:latin typeface="Microsoft YaHei"/>
                <a:ea typeface="Microsoft YaHei"/>
                <a:cs typeface="Microsoft YaHei"/>
              </a:defRPr>
            </a:lvl1pPr>
            <a:lvl2pPr algn="ctr">
              <a:defRPr sz="2025" b="1">
                <a:solidFill>
                  <a:srgbClr val="887798"/>
                </a:solidFill>
                <a:latin typeface="Microsoft YaHei"/>
                <a:ea typeface="Microsoft YaHei"/>
                <a:cs typeface="Microsoft YaHei"/>
              </a:defRPr>
            </a:lvl2pPr>
            <a:lvl3pPr algn="ctr">
              <a:defRPr sz="2025" b="1">
                <a:solidFill>
                  <a:srgbClr val="887798"/>
                </a:solidFill>
                <a:latin typeface="Microsoft YaHei"/>
                <a:ea typeface="Microsoft YaHei"/>
                <a:cs typeface="Microsoft YaHei"/>
              </a:defRPr>
            </a:lvl3pPr>
            <a:lvl4pPr algn="ctr">
              <a:defRPr sz="2025" b="1">
                <a:solidFill>
                  <a:srgbClr val="887798"/>
                </a:solidFill>
                <a:latin typeface="Microsoft YaHei"/>
                <a:ea typeface="Microsoft YaHei"/>
                <a:cs typeface="Microsoft YaHei"/>
              </a:defRPr>
            </a:lvl4pPr>
            <a:lvl5pPr algn="ctr">
              <a:defRPr sz="2025" b="1">
                <a:solidFill>
                  <a:srgbClr val="887798"/>
                </a:solidFill>
                <a:latin typeface="Microsoft YaHei"/>
                <a:ea typeface="Microsoft YaHei"/>
                <a:cs typeface="Microsoft YaHei"/>
              </a:defRPr>
            </a:lvl5pPr>
            <a:lvl6pPr algn="ctr">
              <a:defRPr sz="2025" b="1">
                <a:solidFill>
                  <a:srgbClr val="887798"/>
                </a:solidFill>
                <a:latin typeface="Microsoft YaHei"/>
                <a:ea typeface="Microsoft YaHei"/>
                <a:cs typeface="Microsoft YaHei"/>
              </a:defRPr>
            </a:lvl6pPr>
            <a:lvl7pPr algn="ctr">
              <a:defRPr sz="2025" b="1">
                <a:solidFill>
                  <a:srgbClr val="887798"/>
                </a:solidFill>
                <a:latin typeface="Microsoft YaHei"/>
                <a:ea typeface="Microsoft YaHei"/>
                <a:cs typeface="Microsoft YaHei"/>
              </a:defRPr>
            </a:lvl7pPr>
            <a:lvl8pPr algn="ctr">
              <a:defRPr sz="2025" b="1">
                <a:solidFill>
                  <a:srgbClr val="887798"/>
                </a:solidFill>
                <a:latin typeface="Microsoft YaHei"/>
                <a:ea typeface="Microsoft YaHei"/>
                <a:cs typeface="Microsoft YaHei"/>
              </a:defRPr>
            </a:lvl8pPr>
            <a:lvl9pPr algn="ctr">
              <a:defRPr sz="2025" b="1">
                <a:solidFill>
                  <a:srgbClr val="887798"/>
                </a:solidFill>
                <a:latin typeface="Microsoft YaHei"/>
                <a:ea typeface="Microsoft YaHei"/>
                <a:cs typeface="Microsoft YaHei"/>
              </a:defRPr>
            </a:lvl9pPr>
          </a:lstStyle>
          <a:p xmlns:a="http://schemas.openxmlformats.org/drawingml/2006/main">
            <a:pPr algn="ctr">
              <a:defRPr sz="2025" b="1">
                <a:solidFill>
                  <a:srgbClr val="887798"/>
                </a:solidFill>
                <a:latin typeface="Microsoft YaHei"/>
                <a:ea typeface="Microsoft YaHei"/>
                <a:cs typeface="Microsoft YaHei"/>
              </a:defRPr>
            </a:pPr>
            <a:r>
              <a:rPr sz="2025" b="1">
                <a:solidFill>
                  <a:srgbClr val="887798"/>
                </a:solidFill>
                <a:latin typeface="Microsoft YaHei"/>
                <a:ea typeface="Microsoft YaHei"/>
                <a:cs typeface="Microsoft YaHei"/>
              </a:rPr>
              <a:t>策略</a:t>
            </a:r>
          </a:p>
        </p:txBody>
      </p:sp>
      <p:sp>
        <p:nvSpPr>
          <p:cNvPr id="7" name="object-584">
            <a:extLst xmlns:a="http://schemas.openxmlformats.org/drawingml/2006/main">
              <a:ext uri="{FF2B5EF4-FFF2-40B4-BE49-F238E27FC236}">
                <a16:creationId xmlns:a16="http://schemas.microsoft.com/office/drawing/2014/main" id="{DA286CFA-52DC-459D-A0B3-05A26655FBB5}"/>
              </a:ext>
            </a:extLst>
          </p:cNvPr>
          <p:cNvSpPr>
            <a:spLocks xmlns:a="http://schemas.openxmlformats.org/drawingml/2006/main" noGrp="1"/>
          </p:cNvSpPr>
          <p:nvPr/>
        </p:nvSpPr>
        <p:spPr>
          <a:xfrm xmlns:a="http://schemas.openxmlformats.org/drawingml/2006/main">
            <a:off x="8924925" y="2362200"/>
            <a:ext cx="26384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3379EB"/>
                </a:solidFill>
                <a:latin typeface="Microsoft YaHei"/>
                <a:ea typeface="Microsoft YaHei"/>
                <a:cs typeface="Microsoft YaHei"/>
              </a:defRPr>
            </a:defPPr>
            <a:lvl1pPr algn="ctr">
              <a:defRPr sz="2025" b="1">
                <a:solidFill>
                  <a:srgbClr val="3379EB"/>
                </a:solidFill>
                <a:latin typeface="Microsoft YaHei"/>
                <a:ea typeface="Microsoft YaHei"/>
                <a:cs typeface="Microsoft YaHei"/>
              </a:defRPr>
            </a:lvl1pPr>
            <a:lvl2pPr algn="ctr">
              <a:defRPr sz="2025" b="1">
                <a:solidFill>
                  <a:srgbClr val="3379EB"/>
                </a:solidFill>
                <a:latin typeface="Microsoft YaHei"/>
                <a:ea typeface="Microsoft YaHei"/>
                <a:cs typeface="Microsoft YaHei"/>
              </a:defRPr>
            </a:lvl2pPr>
            <a:lvl3pPr algn="ctr">
              <a:defRPr sz="2025" b="1">
                <a:solidFill>
                  <a:srgbClr val="3379EB"/>
                </a:solidFill>
                <a:latin typeface="Microsoft YaHei"/>
                <a:ea typeface="Microsoft YaHei"/>
                <a:cs typeface="Microsoft YaHei"/>
              </a:defRPr>
            </a:lvl3pPr>
            <a:lvl4pPr algn="ctr">
              <a:defRPr sz="2025" b="1">
                <a:solidFill>
                  <a:srgbClr val="3379EB"/>
                </a:solidFill>
                <a:latin typeface="Microsoft YaHei"/>
                <a:ea typeface="Microsoft YaHei"/>
                <a:cs typeface="Microsoft YaHei"/>
              </a:defRPr>
            </a:lvl4pPr>
            <a:lvl5pPr algn="ctr">
              <a:defRPr sz="2025" b="1">
                <a:solidFill>
                  <a:srgbClr val="3379EB"/>
                </a:solidFill>
                <a:latin typeface="Microsoft YaHei"/>
                <a:ea typeface="Microsoft YaHei"/>
                <a:cs typeface="Microsoft YaHei"/>
              </a:defRPr>
            </a:lvl5pPr>
            <a:lvl6pPr algn="ctr">
              <a:defRPr sz="2025" b="1">
                <a:solidFill>
                  <a:srgbClr val="3379EB"/>
                </a:solidFill>
                <a:latin typeface="Microsoft YaHei"/>
                <a:ea typeface="Microsoft YaHei"/>
                <a:cs typeface="Microsoft YaHei"/>
              </a:defRPr>
            </a:lvl6pPr>
            <a:lvl7pPr algn="ctr">
              <a:defRPr sz="2025" b="1">
                <a:solidFill>
                  <a:srgbClr val="3379EB"/>
                </a:solidFill>
                <a:latin typeface="Microsoft YaHei"/>
                <a:ea typeface="Microsoft YaHei"/>
                <a:cs typeface="Microsoft YaHei"/>
              </a:defRPr>
            </a:lvl7pPr>
            <a:lvl8pPr algn="ctr">
              <a:defRPr sz="2025" b="1">
                <a:solidFill>
                  <a:srgbClr val="3379EB"/>
                </a:solidFill>
                <a:latin typeface="Microsoft YaHei"/>
                <a:ea typeface="Microsoft YaHei"/>
                <a:cs typeface="Microsoft YaHei"/>
              </a:defRPr>
            </a:lvl8pPr>
            <a:lvl9pPr algn="ctr">
              <a:defRPr sz="2025" b="1">
                <a:solidFill>
                  <a:srgbClr val="3379EB"/>
                </a:solidFill>
                <a:latin typeface="Microsoft YaHei"/>
                <a:ea typeface="Microsoft YaHei"/>
                <a:cs typeface="Microsoft YaHei"/>
              </a:defRPr>
            </a:lvl9pPr>
          </a:lstStyle>
          <a:p xmlns:a="http://schemas.openxmlformats.org/drawingml/2006/main">
            <a:pPr algn="ctr">
              <a:defRPr sz="2025" b="1">
                <a:solidFill>
                  <a:srgbClr val="3379EB"/>
                </a:solidFill>
                <a:latin typeface="Microsoft YaHei"/>
                <a:ea typeface="Microsoft YaHei"/>
                <a:cs typeface="Microsoft YaHei"/>
              </a:defRPr>
            </a:pPr>
            <a:r>
              <a:rPr sz="2025" b="1">
                <a:solidFill>
                  <a:srgbClr val="3379EB"/>
                </a:solidFill>
                <a:latin typeface="Microsoft YaHei"/>
                <a:ea typeface="Microsoft YaHei"/>
                <a:cs typeface="Microsoft YaHei"/>
              </a:rPr>
              <a:t>引擎管理</a:t>
            </a:r>
          </a:p>
        </p:txBody>
      </p:sp>
      <p:sp>
        <p:nvSpPr>
          <p:cNvPr id="8" name="line-585">
            <a:extLst xmlns:a="http://schemas.openxmlformats.org/drawingml/2006/main">
              <a:ext uri="{FF2B5EF4-FFF2-40B4-BE49-F238E27FC236}">
                <a16:creationId xmlns:a16="http://schemas.microsoft.com/office/drawing/2014/main" id="{847E8148-22E8-4B15-93AF-27E45F4B174F}"/>
              </a:ext>
            </a:extLst>
          </p:cNvPr>
          <p:cNvSpPr>
            <a:spLocks xmlns:a="http://schemas.openxmlformats.org/drawingml/2006/main" noGrp="1"/>
          </p:cNvSpPr>
          <p:nvPr/>
        </p:nvSpPr>
        <p:spPr>
          <a:xfrm xmlns:a="http://schemas.openxmlformats.org/drawingml/2006/main">
            <a:off x="1800225" y="2857500"/>
            <a:ext cx="9525" cy="2905125"/>
          </a:xfrm>
          <a:custGeom xmlns:a="http://schemas.openxmlformats.org/drawingml/2006/main">
            <a:pathLst>
              <a:path w="9525" h="2905125">
                <a:moveTo>
                  <a:pt x="0" y="0"/>
                </a:moveTo>
                <a:lnTo>
                  <a:pt x="0" y="2905125"/>
                </a:lnTo>
              </a:path>
            </a:pathLst>
          </a:custGeom>
          <a:noFill xmlns:a="http://schemas.openxmlformats.org/drawingml/2006/main"/>
          <a:ln xmlns:a="http://schemas.openxmlformats.org/drawingml/2006/main" w="19050">
            <a:solidFill>
              <a:srgbClr val="DCE5EE"/>
            </a:solidFill>
            <a:prstDash val="solid"/>
          </a:ln>
        </p:spPr>
      </p:sp>
      <p:sp>
        <p:nvSpPr>
          <p:cNvPr id="9" name="line-586">
            <a:extLst xmlns:a="http://schemas.openxmlformats.org/drawingml/2006/main">
              <a:ext uri="{FF2B5EF4-FFF2-40B4-BE49-F238E27FC236}">
                <a16:creationId xmlns:a16="http://schemas.microsoft.com/office/drawing/2014/main" id="{5E1CA52C-41EE-45FC-B3BF-0DD4C55C7CA6}"/>
              </a:ext>
            </a:extLst>
          </p:cNvPr>
          <p:cNvSpPr>
            <a:spLocks xmlns:a="http://schemas.openxmlformats.org/drawingml/2006/main" noGrp="1"/>
          </p:cNvSpPr>
          <p:nvPr/>
        </p:nvSpPr>
        <p:spPr>
          <a:xfrm xmlns:a="http://schemas.openxmlformats.org/drawingml/2006/main">
            <a:off x="4572000" y="2857500"/>
            <a:ext cx="9525" cy="2905125"/>
          </a:xfrm>
          <a:custGeom xmlns:a="http://schemas.openxmlformats.org/drawingml/2006/main">
            <a:pathLst>
              <a:path w="9525" h="2905125">
                <a:moveTo>
                  <a:pt x="0" y="0"/>
                </a:moveTo>
                <a:lnTo>
                  <a:pt x="0" y="2905125"/>
                </a:lnTo>
              </a:path>
            </a:pathLst>
          </a:custGeom>
          <a:noFill xmlns:a="http://schemas.openxmlformats.org/drawingml/2006/main"/>
          <a:ln xmlns:a="http://schemas.openxmlformats.org/drawingml/2006/main" w="19050">
            <a:solidFill>
              <a:srgbClr val="DCE5EE"/>
            </a:solidFill>
            <a:prstDash val="solid"/>
          </a:ln>
        </p:spPr>
      </p:sp>
      <p:sp>
        <p:nvSpPr>
          <p:cNvPr id="10" name="line-587">
            <a:extLst xmlns:a="http://schemas.openxmlformats.org/drawingml/2006/main">
              <a:ext uri="{FF2B5EF4-FFF2-40B4-BE49-F238E27FC236}">
                <a16:creationId xmlns:a16="http://schemas.microsoft.com/office/drawing/2014/main" id="{5729DCD3-5E75-4504-9D32-8BA816512D2A}"/>
              </a:ext>
            </a:extLst>
          </p:cNvPr>
          <p:cNvSpPr>
            <a:spLocks xmlns:a="http://schemas.openxmlformats.org/drawingml/2006/main" noGrp="1"/>
          </p:cNvSpPr>
          <p:nvPr/>
        </p:nvSpPr>
        <p:spPr>
          <a:xfrm xmlns:a="http://schemas.openxmlformats.org/drawingml/2006/main">
            <a:off x="7343775" y="2857500"/>
            <a:ext cx="9525" cy="2905125"/>
          </a:xfrm>
          <a:custGeom xmlns:a="http://schemas.openxmlformats.org/drawingml/2006/main">
            <a:pathLst>
              <a:path w="9525" h="2905125">
                <a:moveTo>
                  <a:pt x="0" y="0"/>
                </a:moveTo>
                <a:lnTo>
                  <a:pt x="0" y="2905125"/>
                </a:lnTo>
              </a:path>
            </a:pathLst>
          </a:custGeom>
          <a:noFill xmlns:a="http://schemas.openxmlformats.org/drawingml/2006/main"/>
          <a:ln xmlns:a="http://schemas.openxmlformats.org/drawingml/2006/main" w="19050">
            <a:solidFill>
              <a:srgbClr val="DCE5EE"/>
            </a:solidFill>
            <a:prstDash val="solid"/>
          </a:ln>
        </p:spPr>
      </p:sp>
      <p:sp>
        <p:nvSpPr>
          <p:cNvPr id="11" name="line-588">
            <a:extLst xmlns:a="http://schemas.openxmlformats.org/drawingml/2006/main">
              <a:ext uri="{FF2B5EF4-FFF2-40B4-BE49-F238E27FC236}">
                <a16:creationId xmlns:a16="http://schemas.microsoft.com/office/drawing/2014/main" id="{85D4C6BC-39EF-4E56-B7A9-30BA43A078D8}"/>
              </a:ext>
            </a:extLst>
          </p:cNvPr>
          <p:cNvSpPr>
            <a:spLocks xmlns:a="http://schemas.openxmlformats.org/drawingml/2006/main" noGrp="1"/>
          </p:cNvSpPr>
          <p:nvPr/>
        </p:nvSpPr>
        <p:spPr>
          <a:xfrm xmlns:a="http://schemas.openxmlformats.org/drawingml/2006/main">
            <a:off x="10239375" y="2857500"/>
            <a:ext cx="9525" cy="2905125"/>
          </a:xfrm>
          <a:custGeom xmlns:a="http://schemas.openxmlformats.org/drawingml/2006/main">
            <a:pathLst>
              <a:path w="9525" h="2905125">
                <a:moveTo>
                  <a:pt x="0" y="0"/>
                </a:moveTo>
                <a:lnTo>
                  <a:pt x="0" y="2905125"/>
                </a:lnTo>
              </a:path>
            </a:pathLst>
          </a:custGeom>
          <a:noFill xmlns:a="http://schemas.openxmlformats.org/drawingml/2006/main"/>
          <a:ln xmlns:a="http://schemas.openxmlformats.org/drawingml/2006/main" w="19050">
            <a:solidFill>
              <a:srgbClr val="DCE5EE"/>
            </a:solidFill>
            <a:prstDash val="solid"/>
          </a:ln>
        </p:spPr>
      </p:sp>
      <p:sp>
        <p:nvSpPr>
          <p:cNvPr id="12" name="line-589">
            <a:extLst xmlns:a="http://schemas.openxmlformats.org/drawingml/2006/main">
              <a:ext uri="{FF2B5EF4-FFF2-40B4-BE49-F238E27FC236}">
                <a16:creationId xmlns:a16="http://schemas.microsoft.com/office/drawing/2014/main" id="{760327A5-02B4-481A-BDEA-4AD40919B04D}"/>
              </a:ext>
            </a:extLst>
          </p:cNvPr>
          <p:cNvSpPr>
            <a:spLocks xmlns:a="http://schemas.openxmlformats.org/drawingml/2006/main" noGrp="1"/>
          </p:cNvSpPr>
          <p:nvPr/>
        </p:nvSpPr>
        <p:spPr>
          <a:xfrm xmlns:a="http://schemas.openxmlformats.org/drawingml/2006/main">
            <a:off x="1800225" y="3095625"/>
            <a:ext cx="2771775" cy="9525"/>
          </a:xfrm>
          <a:custGeom xmlns:a="http://schemas.openxmlformats.org/drawingml/2006/main">
            <a:pathLst>
              <a:path w="2771775" h="9525">
                <a:moveTo>
                  <a:pt x="0" y="0"/>
                </a:moveTo>
                <a:lnTo>
                  <a:pt x="2771775" y="0"/>
                </a:lnTo>
              </a:path>
            </a:pathLst>
          </a:custGeom>
          <a:noFill xmlns:a="http://schemas.openxmlformats.org/drawingml/2006/main"/>
          <a:ln xmlns:a="http://schemas.openxmlformats.org/drawingml/2006/main" w="28575">
            <a:solidFill>
              <a:srgbClr val="12263B"/>
            </a:solidFill>
            <a:prstDash val="solid"/>
          </a:ln>
        </p:spPr>
      </p:sp>
      <p:sp>
        <p:nvSpPr>
          <p:cNvPr id="13" name="line-590">
            <a:extLst xmlns:a="http://schemas.openxmlformats.org/drawingml/2006/main">
              <a:ext uri="{FF2B5EF4-FFF2-40B4-BE49-F238E27FC236}">
                <a16:creationId xmlns:a16="http://schemas.microsoft.com/office/drawing/2014/main" id="{6B64F501-7234-4C2F-800F-5D23E14291ED}"/>
              </a:ext>
            </a:extLst>
          </p:cNvPr>
          <p:cNvSpPr>
            <a:spLocks xmlns:a="http://schemas.openxmlformats.org/drawingml/2006/main" noGrp="1"/>
          </p:cNvSpPr>
          <p:nvPr/>
        </p:nvSpPr>
        <p:spPr>
          <a:xfrm xmlns:a="http://schemas.openxmlformats.org/drawingml/2006/main">
            <a:off x="4486232" y="30956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12263B"/>
            </a:solidFill>
            <a:prstDash val="solid"/>
          </a:ln>
        </p:spPr>
      </p:sp>
      <p:sp>
        <p:nvSpPr>
          <p:cNvPr id="14" name="line-591">
            <a:extLst xmlns:a="http://schemas.openxmlformats.org/drawingml/2006/main">
              <a:ext uri="{FF2B5EF4-FFF2-40B4-BE49-F238E27FC236}">
                <a16:creationId xmlns:a16="http://schemas.microsoft.com/office/drawing/2014/main" id="{98B866E0-9939-4F69-834E-5EAE36187473}"/>
              </a:ext>
            </a:extLst>
          </p:cNvPr>
          <p:cNvSpPr>
            <a:spLocks xmlns:a="http://schemas.openxmlformats.org/drawingml/2006/main" noGrp="1"/>
          </p:cNvSpPr>
          <p:nvPr/>
        </p:nvSpPr>
        <p:spPr>
          <a:xfrm xmlns:a="http://schemas.openxmlformats.org/drawingml/2006/main">
            <a:off x="4486232" y="30541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12263B"/>
            </a:solidFill>
            <a:prstDash val="solid"/>
          </a:ln>
        </p:spPr>
      </p:sp>
      <p:sp>
        <p:nvSpPr>
          <p:cNvPr id="15" name="object-592">
            <a:extLst xmlns:a="http://schemas.openxmlformats.org/drawingml/2006/main">
              <a:ext uri="{FF2B5EF4-FFF2-40B4-BE49-F238E27FC236}">
                <a16:creationId xmlns:a16="http://schemas.microsoft.com/office/drawing/2014/main" id="{066EF69C-C13F-47DD-9FC7-BC91ADD4D9EA}"/>
              </a:ext>
            </a:extLst>
          </p:cNvPr>
          <p:cNvSpPr>
            <a:spLocks xmlns:a="http://schemas.openxmlformats.org/drawingml/2006/main" noGrp="1"/>
          </p:cNvSpPr>
          <p:nvPr/>
        </p:nvSpPr>
        <p:spPr>
          <a:xfrm xmlns:a="http://schemas.openxmlformats.org/drawingml/2006/main">
            <a:off x="2000250" y="2762250"/>
            <a:ext cx="2381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25" b="0">
                <a:solidFill>
                  <a:srgbClr val="12263B"/>
                </a:solidFill>
                <a:latin typeface="Microsoft YaHei"/>
                <a:ea typeface="Microsoft YaHei"/>
                <a:cs typeface="Microsoft YaHei"/>
              </a:defRPr>
            </a:defPPr>
            <a:lvl1pPr algn="l">
              <a:defRPr sz="1725" b="0">
                <a:solidFill>
                  <a:srgbClr val="12263B"/>
                </a:solidFill>
                <a:latin typeface="Microsoft YaHei"/>
                <a:ea typeface="Microsoft YaHei"/>
                <a:cs typeface="Microsoft YaHei"/>
              </a:defRPr>
            </a:lvl1pPr>
            <a:lvl2pPr algn="l">
              <a:defRPr sz="1725" b="0">
                <a:solidFill>
                  <a:srgbClr val="12263B"/>
                </a:solidFill>
                <a:latin typeface="Microsoft YaHei"/>
                <a:ea typeface="Microsoft YaHei"/>
                <a:cs typeface="Microsoft YaHei"/>
              </a:defRPr>
            </a:lvl2pPr>
            <a:lvl3pPr algn="l">
              <a:defRPr sz="1725" b="0">
                <a:solidFill>
                  <a:srgbClr val="12263B"/>
                </a:solidFill>
                <a:latin typeface="Microsoft YaHei"/>
                <a:ea typeface="Microsoft YaHei"/>
                <a:cs typeface="Microsoft YaHei"/>
              </a:defRPr>
            </a:lvl3pPr>
            <a:lvl4pPr algn="l">
              <a:defRPr sz="1725" b="0">
                <a:solidFill>
                  <a:srgbClr val="12263B"/>
                </a:solidFill>
                <a:latin typeface="Microsoft YaHei"/>
                <a:ea typeface="Microsoft YaHei"/>
                <a:cs typeface="Microsoft YaHei"/>
              </a:defRPr>
            </a:lvl4pPr>
            <a:lvl5pPr algn="l">
              <a:defRPr sz="1725" b="0">
                <a:solidFill>
                  <a:srgbClr val="12263B"/>
                </a:solidFill>
                <a:latin typeface="Microsoft YaHei"/>
                <a:ea typeface="Microsoft YaHei"/>
                <a:cs typeface="Microsoft YaHei"/>
              </a:defRPr>
            </a:lvl5pPr>
            <a:lvl6pPr algn="l">
              <a:defRPr sz="1725" b="0">
                <a:solidFill>
                  <a:srgbClr val="12263B"/>
                </a:solidFill>
                <a:latin typeface="Microsoft YaHei"/>
                <a:ea typeface="Microsoft YaHei"/>
                <a:cs typeface="Microsoft YaHei"/>
              </a:defRPr>
            </a:lvl6pPr>
            <a:lvl7pPr algn="l">
              <a:defRPr sz="1725" b="0">
                <a:solidFill>
                  <a:srgbClr val="12263B"/>
                </a:solidFill>
                <a:latin typeface="Microsoft YaHei"/>
                <a:ea typeface="Microsoft YaHei"/>
                <a:cs typeface="Microsoft YaHei"/>
              </a:defRPr>
            </a:lvl7pPr>
            <a:lvl8pPr algn="l">
              <a:defRPr sz="1725" b="0">
                <a:solidFill>
                  <a:srgbClr val="12263B"/>
                </a:solidFill>
                <a:latin typeface="Microsoft YaHei"/>
                <a:ea typeface="Microsoft YaHei"/>
                <a:cs typeface="Microsoft YaHei"/>
              </a:defRPr>
            </a:lvl8pPr>
            <a:lvl9pPr algn="l">
              <a:defRPr sz="1725" b="0">
                <a:solidFill>
                  <a:srgbClr val="12263B"/>
                </a:solidFill>
                <a:latin typeface="Microsoft YaHei"/>
                <a:ea typeface="Microsoft YaHei"/>
                <a:cs typeface="Microsoft YaHei"/>
              </a:defRPr>
            </a:lvl9pPr>
          </a:lstStyle>
          <a:p xmlns:a="http://schemas.openxmlformats.org/drawingml/2006/main">
            <a:pPr algn="l">
              <a:defRPr sz="1725" b="0">
                <a:solidFill>
                  <a:srgbClr val="12263B"/>
                </a:solidFill>
                <a:latin typeface="Microsoft YaHei"/>
                <a:ea typeface="Microsoft YaHei"/>
                <a:cs typeface="Microsoft YaHei"/>
              </a:defRPr>
            </a:pPr>
            <a:r>
              <a:rPr sz="1725" b="0">
                <a:solidFill>
                  <a:srgbClr val="12263B"/>
                </a:solidFill>
                <a:latin typeface="Microsoft YaHei"/>
                <a:ea typeface="Microsoft YaHei"/>
                <a:cs typeface="Microsoft YaHei"/>
              </a:rPr>
              <a:t>IPC Start</a:t>
            </a:r>
          </a:p>
        </p:txBody>
      </p:sp>
      <p:sp>
        <p:nvSpPr>
          <p:cNvPr id="16" name="line-593">
            <a:extLst xmlns:a="http://schemas.openxmlformats.org/drawingml/2006/main">
              <a:ext uri="{FF2B5EF4-FFF2-40B4-BE49-F238E27FC236}">
                <a16:creationId xmlns:a16="http://schemas.microsoft.com/office/drawing/2014/main" id="{F158E202-8941-40F2-9344-079C71AEE71C}"/>
              </a:ext>
            </a:extLst>
          </p:cNvPr>
          <p:cNvSpPr>
            <a:spLocks xmlns:a="http://schemas.openxmlformats.org/drawingml/2006/main" noGrp="1"/>
          </p:cNvSpPr>
          <p:nvPr/>
        </p:nvSpPr>
        <p:spPr>
          <a:xfrm xmlns:a="http://schemas.openxmlformats.org/drawingml/2006/main">
            <a:off x="4572000" y="3667125"/>
            <a:ext cx="2771775" cy="9525"/>
          </a:xfrm>
          <a:custGeom xmlns:a="http://schemas.openxmlformats.org/drawingml/2006/main">
            <a:pathLst>
              <a:path w="2771775" h="9525">
                <a:moveTo>
                  <a:pt x="0" y="0"/>
                </a:moveTo>
                <a:lnTo>
                  <a:pt x="2771775" y="0"/>
                </a:lnTo>
              </a:path>
            </a:pathLst>
          </a:custGeom>
          <a:noFill xmlns:a="http://schemas.openxmlformats.org/drawingml/2006/main"/>
          <a:ln xmlns:a="http://schemas.openxmlformats.org/drawingml/2006/main" w="28575">
            <a:solidFill>
              <a:srgbClr val="887798"/>
            </a:solidFill>
            <a:prstDash val="solid"/>
          </a:ln>
        </p:spPr>
      </p:sp>
      <p:sp>
        <p:nvSpPr>
          <p:cNvPr id="17" name="line-594">
            <a:extLst xmlns:a="http://schemas.openxmlformats.org/drawingml/2006/main">
              <a:ext uri="{FF2B5EF4-FFF2-40B4-BE49-F238E27FC236}">
                <a16:creationId xmlns:a16="http://schemas.microsoft.com/office/drawing/2014/main" id="{4E5FE87D-375C-4A1F-9FF6-A86288C625EB}"/>
              </a:ext>
            </a:extLst>
          </p:cNvPr>
          <p:cNvSpPr>
            <a:spLocks xmlns:a="http://schemas.openxmlformats.org/drawingml/2006/main" noGrp="1"/>
          </p:cNvSpPr>
          <p:nvPr/>
        </p:nvSpPr>
        <p:spPr>
          <a:xfrm xmlns:a="http://schemas.openxmlformats.org/drawingml/2006/main">
            <a:off x="7258007" y="3667125"/>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887798"/>
            </a:solidFill>
            <a:prstDash val="solid"/>
          </a:ln>
        </p:spPr>
      </p:sp>
      <p:sp>
        <p:nvSpPr>
          <p:cNvPr id="18" name="line-595">
            <a:extLst xmlns:a="http://schemas.openxmlformats.org/drawingml/2006/main">
              <a:ext uri="{FF2B5EF4-FFF2-40B4-BE49-F238E27FC236}">
                <a16:creationId xmlns:a16="http://schemas.microsoft.com/office/drawing/2014/main" id="{6CE3542D-57FA-4E21-9CF4-115E3BCF3E8D}"/>
              </a:ext>
            </a:extLst>
          </p:cNvPr>
          <p:cNvSpPr>
            <a:spLocks xmlns:a="http://schemas.openxmlformats.org/drawingml/2006/main" noGrp="1"/>
          </p:cNvSpPr>
          <p:nvPr/>
        </p:nvSpPr>
        <p:spPr>
          <a:xfrm xmlns:a="http://schemas.openxmlformats.org/drawingml/2006/main">
            <a:off x="7258007" y="3625695"/>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887798"/>
            </a:solidFill>
            <a:prstDash val="solid"/>
          </a:ln>
        </p:spPr>
      </p:sp>
      <p:sp>
        <p:nvSpPr>
          <p:cNvPr id="19" name="object-596">
            <a:extLst xmlns:a="http://schemas.openxmlformats.org/drawingml/2006/main">
              <a:ext uri="{FF2B5EF4-FFF2-40B4-BE49-F238E27FC236}">
                <a16:creationId xmlns:a16="http://schemas.microsoft.com/office/drawing/2014/main" id="{09F206EC-B4D7-4C0D-99A1-DDB5C3801812}"/>
              </a:ext>
            </a:extLst>
          </p:cNvPr>
          <p:cNvSpPr>
            <a:spLocks xmlns:a="http://schemas.openxmlformats.org/drawingml/2006/main" noGrp="1"/>
          </p:cNvSpPr>
          <p:nvPr/>
        </p:nvSpPr>
        <p:spPr>
          <a:xfrm xmlns:a="http://schemas.openxmlformats.org/drawingml/2006/main">
            <a:off x="4667250" y="3333750"/>
            <a:ext cx="2667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25" b="0">
                <a:solidFill>
                  <a:srgbClr val="887798"/>
                </a:solidFill>
                <a:latin typeface="Microsoft YaHei"/>
                <a:ea typeface="Microsoft YaHei"/>
                <a:cs typeface="Microsoft YaHei"/>
              </a:defRPr>
            </a:defPPr>
            <a:lvl1pPr algn="l">
              <a:defRPr sz="1725" b="0">
                <a:solidFill>
                  <a:srgbClr val="887798"/>
                </a:solidFill>
                <a:latin typeface="Microsoft YaHei"/>
                <a:ea typeface="Microsoft YaHei"/>
                <a:cs typeface="Microsoft YaHei"/>
              </a:defRPr>
            </a:lvl1pPr>
            <a:lvl2pPr algn="l">
              <a:defRPr sz="1725" b="0">
                <a:solidFill>
                  <a:srgbClr val="887798"/>
                </a:solidFill>
                <a:latin typeface="Microsoft YaHei"/>
                <a:ea typeface="Microsoft YaHei"/>
                <a:cs typeface="Microsoft YaHei"/>
              </a:defRPr>
            </a:lvl2pPr>
            <a:lvl3pPr algn="l">
              <a:defRPr sz="1725" b="0">
                <a:solidFill>
                  <a:srgbClr val="887798"/>
                </a:solidFill>
                <a:latin typeface="Microsoft YaHei"/>
                <a:ea typeface="Microsoft YaHei"/>
                <a:cs typeface="Microsoft YaHei"/>
              </a:defRPr>
            </a:lvl3pPr>
            <a:lvl4pPr algn="l">
              <a:defRPr sz="1725" b="0">
                <a:solidFill>
                  <a:srgbClr val="887798"/>
                </a:solidFill>
                <a:latin typeface="Microsoft YaHei"/>
                <a:ea typeface="Microsoft YaHei"/>
                <a:cs typeface="Microsoft YaHei"/>
              </a:defRPr>
            </a:lvl4pPr>
            <a:lvl5pPr algn="l">
              <a:defRPr sz="1725" b="0">
                <a:solidFill>
                  <a:srgbClr val="887798"/>
                </a:solidFill>
                <a:latin typeface="Microsoft YaHei"/>
                <a:ea typeface="Microsoft YaHei"/>
                <a:cs typeface="Microsoft YaHei"/>
              </a:defRPr>
            </a:lvl5pPr>
            <a:lvl6pPr algn="l">
              <a:defRPr sz="1725" b="0">
                <a:solidFill>
                  <a:srgbClr val="887798"/>
                </a:solidFill>
                <a:latin typeface="Microsoft YaHei"/>
                <a:ea typeface="Microsoft YaHei"/>
                <a:cs typeface="Microsoft YaHei"/>
              </a:defRPr>
            </a:lvl6pPr>
            <a:lvl7pPr algn="l">
              <a:defRPr sz="1725" b="0">
                <a:solidFill>
                  <a:srgbClr val="887798"/>
                </a:solidFill>
                <a:latin typeface="Microsoft YaHei"/>
                <a:ea typeface="Microsoft YaHei"/>
                <a:cs typeface="Microsoft YaHei"/>
              </a:defRPr>
            </a:lvl7pPr>
            <a:lvl8pPr algn="l">
              <a:defRPr sz="1725" b="0">
                <a:solidFill>
                  <a:srgbClr val="887798"/>
                </a:solidFill>
                <a:latin typeface="Microsoft YaHei"/>
                <a:ea typeface="Microsoft YaHei"/>
                <a:cs typeface="Microsoft YaHei"/>
              </a:defRPr>
            </a:lvl8pPr>
            <a:lvl9pPr algn="l">
              <a:defRPr sz="1725" b="0">
                <a:solidFill>
                  <a:srgbClr val="887798"/>
                </a:solidFill>
                <a:latin typeface="Microsoft YaHei"/>
                <a:ea typeface="Microsoft YaHei"/>
                <a:cs typeface="Microsoft YaHei"/>
              </a:defRPr>
            </a:lvl9pPr>
          </a:lstStyle>
          <a:p xmlns:a="http://schemas.openxmlformats.org/drawingml/2006/main">
            <a:pPr algn="l">
              <a:defRPr sz="1725" b="0">
                <a:solidFill>
                  <a:srgbClr val="887798"/>
                </a:solidFill>
                <a:latin typeface="Microsoft YaHei"/>
                <a:ea typeface="Microsoft YaHei"/>
                <a:cs typeface="Microsoft YaHei"/>
              </a:defRPr>
            </a:pPr>
            <a:r>
              <a:rPr sz="1725" b="0">
                <a:solidFill>
                  <a:srgbClr val="887798"/>
                </a:solidFill>
                <a:latin typeface="Microsoft YaHei"/>
                <a:ea typeface="Microsoft YaHei"/>
                <a:cs typeface="Microsoft YaHei"/>
              </a:rPr>
              <a:t>更新会话操作</a:t>
            </a:r>
          </a:p>
        </p:txBody>
      </p:sp>
      <p:sp>
        <p:nvSpPr>
          <p:cNvPr id="20" name="line-597">
            <a:extLst xmlns:a="http://schemas.openxmlformats.org/drawingml/2006/main">
              <a:ext uri="{FF2B5EF4-FFF2-40B4-BE49-F238E27FC236}">
                <a16:creationId xmlns:a16="http://schemas.microsoft.com/office/drawing/2014/main" id="{1209CBFE-BFCE-4C41-AAF7-1959C80BCF1E}"/>
              </a:ext>
            </a:extLst>
          </p:cNvPr>
          <p:cNvSpPr>
            <a:spLocks xmlns:a="http://schemas.openxmlformats.org/drawingml/2006/main" noGrp="1"/>
          </p:cNvSpPr>
          <p:nvPr/>
        </p:nvSpPr>
        <p:spPr>
          <a:xfrm xmlns:a="http://schemas.openxmlformats.org/drawingml/2006/main">
            <a:off x="4572000" y="4105275"/>
            <a:ext cx="2771775" cy="9525"/>
          </a:xfrm>
          <a:custGeom xmlns:a="http://schemas.openxmlformats.org/drawingml/2006/main">
            <a:pathLst>
              <a:path w="2771775" h="9525">
                <a:moveTo>
                  <a:pt x="2771775" y="0"/>
                </a:moveTo>
                <a:lnTo>
                  <a:pt x="0" y="0"/>
                </a:lnTo>
              </a:path>
            </a:pathLst>
          </a:custGeom>
          <a:noFill xmlns:a="http://schemas.openxmlformats.org/drawingml/2006/main"/>
          <a:ln xmlns:a="http://schemas.openxmlformats.org/drawingml/2006/main" w="28575">
            <a:solidFill>
              <a:srgbClr val="887798"/>
            </a:solidFill>
            <a:prstDash val="solid"/>
          </a:ln>
        </p:spPr>
      </p:sp>
      <p:sp>
        <p:nvSpPr>
          <p:cNvPr id="21" name="line-598">
            <a:extLst xmlns:a="http://schemas.openxmlformats.org/drawingml/2006/main">
              <a:ext uri="{FF2B5EF4-FFF2-40B4-BE49-F238E27FC236}">
                <a16:creationId xmlns:a16="http://schemas.microsoft.com/office/drawing/2014/main" id="{AF4BA2BA-0B45-4940-B08E-C75124933727}"/>
              </a:ext>
            </a:extLst>
          </p:cNvPr>
          <p:cNvSpPr>
            <a:spLocks xmlns:a="http://schemas.openxmlformats.org/drawingml/2006/main" noGrp="1"/>
          </p:cNvSpPr>
          <p:nvPr/>
        </p:nvSpPr>
        <p:spPr>
          <a:xfrm xmlns:a="http://schemas.openxmlformats.org/drawingml/2006/main">
            <a:off x="4572000" y="4063845"/>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28575">
            <a:solidFill>
              <a:srgbClr val="887798"/>
            </a:solidFill>
            <a:prstDash val="solid"/>
          </a:ln>
        </p:spPr>
      </p:sp>
      <p:sp>
        <p:nvSpPr>
          <p:cNvPr id="22" name="line-599">
            <a:extLst xmlns:a="http://schemas.openxmlformats.org/drawingml/2006/main">
              <a:ext uri="{FF2B5EF4-FFF2-40B4-BE49-F238E27FC236}">
                <a16:creationId xmlns:a16="http://schemas.microsoft.com/office/drawing/2014/main" id="{23D41A6F-EC70-4186-8DCB-2B156BAD40C3}"/>
              </a:ext>
            </a:extLst>
          </p:cNvPr>
          <p:cNvSpPr>
            <a:spLocks xmlns:a="http://schemas.openxmlformats.org/drawingml/2006/main" noGrp="1"/>
          </p:cNvSpPr>
          <p:nvPr/>
        </p:nvSpPr>
        <p:spPr>
          <a:xfrm xmlns:a="http://schemas.openxmlformats.org/drawingml/2006/main">
            <a:off x="4572000" y="4105275"/>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28575">
            <a:solidFill>
              <a:srgbClr val="887798"/>
            </a:solidFill>
            <a:prstDash val="solid"/>
          </a:ln>
        </p:spPr>
      </p:sp>
      <p:sp>
        <p:nvSpPr>
          <p:cNvPr id="23" name="object-600">
            <a:extLst xmlns:a="http://schemas.openxmlformats.org/drawingml/2006/main">
              <a:ext uri="{FF2B5EF4-FFF2-40B4-BE49-F238E27FC236}">
                <a16:creationId xmlns:a16="http://schemas.microsoft.com/office/drawing/2014/main" id="{A4DA5CF5-BC6A-4C5A-B49D-4E7D7289C947}"/>
              </a:ext>
            </a:extLst>
          </p:cNvPr>
          <p:cNvSpPr>
            <a:spLocks xmlns:a="http://schemas.openxmlformats.org/drawingml/2006/main" noGrp="1"/>
          </p:cNvSpPr>
          <p:nvPr/>
        </p:nvSpPr>
        <p:spPr>
          <a:xfrm xmlns:a="http://schemas.openxmlformats.org/drawingml/2006/main">
            <a:off x="4695825" y="416242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650" b="0">
                <a:solidFill>
                  <a:srgbClr val="62768A"/>
                </a:solidFill>
                <a:latin typeface="Microsoft YaHei"/>
                <a:ea typeface="Microsoft YaHei"/>
                <a:cs typeface="Microsoft YaHei"/>
              </a:defRPr>
            </a:defPPr>
            <a:lvl1pPr algn="l">
              <a:defRPr sz="1650" b="0">
                <a:solidFill>
                  <a:srgbClr val="62768A"/>
                </a:solidFill>
                <a:latin typeface="Microsoft YaHei"/>
                <a:ea typeface="Microsoft YaHei"/>
                <a:cs typeface="Microsoft YaHei"/>
              </a:defRPr>
            </a:lvl1pPr>
            <a:lvl2pPr algn="l">
              <a:defRPr sz="1650" b="0">
                <a:solidFill>
                  <a:srgbClr val="62768A"/>
                </a:solidFill>
                <a:latin typeface="Microsoft YaHei"/>
                <a:ea typeface="Microsoft YaHei"/>
                <a:cs typeface="Microsoft YaHei"/>
              </a:defRPr>
            </a:lvl2pPr>
            <a:lvl3pPr algn="l">
              <a:defRPr sz="1650" b="0">
                <a:solidFill>
                  <a:srgbClr val="62768A"/>
                </a:solidFill>
                <a:latin typeface="Microsoft YaHei"/>
                <a:ea typeface="Microsoft YaHei"/>
                <a:cs typeface="Microsoft YaHei"/>
              </a:defRPr>
            </a:lvl3pPr>
            <a:lvl4pPr algn="l">
              <a:defRPr sz="1650" b="0">
                <a:solidFill>
                  <a:srgbClr val="62768A"/>
                </a:solidFill>
                <a:latin typeface="Microsoft YaHei"/>
                <a:ea typeface="Microsoft YaHei"/>
                <a:cs typeface="Microsoft YaHei"/>
              </a:defRPr>
            </a:lvl4pPr>
            <a:lvl5pPr algn="l">
              <a:defRPr sz="1650" b="0">
                <a:solidFill>
                  <a:srgbClr val="62768A"/>
                </a:solidFill>
                <a:latin typeface="Microsoft YaHei"/>
                <a:ea typeface="Microsoft YaHei"/>
                <a:cs typeface="Microsoft YaHei"/>
              </a:defRPr>
            </a:lvl5pPr>
            <a:lvl6pPr algn="l">
              <a:defRPr sz="1650" b="0">
                <a:solidFill>
                  <a:srgbClr val="62768A"/>
                </a:solidFill>
                <a:latin typeface="Microsoft YaHei"/>
                <a:ea typeface="Microsoft YaHei"/>
                <a:cs typeface="Microsoft YaHei"/>
              </a:defRPr>
            </a:lvl6pPr>
            <a:lvl7pPr algn="l">
              <a:defRPr sz="1650" b="0">
                <a:solidFill>
                  <a:srgbClr val="62768A"/>
                </a:solidFill>
                <a:latin typeface="Microsoft YaHei"/>
                <a:ea typeface="Microsoft YaHei"/>
                <a:cs typeface="Microsoft YaHei"/>
              </a:defRPr>
            </a:lvl7pPr>
            <a:lvl8pPr algn="l">
              <a:defRPr sz="1650" b="0">
                <a:solidFill>
                  <a:srgbClr val="62768A"/>
                </a:solidFill>
                <a:latin typeface="Microsoft YaHei"/>
                <a:ea typeface="Microsoft YaHei"/>
                <a:cs typeface="Microsoft YaHei"/>
              </a:defRPr>
            </a:lvl8pPr>
            <a:lvl9pPr algn="l">
              <a:defRPr sz="1650" b="0">
                <a:solidFill>
                  <a:srgbClr val="62768A"/>
                </a:solidFill>
                <a:latin typeface="Microsoft YaHei"/>
                <a:ea typeface="Microsoft YaHei"/>
                <a:cs typeface="Microsoft YaHei"/>
              </a:defRPr>
            </a:lvl9pPr>
          </a:lstStyle>
          <a:p xmlns:a="http://schemas.openxmlformats.org/drawingml/2006/main">
            <a:pPr algn="l">
              <a:defRPr sz="1650" b="0">
                <a:solidFill>
                  <a:srgbClr val="62768A"/>
                </a:solidFill>
                <a:latin typeface="Microsoft YaHei"/>
                <a:ea typeface="Microsoft YaHei"/>
                <a:cs typeface="Microsoft YaHei"/>
              </a:defRPr>
            </a:pPr>
            <a:r>
              <a:rPr sz="1650" b="0">
                <a:solidFill>
                  <a:srgbClr val="62768A"/>
                </a:solidFill>
                <a:latin typeface="Microsoft YaHei"/>
                <a:ea typeface="Microsoft YaHei"/>
                <a:cs typeface="Microsoft YaHei"/>
              </a:rPr>
              <a:t>返回后按条件等待数据连接</a:t>
            </a:r>
          </a:p>
        </p:txBody>
      </p:sp>
      <p:sp>
        <p:nvSpPr>
          <p:cNvPr id="24" name="line-601">
            <a:extLst xmlns:a="http://schemas.openxmlformats.org/drawingml/2006/main">
              <a:ext uri="{FF2B5EF4-FFF2-40B4-BE49-F238E27FC236}">
                <a16:creationId xmlns:a16="http://schemas.microsoft.com/office/drawing/2014/main" id="{265A803D-086D-4F32-9EC8-C90E1D1B8F44}"/>
              </a:ext>
            </a:extLst>
          </p:cNvPr>
          <p:cNvSpPr>
            <a:spLocks xmlns:a="http://schemas.openxmlformats.org/drawingml/2006/main" noGrp="1"/>
          </p:cNvSpPr>
          <p:nvPr/>
        </p:nvSpPr>
        <p:spPr>
          <a:xfrm xmlns:a="http://schemas.openxmlformats.org/drawingml/2006/main">
            <a:off x="4572000" y="4781550"/>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28575">
            <a:solidFill>
              <a:srgbClr val="3379EB"/>
            </a:solidFill>
            <a:prstDash val="solid"/>
          </a:ln>
        </p:spPr>
      </p:sp>
      <p:sp>
        <p:nvSpPr>
          <p:cNvPr id="25" name="line-602">
            <a:extLst xmlns:a="http://schemas.openxmlformats.org/drawingml/2006/main">
              <a:ext uri="{FF2B5EF4-FFF2-40B4-BE49-F238E27FC236}">
                <a16:creationId xmlns:a16="http://schemas.microsoft.com/office/drawing/2014/main" id="{B0EBD635-CEE4-4C17-9A12-A43006EC32EE}"/>
              </a:ext>
            </a:extLst>
          </p:cNvPr>
          <p:cNvSpPr>
            <a:spLocks xmlns:a="http://schemas.openxmlformats.org/drawingml/2006/main" noGrp="1"/>
          </p:cNvSpPr>
          <p:nvPr/>
        </p:nvSpPr>
        <p:spPr>
          <a:xfrm xmlns:a="http://schemas.openxmlformats.org/drawingml/2006/main">
            <a:off x="10153607" y="478155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6" name="line-603">
            <a:extLst xmlns:a="http://schemas.openxmlformats.org/drawingml/2006/main">
              <a:ext uri="{FF2B5EF4-FFF2-40B4-BE49-F238E27FC236}">
                <a16:creationId xmlns:a16="http://schemas.microsoft.com/office/drawing/2014/main" id="{D893239F-390B-4F88-8296-44AF8931F439}"/>
              </a:ext>
            </a:extLst>
          </p:cNvPr>
          <p:cNvSpPr>
            <a:spLocks xmlns:a="http://schemas.openxmlformats.org/drawingml/2006/main" noGrp="1"/>
          </p:cNvSpPr>
          <p:nvPr/>
        </p:nvSpPr>
        <p:spPr>
          <a:xfrm xmlns:a="http://schemas.openxmlformats.org/drawingml/2006/main">
            <a:off x="10153607" y="474012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7" name="object-604">
            <a:extLst xmlns:a="http://schemas.openxmlformats.org/drawingml/2006/main">
              <a:ext uri="{FF2B5EF4-FFF2-40B4-BE49-F238E27FC236}">
                <a16:creationId xmlns:a16="http://schemas.microsoft.com/office/drawing/2014/main" id="{9E17ED7B-E31C-4382-92B4-485DE478E79F}"/>
              </a:ext>
            </a:extLst>
          </p:cNvPr>
          <p:cNvSpPr>
            <a:spLocks xmlns:a="http://schemas.openxmlformats.org/drawingml/2006/main" noGrp="1"/>
          </p:cNvSpPr>
          <p:nvPr/>
        </p:nvSpPr>
        <p:spPr>
          <a:xfrm xmlns:a="http://schemas.openxmlformats.org/drawingml/2006/main">
            <a:off x="5572125" y="445770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25" b="0">
                <a:solidFill>
                  <a:srgbClr val="3379EB"/>
                </a:solidFill>
                <a:latin typeface="Microsoft YaHei"/>
                <a:ea typeface="Microsoft YaHei"/>
                <a:cs typeface="Microsoft YaHei"/>
              </a:defRPr>
            </a:defPPr>
            <a:lvl1pPr algn="l">
              <a:defRPr sz="1725" b="0">
                <a:solidFill>
                  <a:srgbClr val="3379EB"/>
                </a:solidFill>
                <a:latin typeface="Microsoft YaHei"/>
                <a:ea typeface="Microsoft YaHei"/>
                <a:cs typeface="Microsoft YaHei"/>
              </a:defRPr>
            </a:lvl1pPr>
            <a:lvl2pPr algn="l">
              <a:defRPr sz="1725" b="0">
                <a:solidFill>
                  <a:srgbClr val="3379EB"/>
                </a:solidFill>
                <a:latin typeface="Microsoft YaHei"/>
                <a:ea typeface="Microsoft YaHei"/>
                <a:cs typeface="Microsoft YaHei"/>
              </a:defRPr>
            </a:lvl2pPr>
            <a:lvl3pPr algn="l">
              <a:defRPr sz="1725" b="0">
                <a:solidFill>
                  <a:srgbClr val="3379EB"/>
                </a:solidFill>
                <a:latin typeface="Microsoft YaHei"/>
                <a:ea typeface="Microsoft YaHei"/>
                <a:cs typeface="Microsoft YaHei"/>
              </a:defRPr>
            </a:lvl3pPr>
            <a:lvl4pPr algn="l">
              <a:defRPr sz="1725" b="0">
                <a:solidFill>
                  <a:srgbClr val="3379EB"/>
                </a:solidFill>
                <a:latin typeface="Microsoft YaHei"/>
                <a:ea typeface="Microsoft YaHei"/>
                <a:cs typeface="Microsoft YaHei"/>
              </a:defRPr>
            </a:lvl4pPr>
            <a:lvl5pPr algn="l">
              <a:defRPr sz="1725" b="0">
                <a:solidFill>
                  <a:srgbClr val="3379EB"/>
                </a:solidFill>
                <a:latin typeface="Microsoft YaHei"/>
                <a:ea typeface="Microsoft YaHei"/>
                <a:cs typeface="Microsoft YaHei"/>
              </a:defRPr>
            </a:lvl5pPr>
            <a:lvl6pPr algn="l">
              <a:defRPr sz="1725" b="0">
                <a:solidFill>
                  <a:srgbClr val="3379EB"/>
                </a:solidFill>
                <a:latin typeface="Microsoft YaHei"/>
                <a:ea typeface="Microsoft YaHei"/>
                <a:cs typeface="Microsoft YaHei"/>
              </a:defRPr>
            </a:lvl6pPr>
            <a:lvl7pPr algn="l">
              <a:defRPr sz="1725" b="0">
                <a:solidFill>
                  <a:srgbClr val="3379EB"/>
                </a:solidFill>
                <a:latin typeface="Microsoft YaHei"/>
                <a:ea typeface="Microsoft YaHei"/>
                <a:cs typeface="Microsoft YaHei"/>
              </a:defRPr>
            </a:lvl7pPr>
            <a:lvl8pPr algn="l">
              <a:defRPr sz="1725" b="0">
                <a:solidFill>
                  <a:srgbClr val="3379EB"/>
                </a:solidFill>
                <a:latin typeface="Microsoft YaHei"/>
                <a:ea typeface="Microsoft YaHei"/>
                <a:cs typeface="Microsoft YaHei"/>
              </a:defRPr>
            </a:lvl8pPr>
            <a:lvl9pPr algn="l">
              <a:defRPr sz="1725" b="0">
                <a:solidFill>
                  <a:srgbClr val="3379EB"/>
                </a:solidFill>
                <a:latin typeface="Microsoft YaHei"/>
                <a:ea typeface="Microsoft YaHei"/>
                <a:cs typeface="Microsoft YaHei"/>
              </a:defRPr>
            </a:lvl9pPr>
          </a:lstStyle>
          <a:p xmlns:a="http://schemas.openxmlformats.org/drawingml/2006/main">
            <a:pPr algn="l">
              <a:defRPr sz="1725" b="0">
                <a:solidFill>
                  <a:srgbClr val="3379EB"/>
                </a:solidFill>
                <a:latin typeface="Microsoft YaHei"/>
                <a:ea typeface="Microsoft YaHei"/>
                <a:cs typeface="Microsoft YaHei"/>
              </a:defRPr>
            </a:pPr>
            <a:r>
              <a:rPr sz="1725" b="0">
                <a:solidFill>
                  <a:srgbClr val="3379EB"/>
                </a:solidFill>
                <a:latin typeface="Microsoft YaHei"/>
                <a:ea typeface="Microsoft YaHei"/>
                <a:cs typeface="Microsoft YaHei"/>
              </a:rPr>
              <a:t>流Start / 管理请求入队</a:t>
            </a:r>
          </a:p>
        </p:txBody>
      </p:sp>
      <p:sp>
        <p:nvSpPr>
          <p:cNvPr id="28" name="line-605">
            <a:extLst xmlns:a="http://schemas.openxmlformats.org/drawingml/2006/main">
              <a:ext uri="{FF2B5EF4-FFF2-40B4-BE49-F238E27FC236}">
                <a16:creationId xmlns:a16="http://schemas.microsoft.com/office/drawing/2014/main" id="{5E75CF42-BBE2-4FBE-B4F8-5F5C9B26215A}"/>
              </a:ext>
            </a:extLst>
          </p:cNvPr>
          <p:cNvSpPr>
            <a:spLocks xmlns:a="http://schemas.openxmlformats.org/drawingml/2006/main" noGrp="1"/>
          </p:cNvSpPr>
          <p:nvPr/>
        </p:nvSpPr>
        <p:spPr>
          <a:xfrm xmlns:a="http://schemas.openxmlformats.org/drawingml/2006/main">
            <a:off x="4572000" y="5267325"/>
            <a:ext cx="5667375" cy="9525"/>
          </a:xfrm>
          <a:custGeom xmlns:a="http://schemas.openxmlformats.org/drawingml/2006/main">
            <a:pathLst>
              <a:path w="5667375" h="9525">
                <a:moveTo>
                  <a:pt x="5667375" y="0"/>
                </a:moveTo>
                <a:lnTo>
                  <a:pt x="0" y="0"/>
                </a:lnTo>
              </a:path>
            </a:pathLst>
          </a:custGeom>
          <a:noFill xmlns:a="http://schemas.openxmlformats.org/drawingml/2006/main"/>
          <a:ln xmlns:a="http://schemas.openxmlformats.org/drawingml/2006/main" w="28575">
            <a:solidFill>
              <a:srgbClr val="3379EB"/>
            </a:solidFill>
            <a:prstDash val="solid"/>
          </a:ln>
        </p:spPr>
      </p:sp>
      <p:sp>
        <p:nvSpPr>
          <p:cNvPr id="29" name="line-606">
            <a:extLst xmlns:a="http://schemas.openxmlformats.org/drawingml/2006/main">
              <a:ext uri="{FF2B5EF4-FFF2-40B4-BE49-F238E27FC236}">
                <a16:creationId xmlns:a16="http://schemas.microsoft.com/office/drawing/2014/main" id="{5F006497-A1E7-4D0E-9F6E-3AE99E22196A}"/>
              </a:ext>
            </a:extLst>
          </p:cNvPr>
          <p:cNvSpPr>
            <a:spLocks xmlns:a="http://schemas.openxmlformats.org/drawingml/2006/main" noGrp="1"/>
          </p:cNvSpPr>
          <p:nvPr/>
        </p:nvSpPr>
        <p:spPr>
          <a:xfrm xmlns:a="http://schemas.openxmlformats.org/drawingml/2006/main">
            <a:off x="4572000" y="5225895"/>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28575">
            <a:solidFill>
              <a:srgbClr val="3379EB"/>
            </a:solidFill>
            <a:prstDash val="solid"/>
          </a:ln>
        </p:spPr>
      </p:sp>
      <p:sp>
        <p:nvSpPr>
          <p:cNvPr id="30" name="line-607">
            <a:extLst xmlns:a="http://schemas.openxmlformats.org/drawingml/2006/main">
              <a:ext uri="{FF2B5EF4-FFF2-40B4-BE49-F238E27FC236}">
                <a16:creationId xmlns:a16="http://schemas.microsoft.com/office/drawing/2014/main" id="{1654A6D6-0800-4719-8515-DB4A52B59BF3}"/>
              </a:ext>
            </a:extLst>
          </p:cNvPr>
          <p:cNvSpPr>
            <a:spLocks xmlns:a="http://schemas.openxmlformats.org/drawingml/2006/main" noGrp="1"/>
          </p:cNvSpPr>
          <p:nvPr/>
        </p:nvSpPr>
        <p:spPr>
          <a:xfrm xmlns:a="http://schemas.openxmlformats.org/drawingml/2006/main">
            <a:off x="4572000" y="5267325"/>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28575">
            <a:solidFill>
              <a:srgbClr val="3379EB"/>
            </a:solidFill>
            <a:prstDash val="solid"/>
          </a:ln>
        </p:spPr>
      </p:sp>
      <p:sp>
        <p:nvSpPr>
          <p:cNvPr id="31" name="object-608">
            <a:extLst xmlns:a="http://schemas.openxmlformats.org/drawingml/2006/main">
              <a:ext uri="{FF2B5EF4-FFF2-40B4-BE49-F238E27FC236}">
                <a16:creationId xmlns:a16="http://schemas.microsoft.com/office/drawing/2014/main" id="{BA0F8CE7-DF4E-4427-85C8-56FBD8F92392}"/>
              </a:ext>
            </a:extLst>
          </p:cNvPr>
          <p:cNvSpPr>
            <a:spLocks xmlns:a="http://schemas.openxmlformats.org/drawingml/2006/main" noGrp="1"/>
          </p:cNvSpPr>
          <p:nvPr/>
        </p:nvSpPr>
        <p:spPr>
          <a:xfrm xmlns:a="http://schemas.openxmlformats.org/drawingml/2006/main">
            <a:off x="5753100" y="4933950"/>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25" b="0">
                <a:solidFill>
                  <a:srgbClr val="3379EB"/>
                </a:solidFill>
                <a:latin typeface="Microsoft YaHei"/>
                <a:ea typeface="Microsoft YaHei"/>
                <a:cs typeface="Microsoft YaHei"/>
              </a:defRPr>
            </a:defPPr>
            <a:lvl1pPr algn="l">
              <a:defRPr sz="1725" b="0">
                <a:solidFill>
                  <a:srgbClr val="3379EB"/>
                </a:solidFill>
                <a:latin typeface="Microsoft YaHei"/>
                <a:ea typeface="Microsoft YaHei"/>
                <a:cs typeface="Microsoft YaHei"/>
              </a:defRPr>
            </a:lvl1pPr>
            <a:lvl2pPr algn="l">
              <a:defRPr sz="1725" b="0">
                <a:solidFill>
                  <a:srgbClr val="3379EB"/>
                </a:solidFill>
                <a:latin typeface="Microsoft YaHei"/>
                <a:ea typeface="Microsoft YaHei"/>
                <a:cs typeface="Microsoft YaHei"/>
              </a:defRPr>
            </a:lvl2pPr>
            <a:lvl3pPr algn="l">
              <a:defRPr sz="1725" b="0">
                <a:solidFill>
                  <a:srgbClr val="3379EB"/>
                </a:solidFill>
                <a:latin typeface="Microsoft YaHei"/>
                <a:ea typeface="Microsoft YaHei"/>
                <a:cs typeface="Microsoft YaHei"/>
              </a:defRPr>
            </a:lvl3pPr>
            <a:lvl4pPr algn="l">
              <a:defRPr sz="1725" b="0">
                <a:solidFill>
                  <a:srgbClr val="3379EB"/>
                </a:solidFill>
                <a:latin typeface="Microsoft YaHei"/>
                <a:ea typeface="Microsoft YaHei"/>
                <a:cs typeface="Microsoft YaHei"/>
              </a:defRPr>
            </a:lvl4pPr>
            <a:lvl5pPr algn="l">
              <a:defRPr sz="1725" b="0">
                <a:solidFill>
                  <a:srgbClr val="3379EB"/>
                </a:solidFill>
                <a:latin typeface="Microsoft YaHei"/>
                <a:ea typeface="Microsoft YaHei"/>
                <a:cs typeface="Microsoft YaHei"/>
              </a:defRPr>
            </a:lvl5pPr>
            <a:lvl6pPr algn="l">
              <a:defRPr sz="1725" b="0">
                <a:solidFill>
                  <a:srgbClr val="3379EB"/>
                </a:solidFill>
                <a:latin typeface="Microsoft YaHei"/>
                <a:ea typeface="Microsoft YaHei"/>
                <a:cs typeface="Microsoft YaHei"/>
              </a:defRPr>
            </a:lvl6pPr>
            <a:lvl7pPr algn="l">
              <a:defRPr sz="1725" b="0">
                <a:solidFill>
                  <a:srgbClr val="3379EB"/>
                </a:solidFill>
                <a:latin typeface="Microsoft YaHei"/>
                <a:ea typeface="Microsoft YaHei"/>
                <a:cs typeface="Microsoft YaHei"/>
              </a:defRPr>
            </a:lvl7pPr>
            <a:lvl8pPr algn="l">
              <a:defRPr sz="1725" b="0">
                <a:solidFill>
                  <a:srgbClr val="3379EB"/>
                </a:solidFill>
                <a:latin typeface="Microsoft YaHei"/>
                <a:ea typeface="Microsoft YaHei"/>
                <a:cs typeface="Microsoft YaHei"/>
              </a:defRPr>
            </a:lvl8pPr>
            <a:lvl9pPr algn="l">
              <a:defRPr sz="1725" b="0">
                <a:solidFill>
                  <a:srgbClr val="3379EB"/>
                </a:solidFill>
                <a:latin typeface="Microsoft YaHei"/>
                <a:ea typeface="Microsoft YaHei"/>
                <a:cs typeface="Microsoft YaHei"/>
              </a:defRPr>
            </a:lvl9pPr>
          </a:lstStyle>
          <a:p xmlns:a="http://schemas.openxmlformats.org/drawingml/2006/main">
            <a:pPr algn="l">
              <a:defRPr sz="1725" b="0">
                <a:solidFill>
                  <a:srgbClr val="3379EB"/>
                </a:solidFill>
                <a:latin typeface="Microsoft YaHei"/>
                <a:ea typeface="Microsoft YaHei"/>
                <a:cs typeface="Microsoft YaHei"/>
              </a:defRPr>
            </a:pPr>
            <a:r>
              <a:rPr sz="1725" b="0">
                <a:solidFill>
                  <a:srgbClr val="3379EB"/>
                </a:solidFill>
                <a:latin typeface="Microsoft YaHei"/>
                <a:ea typeface="Microsoft YaHei"/>
                <a:cs typeface="Microsoft YaHei"/>
              </a:rPr>
              <a:t>STARTED 状态回调</a:t>
            </a:r>
          </a:p>
        </p:txBody>
      </p:sp>
      <p:sp>
        <p:nvSpPr>
          <p:cNvPr id="32" name="line-609">
            <a:extLst xmlns:a="http://schemas.openxmlformats.org/drawingml/2006/main">
              <a:ext uri="{FF2B5EF4-FFF2-40B4-BE49-F238E27FC236}">
                <a16:creationId xmlns:a16="http://schemas.microsoft.com/office/drawing/2014/main" id="{AC183E48-EB27-481E-986B-03CDA5D11A6F}"/>
              </a:ext>
            </a:extLst>
          </p:cNvPr>
          <p:cNvSpPr>
            <a:spLocks xmlns:a="http://schemas.openxmlformats.org/drawingml/2006/main" noGrp="1"/>
          </p:cNvSpPr>
          <p:nvPr/>
        </p:nvSpPr>
        <p:spPr>
          <a:xfrm xmlns:a="http://schemas.openxmlformats.org/drawingml/2006/main">
            <a:off x="1800225" y="5705475"/>
            <a:ext cx="2771775" cy="9525"/>
          </a:xfrm>
          <a:custGeom xmlns:a="http://schemas.openxmlformats.org/drawingml/2006/main">
            <a:pathLst>
              <a:path w="2771775" h="9525">
                <a:moveTo>
                  <a:pt x="2771775" y="0"/>
                </a:moveTo>
                <a:lnTo>
                  <a:pt x="0" y="0"/>
                </a:lnTo>
              </a:path>
            </a:pathLst>
          </a:custGeom>
          <a:noFill xmlns:a="http://schemas.openxmlformats.org/drawingml/2006/main"/>
          <a:ln xmlns:a="http://schemas.openxmlformats.org/drawingml/2006/main" w="28575">
            <a:solidFill>
              <a:srgbClr val="12263B"/>
            </a:solidFill>
            <a:prstDash val="solid"/>
          </a:ln>
        </p:spPr>
      </p:sp>
      <p:sp>
        <p:nvSpPr>
          <p:cNvPr id="33" name="line-610">
            <a:extLst xmlns:a="http://schemas.openxmlformats.org/drawingml/2006/main">
              <a:ext uri="{FF2B5EF4-FFF2-40B4-BE49-F238E27FC236}">
                <a16:creationId xmlns:a16="http://schemas.microsoft.com/office/drawing/2014/main" id="{28D58F3D-B35B-4406-B9B7-54F28144F803}"/>
              </a:ext>
            </a:extLst>
          </p:cNvPr>
          <p:cNvSpPr>
            <a:spLocks xmlns:a="http://schemas.openxmlformats.org/drawingml/2006/main" noGrp="1"/>
          </p:cNvSpPr>
          <p:nvPr/>
        </p:nvSpPr>
        <p:spPr>
          <a:xfrm xmlns:a="http://schemas.openxmlformats.org/drawingml/2006/main">
            <a:off x="1800225" y="5664045"/>
            <a:ext cx="85768" cy="41430"/>
          </a:xfrm>
          <a:custGeom xmlns:a="http://schemas.openxmlformats.org/drawingml/2006/main">
            <a:pathLst>
              <a:path w="85768" h="41430">
                <a:moveTo>
                  <a:pt x="85768" y="0"/>
                </a:moveTo>
                <a:lnTo>
                  <a:pt x="0" y="41430"/>
                </a:lnTo>
              </a:path>
            </a:pathLst>
          </a:custGeom>
          <a:noFill xmlns:a="http://schemas.openxmlformats.org/drawingml/2006/main"/>
          <a:ln xmlns:a="http://schemas.openxmlformats.org/drawingml/2006/main" w="28575">
            <a:solidFill>
              <a:srgbClr val="12263B"/>
            </a:solidFill>
            <a:prstDash val="solid"/>
          </a:ln>
        </p:spPr>
      </p:sp>
      <p:sp>
        <p:nvSpPr>
          <p:cNvPr id="34" name="line-611">
            <a:extLst xmlns:a="http://schemas.openxmlformats.org/drawingml/2006/main">
              <a:ext uri="{FF2B5EF4-FFF2-40B4-BE49-F238E27FC236}">
                <a16:creationId xmlns:a16="http://schemas.microsoft.com/office/drawing/2014/main" id="{89339C12-71B8-4186-B486-E28663C2CA6F}"/>
              </a:ext>
            </a:extLst>
          </p:cNvPr>
          <p:cNvSpPr>
            <a:spLocks xmlns:a="http://schemas.openxmlformats.org/drawingml/2006/main" noGrp="1"/>
          </p:cNvSpPr>
          <p:nvPr/>
        </p:nvSpPr>
        <p:spPr>
          <a:xfrm xmlns:a="http://schemas.openxmlformats.org/drawingml/2006/main">
            <a:off x="1800225" y="5705475"/>
            <a:ext cx="85768" cy="41430"/>
          </a:xfrm>
          <a:custGeom xmlns:a="http://schemas.openxmlformats.org/drawingml/2006/main">
            <a:pathLst>
              <a:path w="85768" h="41430">
                <a:moveTo>
                  <a:pt x="85768" y="41430"/>
                </a:moveTo>
                <a:lnTo>
                  <a:pt x="0" y="0"/>
                </a:lnTo>
              </a:path>
            </a:pathLst>
          </a:custGeom>
          <a:noFill xmlns:a="http://schemas.openxmlformats.org/drawingml/2006/main"/>
          <a:ln xmlns:a="http://schemas.openxmlformats.org/drawingml/2006/main" w="28575">
            <a:solidFill>
              <a:srgbClr val="12263B"/>
            </a:solidFill>
            <a:prstDash val="solid"/>
          </a:ln>
        </p:spPr>
      </p:sp>
      <p:sp>
        <p:nvSpPr>
          <p:cNvPr id="35" name="object-612">
            <a:extLst xmlns:a="http://schemas.openxmlformats.org/drawingml/2006/main">
              <a:ext uri="{FF2B5EF4-FFF2-40B4-BE49-F238E27FC236}">
                <a16:creationId xmlns:a16="http://schemas.microsoft.com/office/drawing/2014/main" id="{400A84C0-6FA3-40CB-9528-BB73FFBF17C7}"/>
              </a:ext>
            </a:extLst>
          </p:cNvPr>
          <p:cNvSpPr>
            <a:spLocks xmlns:a="http://schemas.openxmlformats.org/drawingml/2006/main" noGrp="1"/>
          </p:cNvSpPr>
          <p:nvPr/>
        </p:nvSpPr>
        <p:spPr>
          <a:xfrm xmlns:a="http://schemas.openxmlformats.org/drawingml/2006/main">
            <a:off x="2047875" y="5362575"/>
            <a:ext cx="2381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25" b="0">
                <a:solidFill>
                  <a:srgbClr val="12263B"/>
                </a:solidFill>
                <a:latin typeface="Microsoft YaHei"/>
                <a:ea typeface="Microsoft YaHei"/>
                <a:cs typeface="Microsoft YaHei"/>
              </a:defRPr>
            </a:defPPr>
            <a:lvl1pPr algn="l">
              <a:defRPr sz="1725" b="0">
                <a:solidFill>
                  <a:srgbClr val="12263B"/>
                </a:solidFill>
                <a:latin typeface="Microsoft YaHei"/>
                <a:ea typeface="Microsoft YaHei"/>
                <a:cs typeface="Microsoft YaHei"/>
              </a:defRPr>
            </a:lvl1pPr>
            <a:lvl2pPr algn="l">
              <a:defRPr sz="1725" b="0">
                <a:solidFill>
                  <a:srgbClr val="12263B"/>
                </a:solidFill>
                <a:latin typeface="Microsoft YaHei"/>
                <a:ea typeface="Microsoft YaHei"/>
                <a:cs typeface="Microsoft YaHei"/>
              </a:defRPr>
            </a:lvl2pPr>
            <a:lvl3pPr algn="l">
              <a:defRPr sz="1725" b="0">
                <a:solidFill>
                  <a:srgbClr val="12263B"/>
                </a:solidFill>
                <a:latin typeface="Microsoft YaHei"/>
                <a:ea typeface="Microsoft YaHei"/>
                <a:cs typeface="Microsoft YaHei"/>
              </a:defRPr>
            </a:lvl3pPr>
            <a:lvl4pPr algn="l">
              <a:defRPr sz="1725" b="0">
                <a:solidFill>
                  <a:srgbClr val="12263B"/>
                </a:solidFill>
                <a:latin typeface="Microsoft YaHei"/>
                <a:ea typeface="Microsoft YaHei"/>
                <a:cs typeface="Microsoft YaHei"/>
              </a:defRPr>
            </a:lvl4pPr>
            <a:lvl5pPr algn="l">
              <a:defRPr sz="1725" b="0">
                <a:solidFill>
                  <a:srgbClr val="12263B"/>
                </a:solidFill>
                <a:latin typeface="Microsoft YaHei"/>
                <a:ea typeface="Microsoft YaHei"/>
                <a:cs typeface="Microsoft YaHei"/>
              </a:defRPr>
            </a:lvl5pPr>
            <a:lvl6pPr algn="l">
              <a:defRPr sz="1725" b="0">
                <a:solidFill>
                  <a:srgbClr val="12263B"/>
                </a:solidFill>
                <a:latin typeface="Microsoft YaHei"/>
                <a:ea typeface="Microsoft YaHei"/>
                <a:cs typeface="Microsoft YaHei"/>
              </a:defRPr>
            </a:lvl6pPr>
            <a:lvl7pPr algn="l">
              <a:defRPr sz="1725" b="0">
                <a:solidFill>
                  <a:srgbClr val="12263B"/>
                </a:solidFill>
                <a:latin typeface="Microsoft YaHei"/>
                <a:ea typeface="Microsoft YaHei"/>
                <a:cs typeface="Microsoft YaHei"/>
              </a:defRPr>
            </a:lvl7pPr>
            <a:lvl8pPr algn="l">
              <a:defRPr sz="1725" b="0">
                <a:solidFill>
                  <a:srgbClr val="12263B"/>
                </a:solidFill>
                <a:latin typeface="Microsoft YaHei"/>
                <a:ea typeface="Microsoft YaHei"/>
                <a:cs typeface="Microsoft YaHei"/>
              </a:defRPr>
            </a:lvl8pPr>
            <a:lvl9pPr algn="l">
              <a:defRPr sz="1725" b="0">
                <a:solidFill>
                  <a:srgbClr val="12263B"/>
                </a:solidFill>
                <a:latin typeface="Microsoft YaHei"/>
                <a:ea typeface="Microsoft YaHei"/>
                <a:cs typeface="Microsoft YaHei"/>
              </a:defRPr>
            </a:lvl9pPr>
          </a:lstStyle>
          <a:p xmlns:a="http://schemas.openxmlformats.org/drawingml/2006/main">
            <a:pPr algn="l">
              <a:defRPr sz="1725" b="0">
                <a:solidFill>
                  <a:srgbClr val="12263B"/>
                </a:solidFill>
                <a:latin typeface="Microsoft YaHei"/>
                <a:ea typeface="Microsoft YaHei"/>
                <a:cs typeface="Microsoft YaHei"/>
              </a:defRPr>
            </a:pPr>
            <a:r>
              <a:rPr sz="1725" b="0">
                <a:solidFill>
                  <a:srgbClr val="12263B"/>
                </a:solidFill>
                <a:latin typeface="Microsoft YaHei"/>
                <a:ea typeface="Microsoft YaHei"/>
                <a:cs typeface="Microsoft YaHei"/>
              </a:rPr>
              <a:t>RUNNING 通知</a:t>
            </a:r>
          </a:p>
        </p:txBody>
      </p:sp>
      <p:sp>
        <p:nvSpPr>
          <p:cNvPr id="36" name="object-613">
            <a:extLst xmlns:a="http://schemas.openxmlformats.org/drawingml/2006/main">
              <a:ext uri="{FF2B5EF4-FFF2-40B4-BE49-F238E27FC236}">
                <a16:creationId xmlns:a16="http://schemas.microsoft.com/office/drawing/2014/main" id="{889454EB-DE0D-451C-9615-9660A5FB1283}"/>
              </a:ext>
            </a:extLst>
          </p:cNvPr>
          <p:cNvSpPr>
            <a:spLocks xmlns:a="http://schemas.openxmlformats.org/drawingml/2006/main" noGrp="1"/>
          </p:cNvSpPr>
          <p:nvPr/>
        </p:nvSpPr>
        <p:spPr>
          <a:xfrm xmlns:a="http://schemas.openxmlformats.org/drawingml/2006/main">
            <a:off x="609600" y="592455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875" b="1">
                <a:solidFill>
                  <a:srgbClr val="12263B"/>
                </a:solidFill>
                <a:latin typeface="Microsoft YaHei"/>
                <a:ea typeface="Microsoft YaHei"/>
                <a:cs typeface="Microsoft YaHei"/>
              </a:defRPr>
            </a:defPPr>
            <a:lvl1pPr algn="l">
              <a:defRPr sz="1875" b="1">
                <a:solidFill>
                  <a:srgbClr val="12263B"/>
                </a:solidFill>
                <a:latin typeface="Microsoft YaHei"/>
                <a:ea typeface="Microsoft YaHei"/>
                <a:cs typeface="Microsoft YaHei"/>
              </a:defRPr>
            </a:lvl1pPr>
            <a:lvl2pPr algn="l">
              <a:defRPr sz="1875" b="1">
                <a:solidFill>
                  <a:srgbClr val="12263B"/>
                </a:solidFill>
                <a:latin typeface="Microsoft YaHei"/>
                <a:ea typeface="Microsoft YaHei"/>
                <a:cs typeface="Microsoft YaHei"/>
              </a:defRPr>
            </a:lvl2pPr>
            <a:lvl3pPr algn="l">
              <a:defRPr sz="1875" b="1">
                <a:solidFill>
                  <a:srgbClr val="12263B"/>
                </a:solidFill>
                <a:latin typeface="Microsoft YaHei"/>
                <a:ea typeface="Microsoft YaHei"/>
                <a:cs typeface="Microsoft YaHei"/>
              </a:defRPr>
            </a:lvl3pPr>
            <a:lvl4pPr algn="l">
              <a:defRPr sz="1875" b="1">
                <a:solidFill>
                  <a:srgbClr val="12263B"/>
                </a:solidFill>
                <a:latin typeface="Microsoft YaHei"/>
                <a:ea typeface="Microsoft YaHei"/>
                <a:cs typeface="Microsoft YaHei"/>
              </a:defRPr>
            </a:lvl4pPr>
            <a:lvl5pPr algn="l">
              <a:defRPr sz="1875" b="1">
                <a:solidFill>
                  <a:srgbClr val="12263B"/>
                </a:solidFill>
                <a:latin typeface="Microsoft YaHei"/>
                <a:ea typeface="Microsoft YaHei"/>
                <a:cs typeface="Microsoft YaHei"/>
              </a:defRPr>
            </a:lvl5pPr>
            <a:lvl6pPr algn="l">
              <a:defRPr sz="1875" b="1">
                <a:solidFill>
                  <a:srgbClr val="12263B"/>
                </a:solidFill>
                <a:latin typeface="Microsoft YaHei"/>
                <a:ea typeface="Microsoft YaHei"/>
                <a:cs typeface="Microsoft YaHei"/>
              </a:defRPr>
            </a:lvl6pPr>
            <a:lvl7pPr algn="l">
              <a:defRPr sz="1875" b="1">
                <a:solidFill>
                  <a:srgbClr val="12263B"/>
                </a:solidFill>
                <a:latin typeface="Microsoft YaHei"/>
                <a:ea typeface="Microsoft YaHei"/>
                <a:cs typeface="Microsoft YaHei"/>
              </a:defRPr>
            </a:lvl7pPr>
            <a:lvl8pPr algn="l">
              <a:defRPr sz="1875" b="1">
                <a:solidFill>
                  <a:srgbClr val="12263B"/>
                </a:solidFill>
                <a:latin typeface="Microsoft YaHei"/>
                <a:ea typeface="Microsoft YaHei"/>
                <a:cs typeface="Microsoft YaHei"/>
              </a:defRPr>
            </a:lvl8pPr>
            <a:lvl9pPr algn="l">
              <a:defRPr sz="1875" b="1">
                <a:solidFill>
                  <a:srgbClr val="12263B"/>
                </a:solidFill>
                <a:latin typeface="Microsoft YaHei"/>
                <a:ea typeface="Microsoft YaHei"/>
                <a:cs typeface="Microsoft YaHei"/>
              </a:defRPr>
            </a:lvl9pPr>
          </a:lstStyle>
          <a:p xmlns:a="http://schemas.openxmlformats.org/drawingml/2006/main">
            <a:pPr algn="l">
              <a:defRPr sz="1875" b="1">
                <a:solidFill>
                  <a:srgbClr val="12263B"/>
                </a:solidFill>
                <a:latin typeface="Microsoft YaHei"/>
                <a:ea typeface="Microsoft YaHei"/>
                <a:cs typeface="Microsoft YaHei"/>
              </a:defRPr>
            </a:pPr>
            <a:r>
              <a:rPr sz="1875" b="1">
                <a:solidFill>
                  <a:srgbClr val="12263B"/>
                </a:solidFill>
                <a:latin typeface="Microsoft YaHei"/>
                <a:ea typeface="Microsoft YaHei"/>
                <a:cs typeface="Microsoft YaHei"/>
              </a:rPr>
              <a:t>设备级请求还有一次入队；管理状态确认不等于声学出声</a:t>
            </a:r>
          </a:p>
        </p:txBody>
      </p:sp>
      <p:sp>
        <p:nvSpPr>
          <p:cNvPr id="37" name="object-614">
            <a:extLst xmlns:a="http://schemas.openxmlformats.org/drawingml/2006/main">
              <a:ext uri="{FF2B5EF4-FFF2-40B4-BE49-F238E27FC236}">
                <a16:creationId xmlns:a16="http://schemas.microsoft.com/office/drawing/2014/main" id="{46876D20-A827-4499-812C-E436A5BBE03B}"/>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控制中间层折叠；图不按真实耗时缩放，也未绘制PCM数据轨</a:t>
            </a:r>
          </a:p>
        </p:txBody>
      </p:sp>
      <p:sp>
        <p:nvSpPr>
          <p:cNvPr id="38" name="object-615">
            <a:extLst xmlns:a="http://schemas.openxmlformats.org/drawingml/2006/main">
              <a:ext uri="{FF2B5EF4-FFF2-40B4-BE49-F238E27FC236}">
                <a16:creationId xmlns:a16="http://schemas.microsoft.com/office/drawing/2014/main" id="{0445F87D-54A8-4F54-8951-A1BB277EA6CC}"/>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A4</a:t>
            </a:r>
          </a:p>
        </p:txBody>
      </p:sp>
    </p:spTree>
    <p:extLst>
      <p:ext uri="{BB962C8B-B14F-4D97-AF65-F5344CB8AC3E}">
        <p14:creationId xmlns:p14="http://schemas.microsoft.com/office/powerpoint/2010/main" val="188630660"/>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object-616">
            <a:extLst xmlns:a="http://schemas.openxmlformats.org/drawingml/2006/main">
              <a:ext uri="{FF2B5EF4-FFF2-40B4-BE49-F238E27FC236}">
                <a16:creationId xmlns:a16="http://schemas.microsoft.com/office/drawing/2014/main" id="{6F2F43C3-F1B3-4619-88BD-38FF3E398806}"/>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技术附录 · A5</a:t>
            </a:r>
          </a:p>
        </p:txBody>
      </p:sp>
      <p:sp>
        <p:nvSpPr>
          <p:cNvPr id="2" name="object-617">
            <a:extLst xmlns:a="http://schemas.openxmlformats.org/drawingml/2006/main">
              <a:ext uri="{FF2B5EF4-FFF2-40B4-BE49-F238E27FC236}">
                <a16:creationId xmlns:a16="http://schemas.microsoft.com/office/drawing/2014/main" id="{033C0B02-BB5A-42A3-9DA7-95D75EC303EA}"/>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A5  设备切换中的节点与状态衔接</a:t>
            </a:r>
          </a:p>
        </p:txBody>
      </p:sp>
      <p:sp>
        <p:nvSpPr>
          <p:cNvPr id="3" name="object-618">
            <a:extLst xmlns:a="http://schemas.openxmlformats.org/drawingml/2006/main">
              <a:ext uri="{FF2B5EF4-FFF2-40B4-BE49-F238E27FC236}">
                <a16:creationId xmlns:a16="http://schemas.microsoft.com/office/drawing/2014/main" id="{6923D9DC-5460-4170-82BA-2502992B9BCB}"/>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引擎迁移已有输入节点，并按目标设备更新格式、标识与连接</a:t>
            </a:r>
          </a:p>
        </p:txBody>
      </p:sp>
      <p:sp>
        <p:nvSpPr>
          <p:cNvPr id="4" name="object-619">
            <a:extLst xmlns:a="http://schemas.openxmlformats.org/drawingml/2006/main">
              <a:ext uri="{FF2B5EF4-FFF2-40B4-BE49-F238E27FC236}">
                <a16:creationId xmlns:a16="http://schemas.microsoft.com/office/drawing/2014/main" id="{70725ADF-FE37-4F51-8D91-B687AB80D21A}"/>
              </a:ext>
            </a:extLst>
          </p:cNvPr>
          <p:cNvSpPr>
            <a:spLocks xmlns:a="http://schemas.openxmlformats.org/drawingml/2006/main" noGrp="1"/>
          </p:cNvSpPr>
          <p:nvPr/>
        </p:nvSpPr>
        <p:spPr>
          <a:xfrm xmlns:a="http://schemas.openxmlformats.org/drawingml/2006/main">
            <a:off x="609600" y="235267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1">
                <a:solidFill>
                  <a:srgbClr val="887798"/>
                </a:solidFill>
                <a:latin typeface="Microsoft YaHei"/>
                <a:ea typeface="Microsoft YaHei"/>
                <a:cs typeface="Microsoft YaHei"/>
              </a:defRPr>
            </a:defPPr>
            <a:lvl1pPr algn="l">
              <a:defRPr sz="2100" b="1">
                <a:solidFill>
                  <a:srgbClr val="887798"/>
                </a:solidFill>
                <a:latin typeface="Microsoft YaHei"/>
                <a:ea typeface="Microsoft YaHei"/>
                <a:cs typeface="Microsoft YaHei"/>
              </a:defRPr>
            </a:lvl1pPr>
            <a:lvl2pPr algn="l">
              <a:defRPr sz="2100" b="1">
                <a:solidFill>
                  <a:srgbClr val="887798"/>
                </a:solidFill>
                <a:latin typeface="Microsoft YaHei"/>
                <a:ea typeface="Microsoft YaHei"/>
                <a:cs typeface="Microsoft YaHei"/>
              </a:defRPr>
            </a:lvl2pPr>
            <a:lvl3pPr algn="l">
              <a:defRPr sz="2100" b="1">
                <a:solidFill>
                  <a:srgbClr val="887798"/>
                </a:solidFill>
                <a:latin typeface="Microsoft YaHei"/>
                <a:ea typeface="Microsoft YaHei"/>
                <a:cs typeface="Microsoft YaHei"/>
              </a:defRPr>
            </a:lvl3pPr>
            <a:lvl4pPr algn="l">
              <a:defRPr sz="2100" b="1">
                <a:solidFill>
                  <a:srgbClr val="887798"/>
                </a:solidFill>
                <a:latin typeface="Microsoft YaHei"/>
                <a:ea typeface="Microsoft YaHei"/>
                <a:cs typeface="Microsoft YaHei"/>
              </a:defRPr>
            </a:lvl4pPr>
            <a:lvl5pPr algn="l">
              <a:defRPr sz="2100" b="1">
                <a:solidFill>
                  <a:srgbClr val="887798"/>
                </a:solidFill>
                <a:latin typeface="Microsoft YaHei"/>
                <a:ea typeface="Microsoft YaHei"/>
                <a:cs typeface="Microsoft YaHei"/>
              </a:defRPr>
            </a:lvl5pPr>
            <a:lvl6pPr algn="l">
              <a:defRPr sz="2100" b="1">
                <a:solidFill>
                  <a:srgbClr val="887798"/>
                </a:solidFill>
                <a:latin typeface="Microsoft YaHei"/>
                <a:ea typeface="Microsoft YaHei"/>
                <a:cs typeface="Microsoft YaHei"/>
              </a:defRPr>
            </a:lvl6pPr>
            <a:lvl7pPr algn="l">
              <a:defRPr sz="2100" b="1">
                <a:solidFill>
                  <a:srgbClr val="887798"/>
                </a:solidFill>
                <a:latin typeface="Microsoft YaHei"/>
                <a:ea typeface="Microsoft YaHei"/>
                <a:cs typeface="Microsoft YaHei"/>
              </a:defRPr>
            </a:lvl7pPr>
            <a:lvl8pPr algn="l">
              <a:defRPr sz="2100" b="1">
                <a:solidFill>
                  <a:srgbClr val="887798"/>
                </a:solidFill>
                <a:latin typeface="Microsoft YaHei"/>
                <a:ea typeface="Microsoft YaHei"/>
                <a:cs typeface="Microsoft YaHei"/>
              </a:defRPr>
            </a:lvl8pPr>
            <a:lvl9pPr algn="l">
              <a:defRPr sz="2100" b="1">
                <a:solidFill>
                  <a:srgbClr val="887798"/>
                </a:solidFill>
                <a:latin typeface="Microsoft YaHei"/>
                <a:ea typeface="Microsoft YaHei"/>
                <a:cs typeface="Microsoft YaHei"/>
              </a:defRPr>
            </a:lvl9pPr>
          </a:lstStyle>
          <a:p xmlns:a="http://schemas.openxmlformats.org/drawingml/2006/main">
            <a:pPr algn="l">
              <a:defRPr sz="2100" b="1">
                <a:solidFill>
                  <a:srgbClr val="887798"/>
                </a:solidFill>
                <a:latin typeface="Microsoft YaHei"/>
                <a:ea typeface="Microsoft YaHei"/>
                <a:cs typeface="Microsoft YaHei"/>
              </a:defRPr>
            </a:pPr>
            <a:r>
              <a:rPr sz="2100" b="1">
                <a:solidFill>
                  <a:srgbClr val="887798"/>
                </a:solidFill>
                <a:latin typeface="Microsoft YaHei"/>
                <a:ea typeface="Microsoft YaHei"/>
                <a:cs typeface="Microsoft YaHei"/>
              </a:rPr>
              <a:t>上层前提：策略选择目标设备，服务协调输出资源和状态</a:t>
            </a:r>
          </a:p>
        </p:txBody>
      </p:sp>
      <p:sp>
        <p:nvSpPr>
          <p:cNvPr id="5" name="object-620">
            <a:extLst xmlns:a="http://schemas.openxmlformats.org/drawingml/2006/main">
              <a:ext uri="{FF2B5EF4-FFF2-40B4-BE49-F238E27FC236}">
                <a16:creationId xmlns:a16="http://schemas.microsoft.com/office/drawing/2014/main" id="{1454A3B8-2FB9-4317-9341-51200C7DF667}"/>
              </a:ext>
            </a:extLst>
          </p:cNvPr>
          <p:cNvSpPr>
            <a:spLocks xmlns:a="http://schemas.openxmlformats.org/drawingml/2006/main" noGrp="1"/>
          </p:cNvSpPr>
          <p:nvPr/>
        </p:nvSpPr>
        <p:spPr>
          <a:xfrm xmlns:a="http://schemas.openxmlformats.org/drawingml/2006/main">
            <a:off x="609600" y="3276600"/>
            <a:ext cx="2286000" cy="1066800"/>
          </a:xfrm>
          <a:prstGeom xmlns:a="http://schemas.openxmlformats.org/drawingml/2006/main" prst="rect">
            <a:avLst/>
          </a:prstGeom>
          <a:solidFill xmlns:a="http://schemas.openxmlformats.org/drawingml/2006/main">
            <a:srgbClr val="62768A"/>
          </a:solidFill>
          <a:ln xmlns:a="http://schemas.openxmlformats.org/drawingml/2006/main" w="0">
            <a:noFill/>
            <a:prstDash val="solid"/>
          </a:ln>
        </p:spPr>
      </p:sp>
      <p:sp>
        <p:nvSpPr>
          <p:cNvPr id="6" name="object-621">
            <a:extLst xmlns:a="http://schemas.openxmlformats.org/drawingml/2006/main">
              <a:ext uri="{FF2B5EF4-FFF2-40B4-BE49-F238E27FC236}">
                <a16:creationId xmlns:a16="http://schemas.microsoft.com/office/drawing/2014/main" id="{794549A9-E069-4A96-9FFD-935AFB0E02E6}"/>
              </a:ext>
            </a:extLst>
          </p:cNvPr>
          <p:cNvSpPr>
            <a:spLocks xmlns:a="http://schemas.openxmlformats.org/drawingml/2006/main" noGrp="1"/>
          </p:cNvSpPr>
          <p:nvPr/>
        </p:nvSpPr>
        <p:spPr>
          <a:xfrm xmlns:a="http://schemas.openxmlformats.org/drawingml/2006/main">
            <a:off x="723900" y="3333750"/>
            <a:ext cx="2057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025" b="1">
                <a:solidFill>
                  <a:srgbClr val="FFFFFF"/>
                </a:solidFill>
                <a:latin typeface="Microsoft YaHei"/>
                <a:ea typeface="Microsoft YaHei"/>
                <a:cs typeface="Microsoft YaHei"/>
              </a:defRPr>
            </a:defPPr>
            <a:lvl1pPr algn="ctr">
              <a:defRPr sz="2025" b="1">
                <a:solidFill>
                  <a:srgbClr val="FFFFFF"/>
                </a:solidFill>
                <a:latin typeface="Microsoft YaHei"/>
                <a:ea typeface="Microsoft YaHei"/>
                <a:cs typeface="Microsoft YaHei"/>
              </a:defRPr>
            </a:lvl1pPr>
            <a:lvl2pPr algn="ctr">
              <a:defRPr sz="2025" b="1">
                <a:solidFill>
                  <a:srgbClr val="FFFFFF"/>
                </a:solidFill>
                <a:latin typeface="Microsoft YaHei"/>
                <a:ea typeface="Microsoft YaHei"/>
                <a:cs typeface="Microsoft YaHei"/>
              </a:defRPr>
            </a:lvl2pPr>
            <a:lvl3pPr algn="ctr">
              <a:defRPr sz="2025" b="1">
                <a:solidFill>
                  <a:srgbClr val="FFFFFF"/>
                </a:solidFill>
                <a:latin typeface="Microsoft YaHei"/>
                <a:ea typeface="Microsoft YaHei"/>
                <a:cs typeface="Microsoft YaHei"/>
              </a:defRPr>
            </a:lvl3pPr>
            <a:lvl4pPr algn="ctr">
              <a:defRPr sz="2025" b="1">
                <a:solidFill>
                  <a:srgbClr val="FFFFFF"/>
                </a:solidFill>
                <a:latin typeface="Microsoft YaHei"/>
                <a:ea typeface="Microsoft YaHei"/>
                <a:cs typeface="Microsoft YaHei"/>
              </a:defRPr>
            </a:lvl4pPr>
            <a:lvl5pPr algn="ctr">
              <a:defRPr sz="2025" b="1">
                <a:solidFill>
                  <a:srgbClr val="FFFFFF"/>
                </a:solidFill>
                <a:latin typeface="Microsoft YaHei"/>
                <a:ea typeface="Microsoft YaHei"/>
                <a:cs typeface="Microsoft YaHei"/>
              </a:defRPr>
            </a:lvl5pPr>
            <a:lvl6pPr algn="ctr">
              <a:defRPr sz="2025" b="1">
                <a:solidFill>
                  <a:srgbClr val="FFFFFF"/>
                </a:solidFill>
                <a:latin typeface="Microsoft YaHei"/>
                <a:ea typeface="Microsoft YaHei"/>
                <a:cs typeface="Microsoft YaHei"/>
              </a:defRPr>
            </a:lvl6pPr>
            <a:lvl7pPr algn="ctr">
              <a:defRPr sz="2025" b="1">
                <a:solidFill>
                  <a:srgbClr val="FFFFFF"/>
                </a:solidFill>
                <a:latin typeface="Microsoft YaHei"/>
                <a:ea typeface="Microsoft YaHei"/>
                <a:cs typeface="Microsoft YaHei"/>
              </a:defRPr>
            </a:lvl7pPr>
            <a:lvl8pPr algn="ctr">
              <a:defRPr sz="2025" b="1">
                <a:solidFill>
                  <a:srgbClr val="FFFFFF"/>
                </a:solidFill>
                <a:latin typeface="Microsoft YaHei"/>
                <a:ea typeface="Microsoft YaHei"/>
                <a:cs typeface="Microsoft YaHei"/>
              </a:defRPr>
            </a:lvl8pPr>
            <a:lvl9pPr algn="ctr">
              <a:defRPr sz="2025" b="1">
                <a:solidFill>
                  <a:srgbClr val="FFFFFF"/>
                </a:solidFill>
                <a:latin typeface="Microsoft YaHei"/>
                <a:ea typeface="Microsoft YaHei"/>
                <a:cs typeface="Microsoft YaHei"/>
              </a:defRPr>
            </a:lvl9pPr>
          </a:lstStyle>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旧处理图</a:t>
            </a:r>
          </a:p>
          <a:p xmlns:a="http://schemas.openxmlformats.org/drawingml/2006/main">
            <a:pPr algn="ctr">
              <a:defRPr sz="2025" b="1">
                <a:solidFill>
                  <a:srgbClr val="FFFFFF"/>
                </a:solidFill>
                <a:latin typeface="Microsoft YaHei"/>
                <a:ea typeface="Microsoft YaHei"/>
                <a:cs typeface="Microsoft YaHei"/>
              </a:defRPr>
            </a:pPr>
            <a:r>
              <a:rPr sz="2025" b="1">
                <a:solidFill>
                  <a:srgbClr val="FFFFFF"/>
                </a:solidFill>
                <a:latin typeface="Microsoft YaHei"/>
                <a:ea typeface="Microsoft YaHei"/>
                <a:cs typeface="Microsoft YaHei"/>
              </a:rPr>
              <a:t>拆除连接</a:t>
            </a:r>
          </a:p>
        </p:txBody>
      </p:sp>
      <p:sp>
        <p:nvSpPr>
          <p:cNvPr id="7" name="object-622">
            <a:extLst xmlns:a="http://schemas.openxmlformats.org/drawingml/2006/main">
              <a:ext uri="{FF2B5EF4-FFF2-40B4-BE49-F238E27FC236}">
                <a16:creationId xmlns:a16="http://schemas.microsoft.com/office/drawing/2014/main" id="{8B8E5F68-798C-458B-8694-BDDA116C969B}"/>
              </a:ext>
            </a:extLst>
          </p:cNvPr>
          <p:cNvSpPr>
            <a:spLocks xmlns:a="http://schemas.openxmlformats.org/drawingml/2006/main" noGrp="1"/>
          </p:cNvSpPr>
          <p:nvPr/>
        </p:nvSpPr>
        <p:spPr>
          <a:xfrm xmlns:a="http://schemas.openxmlformats.org/drawingml/2006/main">
            <a:off x="3486150" y="3276600"/>
            <a:ext cx="2286000" cy="106680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8" name="object-623">
            <a:extLst xmlns:a="http://schemas.openxmlformats.org/drawingml/2006/main">
              <a:ext uri="{FF2B5EF4-FFF2-40B4-BE49-F238E27FC236}">
                <a16:creationId xmlns:a16="http://schemas.microsoft.com/office/drawing/2014/main" id="{F23EEFB6-552C-4753-8DE9-6055F250D807}"/>
              </a:ext>
            </a:extLst>
          </p:cNvPr>
          <p:cNvSpPr>
            <a:spLocks xmlns:a="http://schemas.openxmlformats.org/drawingml/2006/main" noGrp="1"/>
          </p:cNvSpPr>
          <p:nvPr/>
        </p:nvSpPr>
        <p:spPr>
          <a:xfrm xmlns:a="http://schemas.openxmlformats.org/drawingml/2006/main">
            <a:off x="3600450" y="3333750"/>
            <a:ext cx="2057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1">
                <a:solidFill>
                  <a:srgbClr val="FFFFFF"/>
                </a:solidFill>
                <a:latin typeface="Microsoft YaHei"/>
                <a:ea typeface="Microsoft YaHei"/>
                <a:cs typeface="Microsoft YaHei"/>
              </a:defRPr>
            </a:defPPr>
            <a:lvl1pPr algn="ctr">
              <a:defRPr sz="2100" b="1">
                <a:solidFill>
                  <a:srgbClr val="FFFFFF"/>
                </a:solidFill>
                <a:latin typeface="Microsoft YaHei"/>
                <a:ea typeface="Microsoft YaHei"/>
                <a:cs typeface="Microsoft YaHei"/>
              </a:defRPr>
            </a:lvl1pPr>
            <a:lvl2pPr algn="ctr">
              <a:defRPr sz="2100" b="1">
                <a:solidFill>
                  <a:srgbClr val="FFFFFF"/>
                </a:solidFill>
                <a:latin typeface="Microsoft YaHei"/>
                <a:ea typeface="Microsoft YaHei"/>
                <a:cs typeface="Microsoft YaHei"/>
              </a:defRPr>
            </a:lvl2pPr>
            <a:lvl3pPr algn="ctr">
              <a:defRPr sz="2100" b="1">
                <a:solidFill>
                  <a:srgbClr val="FFFFFF"/>
                </a:solidFill>
                <a:latin typeface="Microsoft YaHei"/>
                <a:ea typeface="Microsoft YaHei"/>
                <a:cs typeface="Microsoft YaHei"/>
              </a:defRPr>
            </a:lvl3pPr>
            <a:lvl4pPr algn="ctr">
              <a:defRPr sz="2100" b="1">
                <a:solidFill>
                  <a:srgbClr val="FFFFFF"/>
                </a:solidFill>
                <a:latin typeface="Microsoft YaHei"/>
                <a:ea typeface="Microsoft YaHei"/>
                <a:cs typeface="Microsoft YaHei"/>
              </a:defRPr>
            </a:lvl4pPr>
            <a:lvl5pPr algn="ctr">
              <a:defRPr sz="2100" b="1">
                <a:solidFill>
                  <a:srgbClr val="FFFFFF"/>
                </a:solidFill>
                <a:latin typeface="Microsoft YaHei"/>
                <a:ea typeface="Microsoft YaHei"/>
                <a:cs typeface="Microsoft YaHei"/>
              </a:defRPr>
            </a:lvl5pPr>
            <a:lvl6pPr algn="ctr">
              <a:defRPr sz="2100" b="1">
                <a:solidFill>
                  <a:srgbClr val="FFFFFF"/>
                </a:solidFill>
                <a:latin typeface="Microsoft YaHei"/>
                <a:ea typeface="Microsoft YaHei"/>
                <a:cs typeface="Microsoft YaHei"/>
              </a:defRPr>
            </a:lvl6pPr>
            <a:lvl7pPr algn="ctr">
              <a:defRPr sz="2100" b="1">
                <a:solidFill>
                  <a:srgbClr val="FFFFFF"/>
                </a:solidFill>
                <a:latin typeface="Microsoft YaHei"/>
                <a:ea typeface="Microsoft YaHei"/>
                <a:cs typeface="Microsoft YaHei"/>
              </a:defRPr>
            </a:lvl7pPr>
            <a:lvl8pPr algn="ctr">
              <a:defRPr sz="2100" b="1">
                <a:solidFill>
                  <a:srgbClr val="FFFFFF"/>
                </a:solidFill>
                <a:latin typeface="Microsoft YaHei"/>
                <a:ea typeface="Microsoft YaHei"/>
                <a:cs typeface="Microsoft YaHei"/>
              </a:defRPr>
            </a:lvl8pPr>
            <a:lvl9pPr algn="ctr">
              <a:defRPr sz="2100" b="1">
                <a:solidFill>
                  <a:srgbClr val="FFFFFF"/>
                </a:solidFill>
                <a:latin typeface="Microsoft YaHei"/>
                <a:ea typeface="Microsoft YaHei"/>
                <a:cs typeface="Microsoft YaHei"/>
              </a:defRPr>
            </a:lvl9pPr>
          </a:lstStyle>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保留</a:t>
            </a:r>
          </a:p>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SinkInput</a:t>
            </a:r>
          </a:p>
        </p:txBody>
      </p:sp>
      <p:sp>
        <p:nvSpPr>
          <p:cNvPr id="9" name="object-624">
            <a:extLst xmlns:a="http://schemas.openxmlformats.org/drawingml/2006/main">
              <a:ext uri="{FF2B5EF4-FFF2-40B4-BE49-F238E27FC236}">
                <a16:creationId xmlns:a16="http://schemas.microsoft.com/office/drawing/2014/main" id="{03A42054-EA49-4E98-AE58-77D9DCE6F765}"/>
              </a:ext>
            </a:extLst>
          </p:cNvPr>
          <p:cNvSpPr>
            <a:spLocks xmlns:a="http://schemas.openxmlformats.org/drawingml/2006/main" noGrp="1"/>
          </p:cNvSpPr>
          <p:nvPr/>
        </p:nvSpPr>
        <p:spPr>
          <a:xfrm xmlns:a="http://schemas.openxmlformats.org/drawingml/2006/main">
            <a:off x="6362700" y="3276600"/>
            <a:ext cx="2286000" cy="1066800"/>
          </a:xfrm>
          <a:prstGeom xmlns:a="http://schemas.openxmlformats.org/drawingml/2006/main" prst="rect">
            <a:avLst/>
          </a:prstGeom>
          <a:solidFill xmlns:a="http://schemas.openxmlformats.org/drawingml/2006/main">
            <a:srgbClr val="3379EB"/>
          </a:solidFill>
          <a:ln xmlns:a="http://schemas.openxmlformats.org/drawingml/2006/main" w="0">
            <a:noFill/>
            <a:prstDash val="solid"/>
          </a:ln>
        </p:spPr>
      </p:sp>
      <p:sp>
        <p:nvSpPr>
          <p:cNvPr id="10" name="object-625">
            <a:extLst xmlns:a="http://schemas.openxmlformats.org/drawingml/2006/main">
              <a:ext uri="{FF2B5EF4-FFF2-40B4-BE49-F238E27FC236}">
                <a16:creationId xmlns:a16="http://schemas.microsoft.com/office/drawing/2014/main" id="{1081CF9A-E9F5-4B05-A4E7-37F256152A9E}"/>
              </a:ext>
            </a:extLst>
          </p:cNvPr>
          <p:cNvSpPr>
            <a:spLocks xmlns:a="http://schemas.openxmlformats.org/drawingml/2006/main" noGrp="1"/>
          </p:cNvSpPr>
          <p:nvPr/>
        </p:nvSpPr>
        <p:spPr>
          <a:xfrm xmlns:a="http://schemas.openxmlformats.org/drawingml/2006/main">
            <a:off x="6477000" y="3333750"/>
            <a:ext cx="2057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950" b="1">
                <a:solidFill>
                  <a:srgbClr val="FFFFFF"/>
                </a:solidFill>
                <a:latin typeface="Microsoft YaHei"/>
                <a:ea typeface="Microsoft YaHei"/>
                <a:cs typeface="Microsoft YaHei"/>
              </a:defRPr>
            </a:defPPr>
            <a:lvl1pPr algn="ctr">
              <a:defRPr sz="1950" b="1">
                <a:solidFill>
                  <a:srgbClr val="FFFFFF"/>
                </a:solidFill>
                <a:latin typeface="Microsoft YaHei"/>
                <a:ea typeface="Microsoft YaHei"/>
                <a:cs typeface="Microsoft YaHei"/>
              </a:defRPr>
            </a:lvl1pPr>
            <a:lvl2pPr algn="ctr">
              <a:defRPr sz="1950" b="1">
                <a:solidFill>
                  <a:srgbClr val="FFFFFF"/>
                </a:solidFill>
                <a:latin typeface="Microsoft YaHei"/>
                <a:ea typeface="Microsoft YaHei"/>
                <a:cs typeface="Microsoft YaHei"/>
              </a:defRPr>
            </a:lvl2pPr>
            <a:lvl3pPr algn="ctr">
              <a:defRPr sz="1950" b="1">
                <a:solidFill>
                  <a:srgbClr val="FFFFFF"/>
                </a:solidFill>
                <a:latin typeface="Microsoft YaHei"/>
                <a:ea typeface="Microsoft YaHei"/>
                <a:cs typeface="Microsoft YaHei"/>
              </a:defRPr>
            </a:lvl3pPr>
            <a:lvl4pPr algn="ctr">
              <a:defRPr sz="1950" b="1">
                <a:solidFill>
                  <a:srgbClr val="FFFFFF"/>
                </a:solidFill>
                <a:latin typeface="Microsoft YaHei"/>
                <a:ea typeface="Microsoft YaHei"/>
                <a:cs typeface="Microsoft YaHei"/>
              </a:defRPr>
            </a:lvl4pPr>
            <a:lvl5pPr algn="ctr">
              <a:defRPr sz="1950" b="1">
                <a:solidFill>
                  <a:srgbClr val="FFFFFF"/>
                </a:solidFill>
                <a:latin typeface="Microsoft YaHei"/>
                <a:ea typeface="Microsoft YaHei"/>
                <a:cs typeface="Microsoft YaHei"/>
              </a:defRPr>
            </a:lvl5pPr>
            <a:lvl6pPr algn="ctr">
              <a:defRPr sz="1950" b="1">
                <a:solidFill>
                  <a:srgbClr val="FFFFFF"/>
                </a:solidFill>
                <a:latin typeface="Microsoft YaHei"/>
                <a:ea typeface="Microsoft YaHei"/>
                <a:cs typeface="Microsoft YaHei"/>
              </a:defRPr>
            </a:lvl6pPr>
            <a:lvl7pPr algn="ctr">
              <a:defRPr sz="1950" b="1">
                <a:solidFill>
                  <a:srgbClr val="FFFFFF"/>
                </a:solidFill>
                <a:latin typeface="Microsoft YaHei"/>
                <a:ea typeface="Microsoft YaHei"/>
                <a:cs typeface="Microsoft YaHei"/>
              </a:defRPr>
            </a:lvl7pPr>
            <a:lvl8pPr algn="ctr">
              <a:defRPr sz="1950" b="1">
                <a:solidFill>
                  <a:srgbClr val="FFFFFF"/>
                </a:solidFill>
                <a:latin typeface="Microsoft YaHei"/>
                <a:ea typeface="Microsoft YaHei"/>
                <a:cs typeface="Microsoft YaHei"/>
              </a:defRPr>
            </a:lvl8pPr>
            <a:lvl9pPr algn="ctr">
              <a:defRPr sz="1950" b="1">
                <a:solidFill>
                  <a:srgbClr val="FFFFFF"/>
                </a:solidFill>
                <a:latin typeface="Microsoft YaHei"/>
                <a:ea typeface="Microsoft YaHei"/>
                <a:cs typeface="Microsoft YaHei"/>
              </a:defRPr>
            </a:lvl9pPr>
          </a:lstStyle>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适配目标</a:t>
            </a:r>
          </a:p>
          <a:p xmlns:a="http://schemas.openxmlformats.org/drawingml/2006/main">
            <a:pPr algn="ctr">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设备 / span</a:t>
            </a:r>
          </a:p>
        </p:txBody>
      </p:sp>
      <p:sp>
        <p:nvSpPr>
          <p:cNvPr id="11" name="object-626">
            <a:extLst xmlns:a="http://schemas.openxmlformats.org/drawingml/2006/main">
              <a:ext uri="{FF2B5EF4-FFF2-40B4-BE49-F238E27FC236}">
                <a16:creationId xmlns:a16="http://schemas.microsoft.com/office/drawing/2014/main" id="{D76764D1-7F6C-4E92-93B0-6421B0B1B85C}"/>
              </a:ext>
            </a:extLst>
          </p:cNvPr>
          <p:cNvSpPr>
            <a:spLocks xmlns:a="http://schemas.openxmlformats.org/drawingml/2006/main" noGrp="1"/>
          </p:cNvSpPr>
          <p:nvPr/>
        </p:nvSpPr>
        <p:spPr>
          <a:xfrm xmlns:a="http://schemas.openxmlformats.org/drawingml/2006/main">
            <a:off x="9239250" y="3276600"/>
            <a:ext cx="2324100" cy="1066800"/>
          </a:xfrm>
          <a:prstGeom xmlns:a="http://schemas.openxmlformats.org/drawingml/2006/main" prst="rect">
            <a:avLst/>
          </a:prstGeom>
          <a:solidFill xmlns:a="http://schemas.openxmlformats.org/drawingml/2006/main">
            <a:srgbClr val="119A92"/>
          </a:solidFill>
          <a:ln xmlns:a="http://schemas.openxmlformats.org/drawingml/2006/main" w="0">
            <a:noFill/>
            <a:prstDash val="solid"/>
          </a:ln>
        </p:spPr>
      </p:sp>
      <p:sp>
        <p:nvSpPr>
          <p:cNvPr id="12" name="object-627">
            <a:extLst xmlns:a="http://schemas.openxmlformats.org/drawingml/2006/main">
              <a:ext uri="{FF2B5EF4-FFF2-40B4-BE49-F238E27FC236}">
                <a16:creationId xmlns:a16="http://schemas.microsoft.com/office/drawing/2014/main" id="{922BF7D9-E0EB-47BB-B386-BDEC76C1AE8E}"/>
              </a:ext>
            </a:extLst>
          </p:cNvPr>
          <p:cNvSpPr>
            <a:spLocks xmlns:a="http://schemas.openxmlformats.org/drawingml/2006/main" noGrp="1"/>
          </p:cNvSpPr>
          <p:nvPr/>
        </p:nvSpPr>
        <p:spPr>
          <a:xfrm xmlns:a="http://schemas.openxmlformats.org/drawingml/2006/main">
            <a:off x="9353550" y="333375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875" b="1">
                <a:solidFill>
                  <a:srgbClr val="FFFFFF"/>
                </a:solidFill>
                <a:latin typeface="Microsoft YaHei"/>
                <a:ea typeface="Microsoft YaHei"/>
                <a:cs typeface="Microsoft YaHei"/>
              </a:defRPr>
            </a:defPPr>
            <a:lvl1pPr algn="ctr">
              <a:defRPr sz="1875" b="1">
                <a:solidFill>
                  <a:srgbClr val="FFFFFF"/>
                </a:solidFill>
                <a:latin typeface="Microsoft YaHei"/>
                <a:ea typeface="Microsoft YaHei"/>
                <a:cs typeface="Microsoft YaHei"/>
              </a:defRPr>
            </a:lvl1pPr>
            <a:lvl2pPr algn="ctr">
              <a:defRPr sz="1875" b="1">
                <a:solidFill>
                  <a:srgbClr val="FFFFFF"/>
                </a:solidFill>
                <a:latin typeface="Microsoft YaHei"/>
                <a:ea typeface="Microsoft YaHei"/>
                <a:cs typeface="Microsoft YaHei"/>
              </a:defRPr>
            </a:lvl2pPr>
            <a:lvl3pPr algn="ctr">
              <a:defRPr sz="1875" b="1">
                <a:solidFill>
                  <a:srgbClr val="FFFFFF"/>
                </a:solidFill>
                <a:latin typeface="Microsoft YaHei"/>
                <a:ea typeface="Microsoft YaHei"/>
                <a:cs typeface="Microsoft YaHei"/>
              </a:defRPr>
            </a:lvl3pPr>
            <a:lvl4pPr algn="ctr">
              <a:defRPr sz="1875" b="1">
                <a:solidFill>
                  <a:srgbClr val="FFFFFF"/>
                </a:solidFill>
                <a:latin typeface="Microsoft YaHei"/>
                <a:ea typeface="Microsoft YaHei"/>
                <a:cs typeface="Microsoft YaHei"/>
              </a:defRPr>
            </a:lvl4pPr>
            <a:lvl5pPr algn="ctr">
              <a:defRPr sz="1875" b="1">
                <a:solidFill>
                  <a:srgbClr val="FFFFFF"/>
                </a:solidFill>
                <a:latin typeface="Microsoft YaHei"/>
                <a:ea typeface="Microsoft YaHei"/>
                <a:cs typeface="Microsoft YaHei"/>
              </a:defRPr>
            </a:lvl5pPr>
            <a:lvl6pPr algn="ctr">
              <a:defRPr sz="1875" b="1">
                <a:solidFill>
                  <a:srgbClr val="FFFFFF"/>
                </a:solidFill>
                <a:latin typeface="Microsoft YaHei"/>
                <a:ea typeface="Microsoft YaHei"/>
                <a:cs typeface="Microsoft YaHei"/>
              </a:defRPr>
            </a:lvl6pPr>
            <a:lvl7pPr algn="ctr">
              <a:defRPr sz="1875" b="1">
                <a:solidFill>
                  <a:srgbClr val="FFFFFF"/>
                </a:solidFill>
                <a:latin typeface="Microsoft YaHei"/>
                <a:ea typeface="Microsoft YaHei"/>
                <a:cs typeface="Microsoft YaHei"/>
              </a:defRPr>
            </a:lvl7pPr>
            <a:lvl8pPr algn="ctr">
              <a:defRPr sz="1875" b="1">
                <a:solidFill>
                  <a:srgbClr val="FFFFFF"/>
                </a:solidFill>
                <a:latin typeface="Microsoft YaHei"/>
                <a:ea typeface="Microsoft YaHei"/>
                <a:cs typeface="Microsoft YaHei"/>
              </a:defRPr>
            </a:lvl8pPr>
            <a:lvl9pPr algn="ctr">
              <a:defRPr sz="1875" b="1">
                <a:solidFill>
                  <a:srgbClr val="FFFFFF"/>
                </a:solidFill>
                <a:latin typeface="Microsoft YaHei"/>
                <a:ea typeface="Microsoft YaHei"/>
                <a:cs typeface="Microsoft YaHei"/>
              </a:defRPr>
            </a:lvl9pPr>
          </a:lstStyle>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接入新处理簇</a:t>
            </a:r>
          </a:p>
          <a:p xmlns:a="http://schemas.openxmlformats.org/drawingml/2006/main">
            <a:pPr algn="ctr">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按状态重连</a:t>
            </a:r>
          </a:p>
        </p:txBody>
      </p:sp>
      <p:sp>
        <p:nvSpPr>
          <p:cNvPr id="13" name="line-628">
            <a:extLst xmlns:a="http://schemas.openxmlformats.org/drawingml/2006/main">
              <a:ext uri="{FF2B5EF4-FFF2-40B4-BE49-F238E27FC236}">
                <a16:creationId xmlns:a16="http://schemas.microsoft.com/office/drawing/2014/main" id="{10D145E8-8528-4D9B-9838-9B58CDE148F7}"/>
              </a:ext>
            </a:extLst>
          </p:cNvPr>
          <p:cNvSpPr>
            <a:spLocks xmlns:a="http://schemas.openxmlformats.org/drawingml/2006/main" noGrp="1"/>
          </p:cNvSpPr>
          <p:nvPr/>
        </p:nvSpPr>
        <p:spPr>
          <a:xfrm xmlns:a="http://schemas.openxmlformats.org/drawingml/2006/main">
            <a:off x="3009900" y="38100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3379EB"/>
            </a:solidFill>
            <a:prstDash val="solid"/>
          </a:ln>
        </p:spPr>
      </p:sp>
      <p:sp>
        <p:nvSpPr>
          <p:cNvPr id="14" name="line-629">
            <a:extLst xmlns:a="http://schemas.openxmlformats.org/drawingml/2006/main">
              <a:ext uri="{FF2B5EF4-FFF2-40B4-BE49-F238E27FC236}">
                <a16:creationId xmlns:a16="http://schemas.microsoft.com/office/drawing/2014/main" id="{47CCAED4-38DD-46E0-AA04-7083681B7FCF}"/>
              </a:ext>
            </a:extLst>
          </p:cNvPr>
          <p:cNvSpPr>
            <a:spLocks xmlns:a="http://schemas.openxmlformats.org/drawingml/2006/main" noGrp="1"/>
          </p:cNvSpPr>
          <p:nvPr/>
        </p:nvSpPr>
        <p:spPr>
          <a:xfrm xmlns:a="http://schemas.openxmlformats.org/drawingml/2006/main">
            <a:off x="3286082" y="38100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5" name="line-630">
            <a:extLst xmlns:a="http://schemas.openxmlformats.org/drawingml/2006/main">
              <a:ext uri="{FF2B5EF4-FFF2-40B4-BE49-F238E27FC236}">
                <a16:creationId xmlns:a16="http://schemas.microsoft.com/office/drawing/2014/main" id="{0E4FA04E-EE1E-41B7-8401-0419AA8B1BF1}"/>
              </a:ext>
            </a:extLst>
          </p:cNvPr>
          <p:cNvSpPr>
            <a:spLocks xmlns:a="http://schemas.openxmlformats.org/drawingml/2006/main" noGrp="1"/>
          </p:cNvSpPr>
          <p:nvPr/>
        </p:nvSpPr>
        <p:spPr>
          <a:xfrm xmlns:a="http://schemas.openxmlformats.org/drawingml/2006/main">
            <a:off x="3286082" y="37685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16" name="line-631">
            <a:extLst xmlns:a="http://schemas.openxmlformats.org/drawingml/2006/main">
              <a:ext uri="{FF2B5EF4-FFF2-40B4-BE49-F238E27FC236}">
                <a16:creationId xmlns:a16="http://schemas.microsoft.com/office/drawing/2014/main" id="{3CB665FD-2A91-4B3F-ABE1-ADC16CF9385F}"/>
              </a:ext>
            </a:extLst>
          </p:cNvPr>
          <p:cNvSpPr>
            <a:spLocks xmlns:a="http://schemas.openxmlformats.org/drawingml/2006/main" noGrp="1"/>
          </p:cNvSpPr>
          <p:nvPr/>
        </p:nvSpPr>
        <p:spPr>
          <a:xfrm xmlns:a="http://schemas.openxmlformats.org/drawingml/2006/main">
            <a:off x="5886450" y="38100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3379EB"/>
            </a:solidFill>
            <a:prstDash val="solid"/>
          </a:ln>
        </p:spPr>
      </p:sp>
      <p:sp>
        <p:nvSpPr>
          <p:cNvPr id="17" name="line-632">
            <a:extLst xmlns:a="http://schemas.openxmlformats.org/drawingml/2006/main">
              <a:ext uri="{FF2B5EF4-FFF2-40B4-BE49-F238E27FC236}">
                <a16:creationId xmlns:a16="http://schemas.microsoft.com/office/drawing/2014/main" id="{1BFB29DD-5E85-47DC-B45A-713B56953555}"/>
              </a:ext>
            </a:extLst>
          </p:cNvPr>
          <p:cNvSpPr>
            <a:spLocks xmlns:a="http://schemas.openxmlformats.org/drawingml/2006/main" noGrp="1"/>
          </p:cNvSpPr>
          <p:nvPr/>
        </p:nvSpPr>
        <p:spPr>
          <a:xfrm xmlns:a="http://schemas.openxmlformats.org/drawingml/2006/main">
            <a:off x="6162632" y="38100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18" name="line-633">
            <a:extLst xmlns:a="http://schemas.openxmlformats.org/drawingml/2006/main">
              <a:ext uri="{FF2B5EF4-FFF2-40B4-BE49-F238E27FC236}">
                <a16:creationId xmlns:a16="http://schemas.microsoft.com/office/drawing/2014/main" id="{7B9F1635-2494-4A76-A6D5-50A62A9CCE4E}"/>
              </a:ext>
            </a:extLst>
          </p:cNvPr>
          <p:cNvSpPr>
            <a:spLocks xmlns:a="http://schemas.openxmlformats.org/drawingml/2006/main" noGrp="1"/>
          </p:cNvSpPr>
          <p:nvPr/>
        </p:nvSpPr>
        <p:spPr>
          <a:xfrm xmlns:a="http://schemas.openxmlformats.org/drawingml/2006/main">
            <a:off x="6162632" y="37685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19" name="line-634">
            <a:extLst xmlns:a="http://schemas.openxmlformats.org/drawingml/2006/main">
              <a:ext uri="{FF2B5EF4-FFF2-40B4-BE49-F238E27FC236}">
                <a16:creationId xmlns:a16="http://schemas.microsoft.com/office/drawing/2014/main" id="{2C9F0DD1-2092-4896-BA8E-0A810C8BAE76}"/>
              </a:ext>
            </a:extLst>
          </p:cNvPr>
          <p:cNvSpPr>
            <a:spLocks xmlns:a="http://schemas.openxmlformats.org/drawingml/2006/main" noGrp="1"/>
          </p:cNvSpPr>
          <p:nvPr/>
        </p:nvSpPr>
        <p:spPr>
          <a:xfrm xmlns:a="http://schemas.openxmlformats.org/drawingml/2006/main">
            <a:off x="8763000" y="3810000"/>
            <a:ext cx="361950" cy="9525"/>
          </a:xfrm>
          <a:custGeom xmlns:a="http://schemas.openxmlformats.org/drawingml/2006/main">
            <a:pathLst>
              <a:path w="361950" h="9525">
                <a:moveTo>
                  <a:pt x="0" y="0"/>
                </a:moveTo>
                <a:lnTo>
                  <a:pt x="361950" y="0"/>
                </a:lnTo>
              </a:path>
            </a:pathLst>
          </a:custGeom>
          <a:noFill xmlns:a="http://schemas.openxmlformats.org/drawingml/2006/main"/>
          <a:ln xmlns:a="http://schemas.openxmlformats.org/drawingml/2006/main" w="28575">
            <a:solidFill>
              <a:srgbClr val="3379EB"/>
            </a:solidFill>
            <a:prstDash val="solid"/>
          </a:ln>
        </p:spPr>
      </p:sp>
      <p:sp>
        <p:nvSpPr>
          <p:cNvPr id="20" name="line-635">
            <a:extLst xmlns:a="http://schemas.openxmlformats.org/drawingml/2006/main">
              <a:ext uri="{FF2B5EF4-FFF2-40B4-BE49-F238E27FC236}">
                <a16:creationId xmlns:a16="http://schemas.microsoft.com/office/drawing/2014/main" id="{07949E9C-16FE-4952-8BBD-D505BA8E7FBB}"/>
              </a:ext>
            </a:extLst>
          </p:cNvPr>
          <p:cNvSpPr>
            <a:spLocks xmlns:a="http://schemas.openxmlformats.org/drawingml/2006/main" noGrp="1"/>
          </p:cNvSpPr>
          <p:nvPr/>
        </p:nvSpPr>
        <p:spPr>
          <a:xfrm xmlns:a="http://schemas.openxmlformats.org/drawingml/2006/main">
            <a:off x="9039182" y="3810000"/>
            <a:ext cx="85768" cy="41430"/>
          </a:xfrm>
          <a:custGeom xmlns:a="http://schemas.openxmlformats.org/drawingml/2006/main">
            <a:pathLst>
              <a:path w="85768" h="41430">
                <a:moveTo>
                  <a:pt x="0" y="41430"/>
                </a:moveTo>
                <a:lnTo>
                  <a:pt x="85768" y="0"/>
                </a:lnTo>
              </a:path>
            </a:pathLst>
          </a:custGeom>
          <a:noFill xmlns:a="http://schemas.openxmlformats.org/drawingml/2006/main"/>
          <a:ln xmlns:a="http://schemas.openxmlformats.org/drawingml/2006/main" w="28575">
            <a:solidFill>
              <a:srgbClr val="3379EB"/>
            </a:solidFill>
            <a:prstDash val="solid"/>
          </a:ln>
        </p:spPr>
      </p:sp>
      <p:sp>
        <p:nvSpPr>
          <p:cNvPr id="21" name="line-636">
            <a:extLst xmlns:a="http://schemas.openxmlformats.org/drawingml/2006/main">
              <a:ext uri="{FF2B5EF4-FFF2-40B4-BE49-F238E27FC236}">
                <a16:creationId xmlns:a16="http://schemas.microsoft.com/office/drawing/2014/main" id="{10507331-0B14-47C6-8B2F-D79756417544}"/>
              </a:ext>
            </a:extLst>
          </p:cNvPr>
          <p:cNvSpPr>
            <a:spLocks xmlns:a="http://schemas.openxmlformats.org/drawingml/2006/main" noGrp="1"/>
          </p:cNvSpPr>
          <p:nvPr/>
        </p:nvSpPr>
        <p:spPr>
          <a:xfrm xmlns:a="http://schemas.openxmlformats.org/drawingml/2006/main">
            <a:off x="9039182" y="3768570"/>
            <a:ext cx="85768" cy="41430"/>
          </a:xfrm>
          <a:custGeom xmlns:a="http://schemas.openxmlformats.org/drawingml/2006/main">
            <a:pathLst>
              <a:path w="85768" h="41430">
                <a:moveTo>
                  <a:pt x="0" y="0"/>
                </a:moveTo>
                <a:lnTo>
                  <a:pt x="85768" y="41430"/>
                </a:lnTo>
              </a:path>
            </a:pathLst>
          </a:custGeom>
          <a:noFill xmlns:a="http://schemas.openxmlformats.org/drawingml/2006/main"/>
          <a:ln xmlns:a="http://schemas.openxmlformats.org/drawingml/2006/main" w="28575">
            <a:solidFill>
              <a:srgbClr val="3379EB"/>
            </a:solidFill>
            <a:prstDash val="solid"/>
          </a:ln>
        </p:spPr>
      </p:sp>
      <p:sp>
        <p:nvSpPr>
          <p:cNvPr id="22" name="object-637">
            <a:extLst xmlns:a="http://schemas.openxmlformats.org/drawingml/2006/main">
              <a:ext uri="{FF2B5EF4-FFF2-40B4-BE49-F238E27FC236}">
                <a16:creationId xmlns:a16="http://schemas.microsoft.com/office/drawing/2014/main" id="{02A3C8E0-1EE4-472D-BCE6-8361F0F6DD78}"/>
              </a:ext>
            </a:extLst>
          </p:cNvPr>
          <p:cNvSpPr>
            <a:spLocks xmlns:a="http://schemas.openxmlformats.org/drawingml/2006/main" noGrp="1"/>
          </p:cNvSpPr>
          <p:nvPr/>
        </p:nvSpPr>
        <p:spPr>
          <a:xfrm xmlns:a="http://schemas.openxmlformats.org/drawingml/2006/main">
            <a:off x="609600" y="4876800"/>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250" b="1">
                <a:solidFill>
                  <a:srgbClr val="12263B"/>
                </a:solidFill>
                <a:latin typeface="Microsoft YaHei"/>
                <a:ea typeface="Microsoft YaHei"/>
                <a:cs typeface="Microsoft YaHei"/>
              </a:defRPr>
            </a:defPPr>
            <a:lvl1pPr algn="l">
              <a:defRPr sz="2250" b="1">
                <a:solidFill>
                  <a:srgbClr val="12263B"/>
                </a:solidFill>
                <a:latin typeface="Microsoft YaHei"/>
                <a:ea typeface="Microsoft YaHei"/>
                <a:cs typeface="Microsoft YaHei"/>
              </a:defRPr>
            </a:lvl1pPr>
            <a:lvl2pPr algn="l">
              <a:defRPr sz="2250" b="1">
                <a:solidFill>
                  <a:srgbClr val="12263B"/>
                </a:solidFill>
                <a:latin typeface="Microsoft YaHei"/>
                <a:ea typeface="Microsoft YaHei"/>
                <a:cs typeface="Microsoft YaHei"/>
              </a:defRPr>
            </a:lvl2pPr>
            <a:lvl3pPr algn="l">
              <a:defRPr sz="2250" b="1">
                <a:solidFill>
                  <a:srgbClr val="12263B"/>
                </a:solidFill>
                <a:latin typeface="Microsoft YaHei"/>
                <a:ea typeface="Microsoft YaHei"/>
                <a:cs typeface="Microsoft YaHei"/>
              </a:defRPr>
            </a:lvl3pPr>
            <a:lvl4pPr algn="l">
              <a:defRPr sz="2250" b="1">
                <a:solidFill>
                  <a:srgbClr val="12263B"/>
                </a:solidFill>
                <a:latin typeface="Microsoft YaHei"/>
                <a:ea typeface="Microsoft YaHei"/>
                <a:cs typeface="Microsoft YaHei"/>
              </a:defRPr>
            </a:lvl4pPr>
            <a:lvl5pPr algn="l">
              <a:defRPr sz="2250" b="1">
                <a:solidFill>
                  <a:srgbClr val="12263B"/>
                </a:solidFill>
                <a:latin typeface="Microsoft YaHei"/>
                <a:ea typeface="Microsoft YaHei"/>
                <a:cs typeface="Microsoft YaHei"/>
              </a:defRPr>
            </a:lvl5pPr>
            <a:lvl6pPr algn="l">
              <a:defRPr sz="2250" b="1">
                <a:solidFill>
                  <a:srgbClr val="12263B"/>
                </a:solidFill>
                <a:latin typeface="Microsoft YaHei"/>
                <a:ea typeface="Microsoft YaHei"/>
                <a:cs typeface="Microsoft YaHei"/>
              </a:defRPr>
            </a:lvl6pPr>
            <a:lvl7pPr algn="l">
              <a:defRPr sz="2250" b="1">
                <a:solidFill>
                  <a:srgbClr val="12263B"/>
                </a:solidFill>
                <a:latin typeface="Microsoft YaHei"/>
                <a:ea typeface="Microsoft YaHei"/>
                <a:cs typeface="Microsoft YaHei"/>
              </a:defRPr>
            </a:lvl7pPr>
            <a:lvl8pPr algn="l">
              <a:defRPr sz="2250" b="1">
                <a:solidFill>
                  <a:srgbClr val="12263B"/>
                </a:solidFill>
                <a:latin typeface="Microsoft YaHei"/>
                <a:ea typeface="Microsoft YaHei"/>
                <a:cs typeface="Microsoft YaHei"/>
              </a:defRPr>
            </a:lvl8pPr>
            <a:lvl9pPr algn="l">
              <a:defRPr sz="2250" b="1">
                <a:solidFill>
                  <a:srgbClr val="12263B"/>
                </a:solidFill>
                <a:latin typeface="Microsoft YaHei"/>
                <a:ea typeface="Microsoft YaHei"/>
                <a:cs typeface="Microsoft YaHei"/>
              </a:defRPr>
            </a:lvl9pPr>
          </a:lstStyle>
          <a:p xmlns:a="http://schemas.openxmlformats.org/drawingml/2006/main">
            <a:pPr algn="l">
              <a:defRPr sz="2250" b="1">
                <a:solidFill>
                  <a:srgbClr val="12263B"/>
                </a:solidFill>
                <a:latin typeface="Microsoft YaHei"/>
                <a:ea typeface="Microsoft YaHei"/>
                <a:cs typeface="Microsoft YaHei"/>
              </a:defRPr>
            </a:pPr>
            <a:r>
              <a:rPr sz="2250" b="1">
                <a:solidFill>
                  <a:srgbClr val="12263B"/>
                </a:solidFill>
                <a:latin typeface="Microsoft YaHei"/>
                <a:ea typeface="Microsoft YaHei"/>
                <a:cs typeface="Microsoft YaHei"/>
              </a:rPr>
              <a:t>迁移的不只有数据，还有设备身份、音效绑定与会话状态</a:t>
            </a:r>
          </a:p>
        </p:txBody>
      </p:sp>
      <p:sp>
        <p:nvSpPr>
          <p:cNvPr id="23" name="object-638">
            <a:extLst xmlns:a="http://schemas.openxmlformats.org/drawingml/2006/main">
              <a:ext uri="{FF2B5EF4-FFF2-40B4-BE49-F238E27FC236}">
                <a16:creationId xmlns:a16="http://schemas.microsoft.com/office/drawing/2014/main" id="{CB8440E5-A146-44D2-B22A-8C3F3E0CD8E0}"/>
              </a:ext>
            </a:extLst>
          </p:cNvPr>
          <p:cNvSpPr>
            <a:spLocks xmlns:a="http://schemas.openxmlformats.org/drawingml/2006/main" noGrp="1"/>
          </p:cNvSpPr>
          <p:nvPr/>
        </p:nvSpPr>
        <p:spPr>
          <a:xfrm xmlns:a="http://schemas.openxmlformats.org/drawingml/2006/main">
            <a:off x="609600" y="55816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00" b="0">
                <a:solidFill>
                  <a:srgbClr val="62768A"/>
                </a:solidFill>
                <a:latin typeface="Microsoft YaHei"/>
                <a:ea typeface="Microsoft YaHei"/>
                <a:cs typeface="Microsoft YaHei"/>
              </a:defRPr>
            </a:defPPr>
            <a:lvl1pPr algn="l">
              <a:defRPr sz="2100" b="0">
                <a:solidFill>
                  <a:srgbClr val="62768A"/>
                </a:solidFill>
                <a:latin typeface="Microsoft YaHei"/>
                <a:ea typeface="Microsoft YaHei"/>
                <a:cs typeface="Microsoft YaHei"/>
              </a:defRPr>
            </a:lvl1pPr>
            <a:lvl2pPr algn="l">
              <a:defRPr sz="2100" b="0">
                <a:solidFill>
                  <a:srgbClr val="62768A"/>
                </a:solidFill>
                <a:latin typeface="Microsoft YaHei"/>
                <a:ea typeface="Microsoft YaHei"/>
                <a:cs typeface="Microsoft YaHei"/>
              </a:defRPr>
            </a:lvl2pPr>
            <a:lvl3pPr algn="l">
              <a:defRPr sz="2100" b="0">
                <a:solidFill>
                  <a:srgbClr val="62768A"/>
                </a:solidFill>
                <a:latin typeface="Microsoft YaHei"/>
                <a:ea typeface="Microsoft YaHei"/>
                <a:cs typeface="Microsoft YaHei"/>
              </a:defRPr>
            </a:lvl3pPr>
            <a:lvl4pPr algn="l">
              <a:defRPr sz="2100" b="0">
                <a:solidFill>
                  <a:srgbClr val="62768A"/>
                </a:solidFill>
                <a:latin typeface="Microsoft YaHei"/>
                <a:ea typeface="Microsoft YaHei"/>
                <a:cs typeface="Microsoft YaHei"/>
              </a:defRPr>
            </a:lvl4pPr>
            <a:lvl5pPr algn="l">
              <a:defRPr sz="2100" b="0">
                <a:solidFill>
                  <a:srgbClr val="62768A"/>
                </a:solidFill>
                <a:latin typeface="Microsoft YaHei"/>
                <a:ea typeface="Microsoft YaHei"/>
                <a:cs typeface="Microsoft YaHei"/>
              </a:defRPr>
            </a:lvl5pPr>
            <a:lvl6pPr algn="l">
              <a:defRPr sz="2100" b="0">
                <a:solidFill>
                  <a:srgbClr val="62768A"/>
                </a:solidFill>
                <a:latin typeface="Microsoft YaHei"/>
                <a:ea typeface="Microsoft YaHei"/>
                <a:cs typeface="Microsoft YaHei"/>
              </a:defRPr>
            </a:lvl6pPr>
            <a:lvl7pPr algn="l">
              <a:defRPr sz="2100" b="0">
                <a:solidFill>
                  <a:srgbClr val="62768A"/>
                </a:solidFill>
                <a:latin typeface="Microsoft YaHei"/>
                <a:ea typeface="Microsoft YaHei"/>
                <a:cs typeface="Microsoft YaHei"/>
              </a:defRPr>
            </a:lvl7pPr>
            <a:lvl8pPr algn="l">
              <a:defRPr sz="2100" b="0">
                <a:solidFill>
                  <a:srgbClr val="62768A"/>
                </a:solidFill>
                <a:latin typeface="Microsoft YaHei"/>
                <a:ea typeface="Microsoft YaHei"/>
                <a:cs typeface="Microsoft YaHei"/>
              </a:defRPr>
            </a:lvl8pPr>
            <a:lvl9pPr algn="l">
              <a:defRPr sz="2100" b="0">
                <a:solidFill>
                  <a:srgbClr val="62768A"/>
                </a:solidFill>
                <a:latin typeface="Microsoft YaHei"/>
                <a:ea typeface="Microsoft YaHei"/>
                <a:cs typeface="Microsoft YaHei"/>
              </a:defRPr>
            </a:lvl9pPr>
          </a:lstStyle>
          <a:p xmlns:a="http://schemas.openxmlformats.org/drawingml/2006/main">
            <a:pPr algn="l">
              <a:defRPr sz="2100" b="0">
                <a:solidFill>
                  <a:srgbClr val="62768A"/>
                </a:solidFill>
                <a:latin typeface="Microsoft YaHei"/>
                <a:ea typeface="Microsoft YaHei"/>
                <a:cs typeface="Microsoft YaHei"/>
              </a:defRPr>
            </a:pPr>
            <a:r>
              <a:rPr sz="2100" b="0">
                <a:solidFill>
                  <a:srgbClr val="62768A"/>
                </a:solidFill>
                <a:latin typeface="Microsoft YaHei"/>
                <a:ea typeface="Microsoft YaHei"/>
                <a:cs typeface="Microsoft YaHei"/>
              </a:rPr>
              <a:t>缓存与音效状态按条件保留；管理成功回报还需与真实输出区分</a:t>
            </a:r>
          </a:p>
        </p:txBody>
      </p:sp>
      <p:sp>
        <p:nvSpPr>
          <p:cNvPr id="24" name="object-639">
            <a:extLst xmlns:a="http://schemas.openxmlformats.org/drawingml/2006/main">
              <a:ext uri="{FF2B5EF4-FFF2-40B4-BE49-F238E27FC236}">
                <a16:creationId xmlns:a16="http://schemas.microsoft.com/office/drawing/2014/main" id="{4F089ACF-3392-4C5F-AB44-FC44DF2475C2}"/>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已存在目标sink间的可移动路径；非完整蓝牙热插拔时序，不提供无缝切换保证</a:t>
            </a:r>
          </a:p>
        </p:txBody>
      </p:sp>
      <p:sp>
        <p:nvSpPr>
          <p:cNvPr id="25" name="object-640">
            <a:extLst xmlns:a="http://schemas.openxmlformats.org/drawingml/2006/main">
              <a:ext uri="{FF2B5EF4-FFF2-40B4-BE49-F238E27FC236}">
                <a16:creationId xmlns:a16="http://schemas.microsoft.com/office/drawing/2014/main" id="{22B57969-C9E9-42F2-85E8-84539544BBFF}"/>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A5</a:t>
            </a:r>
          </a:p>
        </p:txBody>
      </p:sp>
    </p:spTree>
    <p:extLst>
      <p:ext uri="{BB962C8B-B14F-4D97-AF65-F5344CB8AC3E}">
        <p14:creationId xmlns:p14="http://schemas.microsoft.com/office/powerpoint/2010/main" val="1847276267"/>
      </p:ext>
    </p:extLst>
  </p:cSld>
</p:sld>
</file>

<file path=ppt/slides/slide2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object-641">
            <a:extLst xmlns:a="http://schemas.openxmlformats.org/drawingml/2006/main">
              <a:ext uri="{FF2B5EF4-FFF2-40B4-BE49-F238E27FC236}">
                <a16:creationId xmlns:a16="http://schemas.microsoft.com/office/drawing/2014/main" id="{D7513CF3-28AC-410C-9F76-BB19BE10411E}"/>
              </a:ext>
            </a:extLst>
          </p:cNvPr>
          <p:cNvSpPr>
            <a:spLocks xmlns:a="http://schemas.openxmlformats.org/drawingml/2006/main" noGrp="1"/>
          </p:cNvSpPr>
          <p:nvPr/>
        </p:nvSpPr>
        <p:spPr>
          <a:xfrm xmlns:a="http://schemas.openxmlformats.org/drawingml/2006/main">
            <a:off x="609600" y="28575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425" b="1">
                <a:solidFill>
                  <a:srgbClr val="3379EB"/>
                </a:solidFill>
                <a:latin typeface="Microsoft YaHei"/>
                <a:ea typeface="Microsoft YaHei"/>
                <a:cs typeface="Microsoft YaHei"/>
              </a:defRPr>
            </a:defPPr>
            <a:lvl1pPr algn="l">
              <a:defRPr sz="1425" b="1">
                <a:solidFill>
                  <a:srgbClr val="3379EB"/>
                </a:solidFill>
                <a:latin typeface="Microsoft YaHei"/>
                <a:ea typeface="Microsoft YaHei"/>
                <a:cs typeface="Microsoft YaHei"/>
              </a:defRPr>
            </a:lvl1pPr>
            <a:lvl2pPr algn="l">
              <a:defRPr sz="1425" b="1">
                <a:solidFill>
                  <a:srgbClr val="3379EB"/>
                </a:solidFill>
                <a:latin typeface="Microsoft YaHei"/>
                <a:ea typeface="Microsoft YaHei"/>
                <a:cs typeface="Microsoft YaHei"/>
              </a:defRPr>
            </a:lvl2pPr>
            <a:lvl3pPr algn="l">
              <a:defRPr sz="1425" b="1">
                <a:solidFill>
                  <a:srgbClr val="3379EB"/>
                </a:solidFill>
                <a:latin typeface="Microsoft YaHei"/>
                <a:ea typeface="Microsoft YaHei"/>
                <a:cs typeface="Microsoft YaHei"/>
              </a:defRPr>
            </a:lvl3pPr>
            <a:lvl4pPr algn="l">
              <a:defRPr sz="1425" b="1">
                <a:solidFill>
                  <a:srgbClr val="3379EB"/>
                </a:solidFill>
                <a:latin typeface="Microsoft YaHei"/>
                <a:ea typeface="Microsoft YaHei"/>
                <a:cs typeface="Microsoft YaHei"/>
              </a:defRPr>
            </a:lvl4pPr>
            <a:lvl5pPr algn="l">
              <a:defRPr sz="1425" b="1">
                <a:solidFill>
                  <a:srgbClr val="3379EB"/>
                </a:solidFill>
                <a:latin typeface="Microsoft YaHei"/>
                <a:ea typeface="Microsoft YaHei"/>
                <a:cs typeface="Microsoft YaHei"/>
              </a:defRPr>
            </a:lvl5pPr>
            <a:lvl6pPr algn="l">
              <a:defRPr sz="1425" b="1">
                <a:solidFill>
                  <a:srgbClr val="3379EB"/>
                </a:solidFill>
                <a:latin typeface="Microsoft YaHei"/>
                <a:ea typeface="Microsoft YaHei"/>
                <a:cs typeface="Microsoft YaHei"/>
              </a:defRPr>
            </a:lvl6pPr>
            <a:lvl7pPr algn="l">
              <a:defRPr sz="1425" b="1">
                <a:solidFill>
                  <a:srgbClr val="3379EB"/>
                </a:solidFill>
                <a:latin typeface="Microsoft YaHei"/>
                <a:ea typeface="Microsoft YaHei"/>
                <a:cs typeface="Microsoft YaHei"/>
              </a:defRPr>
            </a:lvl7pPr>
            <a:lvl8pPr algn="l">
              <a:defRPr sz="1425" b="1">
                <a:solidFill>
                  <a:srgbClr val="3379EB"/>
                </a:solidFill>
                <a:latin typeface="Microsoft YaHei"/>
                <a:ea typeface="Microsoft YaHei"/>
                <a:cs typeface="Microsoft YaHei"/>
              </a:defRPr>
            </a:lvl8pPr>
            <a:lvl9pPr algn="l">
              <a:defRPr sz="1425" b="1">
                <a:solidFill>
                  <a:srgbClr val="3379EB"/>
                </a:solidFill>
                <a:latin typeface="Microsoft YaHei"/>
                <a:ea typeface="Microsoft YaHei"/>
                <a:cs typeface="Microsoft YaHei"/>
              </a:defRPr>
            </a:lvl9pPr>
          </a:lstStyle>
          <a:p xmlns:a="http://schemas.openxmlformats.org/drawingml/2006/main">
            <a:pPr algn="l">
              <a:defRPr sz="1425" b="1">
                <a:solidFill>
                  <a:srgbClr val="3379EB"/>
                </a:solidFill>
                <a:latin typeface="Microsoft YaHei"/>
                <a:ea typeface="Microsoft YaHei"/>
                <a:cs typeface="Microsoft YaHei"/>
              </a:defRPr>
            </a:pPr>
            <a:r>
              <a:rPr sz="1425" b="1">
                <a:solidFill>
                  <a:srgbClr val="3379EB"/>
                </a:solidFill>
                <a:latin typeface="Microsoft YaHei"/>
                <a:ea typeface="Microsoft YaHei"/>
                <a:cs typeface="Microsoft YaHei"/>
              </a:rPr>
              <a:t>技术附录 · A6</a:t>
            </a:r>
          </a:p>
        </p:txBody>
      </p:sp>
      <p:sp>
        <p:nvSpPr>
          <p:cNvPr id="2" name="object-642">
            <a:extLst xmlns:a="http://schemas.openxmlformats.org/drawingml/2006/main">
              <a:ext uri="{FF2B5EF4-FFF2-40B4-BE49-F238E27FC236}">
                <a16:creationId xmlns:a16="http://schemas.microsoft.com/office/drawing/2014/main" id="{2D8113BA-6534-4A28-90B9-128AFD206181}"/>
              </a:ext>
            </a:extLst>
          </p:cNvPr>
          <p:cNvSpPr>
            <a:spLocks xmlns:a="http://schemas.openxmlformats.org/drawingml/2006/main" noGrp="1"/>
          </p:cNvSpPr>
          <p:nvPr/>
        </p:nvSpPr>
        <p:spPr>
          <a:xfrm xmlns:a="http://schemas.openxmlformats.org/drawingml/2006/main">
            <a:off x="609600" y="828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300" b="1">
                <a:solidFill>
                  <a:srgbClr val="12263B"/>
                </a:solidFill>
                <a:latin typeface="Microsoft YaHei"/>
                <a:ea typeface="Microsoft YaHei"/>
                <a:cs typeface="Microsoft YaHei"/>
              </a:defRPr>
            </a:defPPr>
            <a:lvl1pPr algn="l">
              <a:defRPr sz="3300" b="1">
                <a:solidFill>
                  <a:srgbClr val="12263B"/>
                </a:solidFill>
                <a:latin typeface="Microsoft YaHei"/>
                <a:ea typeface="Microsoft YaHei"/>
                <a:cs typeface="Microsoft YaHei"/>
              </a:defRPr>
            </a:lvl1pPr>
            <a:lvl2pPr algn="l">
              <a:defRPr sz="3300" b="1">
                <a:solidFill>
                  <a:srgbClr val="12263B"/>
                </a:solidFill>
                <a:latin typeface="Microsoft YaHei"/>
                <a:ea typeface="Microsoft YaHei"/>
                <a:cs typeface="Microsoft YaHei"/>
              </a:defRPr>
            </a:lvl2pPr>
            <a:lvl3pPr algn="l">
              <a:defRPr sz="3300" b="1">
                <a:solidFill>
                  <a:srgbClr val="12263B"/>
                </a:solidFill>
                <a:latin typeface="Microsoft YaHei"/>
                <a:ea typeface="Microsoft YaHei"/>
                <a:cs typeface="Microsoft YaHei"/>
              </a:defRPr>
            </a:lvl3pPr>
            <a:lvl4pPr algn="l">
              <a:defRPr sz="3300" b="1">
                <a:solidFill>
                  <a:srgbClr val="12263B"/>
                </a:solidFill>
                <a:latin typeface="Microsoft YaHei"/>
                <a:ea typeface="Microsoft YaHei"/>
                <a:cs typeface="Microsoft YaHei"/>
              </a:defRPr>
            </a:lvl4pPr>
            <a:lvl5pPr algn="l">
              <a:defRPr sz="3300" b="1">
                <a:solidFill>
                  <a:srgbClr val="12263B"/>
                </a:solidFill>
                <a:latin typeface="Microsoft YaHei"/>
                <a:ea typeface="Microsoft YaHei"/>
                <a:cs typeface="Microsoft YaHei"/>
              </a:defRPr>
            </a:lvl5pPr>
            <a:lvl6pPr algn="l">
              <a:defRPr sz="3300" b="1">
                <a:solidFill>
                  <a:srgbClr val="12263B"/>
                </a:solidFill>
                <a:latin typeface="Microsoft YaHei"/>
                <a:ea typeface="Microsoft YaHei"/>
                <a:cs typeface="Microsoft YaHei"/>
              </a:defRPr>
            </a:lvl6pPr>
            <a:lvl7pPr algn="l">
              <a:defRPr sz="3300" b="1">
                <a:solidFill>
                  <a:srgbClr val="12263B"/>
                </a:solidFill>
                <a:latin typeface="Microsoft YaHei"/>
                <a:ea typeface="Microsoft YaHei"/>
                <a:cs typeface="Microsoft YaHei"/>
              </a:defRPr>
            </a:lvl7pPr>
            <a:lvl8pPr algn="l">
              <a:defRPr sz="3300" b="1">
                <a:solidFill>
                  <a:srgbClr val="12263B"/>
                </a:solidFill>
                <a:latin typeface="Microsoft YaHei"/>
                <a:ea typeface="Microsoft YaHei"/>
                <a:cs typeface="Microsoft YaHei"/>
              </a:defRPr>
            </a:lvl8pPr>
            <a:lvl9pPr algn="l">
              <a:defRPr sz="3300" b="1">
                <a:solidFill>
                  <a:srgbClr val="12263B"/>
                </a:solidFill>
                <a:latin typeface="Microsoft YaHei"/>
                <a:ea typeface="Microsoft YaHei"/>
                <a:cs typeface="Microsoft YaHei"/>
              </a:defRPr>
            </a:lvl9pPr>
          </a:lstStyle>
          <a:p xmlns:a="http://schemas.openxmlformats.org/drawingml/2006/main">
            <a:pPr algn="l">
              <a:defRPr sz="3300" b="1">
                <a:solidFill>
                  <a:srgbClr val="12263B"/>
                </a:solidFill>
                <a:latin typeface="Microsoft YaHei"/>
                <a:ea typeface="Microsoft YaHei"/>
                <a:cs typeface="Microsoft YaHei"/>
              </a:defRPr>
            </a:pPr>
            <a:r>
              <a:rPr sz="3300" b="1">
                <a:solidFill>
                  <a:srgbClr val="12263B"/>
                </a:solidFill>
                <a:latin typeface="Microsoft YaHei"/>
                <a:ea typeface="Microsoft YaHei"/>
                <a:cs typeface="Microsoft YaHei"/>
              </a:rPr>
              <a:t>A6  源码版本与测量口径</a:t>
            </a:r>
          </a:p>
        </p:txBody>
      </p:sp>
      <p:sp>
        <p:nvSpPr>
          <p:cNvPr id="3" name="object-643">
            <a:extLst xmlns:a="http://schemas.openxmlformats.org/drawingml/2006/main">
              <a:ext uri="{FF2B5EF4-FFF2-40B4-BE49-F238E27FC236}">
                <a16:creationId xmlns:a16="http://schemas.microsoft.com/office/drawing/2014/main" id="{7CA53D59-4198-4FAC-AA0F-CCD85D9995E0}"/>
              </a:ext>
            </a:extLst>
          </p:cNvPr>
          <p:cNvSpPr>
            <a:spLocks xmlns:a="http://schemas.openxmlformats.org/drawingml/2006/main" noGrp="1"/>
          </p:cNvSpPr>
          <p:nvPr/>
        </p:nvSpPr>
        <p:spPr>
          <a:xfrm xmlns:a="http://schemas.openxmlformats.org/drawingml/2006/main">
            <a:off x="609600" y="160972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0">
                <a:solidFill>
                  <a:srgbClr val="62768A"/>
                </a:solidFill>
                <a:latin typeface="Microsoft YaHei"/>
                <a:ea typeface="Microsoft YaHei"/>
                <a:cs typeface="Microsoft YaHei"/>
              </a:defRPr>
            </a:defPPr>
            <a:lvl1pPr algn="l">
              <a:defRPr sz="2025" b="0">
                <a:solidFill>
                  <a:srgbClr val="62768A"/>
                </a:solidFill>
                <a:latin typeface="Microsoft YaHei"/>
                <a:ea typeface="Microsoft YaHei"/>
                <a:cs typeface="Microsoft YaHei"/>
              </a:defRPr>
            </a:lvl1pPr>
            <a:lvl2pPr algn="l">
              <a:defRPr sz="2025" b="0">
                <a:solidFill>
                  <a:srgbClr val="62768A"/>
                </a:solidFill>
                <a:latin typeface="Microsoft YaHei"/>
                <a:ea typeface="Microsoft YaHei"/>
                <a:cs typeface="Microsoft YaHei"/>
              </a:defRPr>
            </a:lvl2pPr>
            <a:lvl3pPr algn="l">
              <a:defRPr sz="2025" b="0">
                <a:solidFill>
                  <a:srgbClr val="62768A"/>
                </a:solidFill>
                <a:latin typeface="Microsoft YaHei"/>
                <a:ea typeface="Microsoft YaHei"/>
                <a:cs typeface="Microsoft YaHei"/>
              </a:defRPr>
            </a:lvl3pPr>
            <a:lvl4pPr algn="l">
              <a:defRPr sz="2025" b="0">
                <a:solidFill>
                  <a:srgbClr val="62768A"/>
                </a:solidFill>
                <a:latin typeface="Microsoft YaHei"/>
                <a:ea typeface="Microsoft YaHei"/>
                <a:cs typeface="Microsoft YaHei"/>
              </a:defRPr>
            </a:lvl4pPr>
            <a:lvl5pPr algn="l">
              <a:defRPr sz="2025" b="0">
                <a:solidFill>
                  <a:srgbClr val="62768A"/>
                </a:solidFill>
                <a:latin typeface="Microsoft YaHei"/>
                <a:ea typeface="Microsoft YaHei"/>
                <a:cs typeface="Microsoft YaHei"/>
              </a:defRPr>
            </a:lvl5pPr>
            <a:lvl6pPr algn="l">
              <a:defRPr sz="2025" b="0">
                <a:solidFill>
                  <a:srgbClr val="62768A"/>
                </a:solidFill>
                <a:latin typeface="Microsoft YaHei"/>
                <a:ea typeface="Microsoft YaHei"/>
                <a:cs typeface="Microsoft YaHei"/>
              </a:defRPr>
            </a:lvl6pPr>
            <a:lvl7pPr algn="l">
              <a:defRPr sz="2025" b="0">
                <a:solidFill>
                  <a:srgbClr val="62768A"/>
                </a:solidFill>
                <a:latin typeface="Microsoft YaHei"/>
                <a:ea typeface="Microsoft YaHei"/>
                <a:cs typeface="Microsoft YaHei"/>
              </a:defRPr>
            </a:lvl7pPr>
            <a:lvl8pPr algn="l">
              <a:defRPr sz="2025" b="0">
                <a:solidFill>
                  <a:srgbClr val="62768A"/>
                </a:solidFill>
                <a:latin typeface="Microsoft YaHei"/>
                <a:ea typeface="Microsoft YaHei"/>
                <a:cs typeface="Microsoft YaHei"/>
              </a:defRPr>
            </a:lvl8pPr>
            <a:lvl9pPr algn="l">
              <a:defRPr sz="2025" b="0">
                <a:solidFill>
                  <a:srgbClr val="62768A"/>
                </a:solidFill>
                <a:latin typeface="Microsoft YaHei"/>
                <a:ea typeface="Microsoft YaHei"/>
                <a:cs typeface="Microsoft YaHei"/>
              </a:defRPr>
            </a:lvl9pPr>
          </a:lstStyle>
          <a:p xmlns:a="http://schemas.openxmlformats.org/drawingml/2006/main">
            <a:pPr algn="l">
              <a:defRPr sz="2025" b="0">
                <a:solidFill>
                  <a:srgbClr val="62768A"/>
                </a:solidFill>
                <a:latin typeface="Microsoft YaHei"/>
                <a:ea typeface="Microsoft YaHei"/>
                <a:cs typeface="Microsoft YaHei"/>
              </a:defRPr>
            </a:pPr>
            <a:r>
              <a:rPr sz="2025" b="0">
                <a:solidFill>
                  <a:srgbClr val="62768A"/>
                </a:solidFill>
                <a:latin typeface="Microsoft YaHei"/>
                <a:ea typeface="Microsoft YaHei"/>
                <a:cs typeface="Microsoft YaHei"/>
              </a:rPr>
              <a:t>固定版本解释实现，明确起止点与条件后再讨论指标</a:t>
            </a:r>
          </a:p>
        </p:txBody>
      </p:sp>
      <p:sp>
        <p:nvSpPr>
          <p:cNvPr id="4" name="object-644">
            <a:extLst xmlns:a="http://schemas.openxmlformats.org/drawingml/2006/main">
              <a:ext uri="{FF2B5EF4-FFF2-40B4-BE49-F238E27FC236}">
                <a16:creationId xmlns:a16="http://schemas.microsoft.com/office/drawing/2014/main" id="{843330C1-2EEB-4FAE-B297-9EEF89BF9D8A}"/>
              </a:ext>
            </a:extLst>
          </p:cNvPr>
          <p:cNvSpPr>
            <a:spLocks xmlns:a="http://schemas.openxmlformats.org/drawingml/2006/main" noGrp="1"/>
          </p:cNvSpPr>
          <p:nvPr/>
        </p:nvSpPr>
        <p:spPr>
          <a:xfrm xmlns:a="http://schemas.openxmlformats.org/drawingml/2006/main">
            <a:off x="609600" y="2362200"/>
            <a:ext cx="2857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3379EB"/>
                </a:solidFill>
                <a:latin typeface="Microsoft YaHei"/>
                <a:ea typeface="Microsoft YaHei"/>
                <a:cs typeface="Microsoft YaHei"/>
              </a:defRPr>
            </a:defPPr>
            <a:lvl1pPr algn="l">
              <a:defRPr sz="2025" b="1">
                <a:solidFill>
                  <a:srgbClr val="3379EB"/>
                </a:solidFill>
                <a:latin typeface="Microsoft YaHei"/>
                <a:ea typeface="Microsoft YaHei"/>
                <a:cs typeface="Microsoft YaHei"/>
              </a:defRPr>
            </a:lvl1pPr>
            <a:lvl2pPr algn="l">
              <a:defRPr sz="2025" b="1">
                <a:solidFill>
                  <a:srgbClr val="3379EB"/>
                </a:solidFill>
                <a:latin typeface="Microsoft YaHei"/>
                <a:ea typeface="Microsoft YaHei"/>
                <a:cs typeface="Microsoft YaHei"/>
              </a:defRPr>
            </a:lvl2pPr>
            <a:lvl3pPr algn="l">
              <a:defRPr sz="2025" b="1">
                <a:solidFill>
                  <a:srgbClr val="3379EB"/>
                </a:solidFill>
                <a:latin typeface="Microsoft YaHei"/>
                <a:ea typeface="Microsoft YaHei"/>
                <a:cs typeface="Microsoft YaHei"/>
              </a:defRPr>
            </a:lvl3pPr>
            <a:lvl4pPr algn="l">
              <a:defRPr sz="2025" b="1">
                <a:solidFill>
                  <a:srgbClr val="3379EB"/>
                </a:solidFill>
                <a:latin typeface="Microsoft YaHei"/>
                <a:ea typeface="Microsoft YaHei"/>
                <a:cs typeface="Microsoft YaHei"/>
              </a:defRPr>
            </a:lvl4pPr>
            <a:lvl5pPr algn="l">
              <a:defRPr sz="2025" b="1">
                <a:solidFill>
                  <a:srgbClr val="3379EB"/>
                </a:solidFill>
                <a:latin typeface="Microsoft YaHei"/>
                <a:ea typeface="Microsoft YaHei"/>
                <a:cs typeface="Microsoft YaHei"/>
              </a:defRPr>
            </a:lvl5pPr>
            <a:lvl6pPr algn="l">
              <a:defRPr sz="2025" b="1">
                <a:solidFill>
                  <a:srgbClr val="3379EB"/>
                </a:solidFill>
                <a:latin typeface="Microsoft YaHei"/>
                <a:ea typeface="Microsoft YaHei"/>
                <a:cs typeface="Microsoft YaHei"/>
              </a:defRPr>
            </a:lvl6pPr>
            <a:lvl7pPr algn="l">
              <a:defRPr sz="2025" b="1">
                <a:solidFill>
                  <a:srgbClr val="3379EB"/>
                </a:solidFill>
                <a:latin typeface="Microsoft YaHei"/>
                <a:ea typeface="Microsoft YaHei"/>
                <a:cs typeface="Microsoft YaHei"/>
              </a:defRPr>
            </a:lvl7pPr>
            <a:lvl8pPr algn="l">
              <a:defRPr sz="2025" b="1">
                <a:solidFill>
                  <a:srgbClr val="3379EB"/>
                </a:solidFill>
                <a:latin typeface="Microsoft YaHei"/>
                <a:ea typeface="Microsoft YaHei"/>
                <a:cs typeface="Microsoft YaHei"/>
              </a:defRPr>
            </a:lvl8pPr>
            <a:lvl9pPr algn="l">
              <a:defRPr sz="2025" b="1">
                <a:solidFill>
                  <a:srgbClr val="3379EB"/>
                </a:solidFill>
                <a:latin typeface="Microsoft YaHei"/>
                <a:ea typeface="Microsoft YaHei"/>
                <a:cs typeface="Microsoft YaHei"/>
              </a:defRPr>
            </a:lvl9pPr>
          </a:lstStyle>
          <a:p xmlns:a="http://schemas.openxmlformats.org/drawingml/2006/main">
            <a:pPr algn="l">
              <a:defRPr sz="2025" b="1">
                <a:solidFill>
                  <a:srgbClr val="3379EB"/>
                </a:solidFill>
                <a:latin typeface="Microsoft YaHei"/>
                <a:ea typeface="Microsoft YaHei"/>
                <a:cs typeface="Microsoft YaHei"/>
              </a:defRPr>
            </a:pPr>
            <a:r>
              <a:rPr sz="2025" b="1">
                <a:solidFill>
                  <a:srgbClr val="3379EB"/>
                </a:solidFill>
                <a:latin typeface="Microsoft YaHei"/>
                <a:ea typeface="Microsoft YaHei"/>
                <a:cs typeface="Microsoft YaHei"/>
              </a:rPr>
              <a:t>当前框架</a:t>
            </a:r>
          </a:p>
        </p:txBody>
      </p:sp>
      <p:sp>
        <p:nvSpPr>
          <p:cNvPr id="5" name="object-645">
            <a:extLst xmlns:a="http://schemas.openxmlformats.org/drawingml/2006/main">
              <a:ext uri="{FF2B5EF4-FFF2-40B4-BE49-F238E27FC236}">
                <a16:creationId xmlns:a16="http://schemas.microsoft.com/office/drawing/2014/main" id="{9957A567-54BD-4B75-A819-22EE8248A696}"/>
              </a:ext>
            </a:extLst>
          </p:cNvPr>
          <p:cNvSpPr>
            <a:spLocks xmlns:a="http://schemas.openxmlformats.org/drawingml/2006/main" noGrp="1"/>
          </p:cNvSpPr>
          <p:nvPr/>
        </p:nvSpPr>
        <p:spPr>
          <a:xfrm xmlns:a="http://schemas.openxmlformats.org/drawingml/2006/main">
            <a:off x="3476625" y="2362200"/>
            <a:ext cx="8086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25" b="0">
                <a:solidFill>
                  <a:srgbClr val="12263B"/>
                </a:solidFill>
                <a:latin typeface="Microsoft YaHei"/>
                <a:ea typeface="Microsoft YaHei"/>
                <a:cs typeface="Microsoft YaHei"/>
              </a:defRPr>
            </a:defPPr>
            <a:lvl1pPr algn="l">
              <a:defRPr sz="1725" b="0">
                <a:solidFill>
                  <a:srgbClr val="12263B"/>
                </a:solidFill>
                <a:latin typeface="Microsoft YaHei"/>
                <a:ea typeface="Microsoft YaHei"/>
                <a:cs typeface="Microsoft YaHei"/>
              </a:defRPr>
            </a:lvl1pPr>
            <a:lvl2pPr algn="l">
              <a:defRPr sz="1725" b="0">
                <a:solidFill>
                  <a:srgbClr val="12263B"/>
                </a:solidFill>
                <a:latin typeface="Microsoft YaHei"/>
                <a:ea typeface="Microsoft YaHei"/>
                <a:cs typeface="Microsoft YaHei"/>
              </a:defRPr>
            </a:lvl2pPr>
            <a:lvl3pPr algn="l">
              <a:defRPr sz="1725" b="0">
                <a:solidFill>
                  <a:srgbClr val="12263B"/>
                </a:solidFill>
                <a:latin typeface="Microsoft YaHei"/>
                <a:ea typeface="Microsoft YaHei"/>
                <a:cs typeface="Microsoft YaHei"/>
              </a:defRPr>
            </a:lvl3pPr>
            <a:lvl4pPr algn="l">
              <a:defRPr sz="1725" b="0">
                <a:solidFill>
                  <a:srgbClr val="12263B"/>
                </a:solidFill>
                <a:latin typeface="Microsoft YaHei"/>
                <a:ea typeface="Microsoft YaHei"/>
                <a:cs typeface="Microsoft YaHei"/>
              </a:defRPr>
            </a:lvl4pPr>
            <a:lvl5pPr algn="l">
              <a:defRPr sz="1725" b="0">
                <a:solidFill>
                  <a:srgbClr val="12263B"/>
                </a:solidFill>
                <a:latin typeface="Microsoft YaHei"/>
                <a:ea typeface="Microsoft YaHei"/>
                <a:cs typeface="Microsoft YaHei"/>
              </a:defRPr>
            </a:lvl5pPr>
            <a:lvl6pPr algn="l">
              <a:defRPr sz="1725" b="0">
                <a:solidFill>
                  <a:srgbClr val="12263B"/>
                </a:solidFill>
                <a:latin typeface="Microsoft YaHei"/>
                <a:ea typeface="Microsoft YaHei"/>
                <a:cs typeface="Microsoft YaHei"/>
              </a:defRPr>
            </a:lvl6pPr>
            <a:lvl7pPr algn="l">
              <a:defRPr sz="1725" b="0">
                <a:solidFill>
                  <a:srgbClr val="12263B"/>
                </a:solidFill>
                <a:latin typeface="Microsoft YaHei"/>
                <a:ea typeface="Microsoft YaHei"/>
                <a:cs typeface="Microsoft YaHei"/>
              </a:defRPr>
            </a:lvl7pPr>
            <a:lvl8pPr algn="l">
              <a:defRPr sz="1725" b="0">
                <a:solidFill>
                  <a:srgbClr val="12263B"/>
                </a:solidFill>
                <a:latin typeface="Microsoft YaHei"/>
                <a:ea typeface="Microsoft YaHei"/>
                <a:cs typeface="Microsoft YaHei"/>
              </a:defRPr>
            </a:lvl8pPr>
            <a:lvl9pPr algn="l">
              <a:defRPr sz="1725" b="0">
                <a:solidFill>
                  <a:srgbClr val="12263B"/>
                </a:solidFill>
                <a:latin typeface="Microsoft YaHei"/>
                <a:ea typeface="Microsoft YaHei"/>
                <a:cs typeface="Microsoft YaHei"/>
              </a:defRPr>
            </a:lvl9pPr>
          </a:lstStyle>
          <a:p xmlns:a="http://schemas.openxmlformats.org/drawingml/2006/main">
            <a:pPr algn="l">
              <a:defRPr sz="1725" b="0">
                <a:solidFill>
                  <a:srgbClr val="12263B"/>
                </a:solidFill>
                <a:latin typeface="Microsoft YaHei"/>
                <a:ea typeface="Microsoft YaHei"/>
                <a:cs typeface="Microsoft YaHei"/>
              </a:defRPr>
            </a:pPr>
            <a:r>
              <a:rPr sz="1725" b="0">
                <a:solidFill>
                  <a:srgbClr val="12263B"/>
                </a:solidFill>
                <a:latin typeface="Microsoft YaHei"/>
                <a:ea typeface="Microsoft YaHei"/>
                <a:cs typeface="Microsoft YaHei"/>
              </a:rPr>
              <a:t>3a2688e805df970739e3b0cebf9cc05d8cb24e9b</a:t>
            </a:r>
          </a:p>
        </p:txBody>
      </p:sp>
      <p:sp>
        <p:nvSpPr>
          <p:cNvPr id="6" name="object-646">
            <a:extLst xmlns:a="http://schemas.openxmlformats.org/drawingml/2006/main">
              <a:ext uri="{FF2B5EF4-FFF2-40B4-BE49-F238E27FC236}">
                <a16:creationId xmlns:a16="http://schemas.microsoft.com/office/drawing/2014/main" id="{F91E2D20-6298-49D0-990C-D715BF731C3B}"/>
              </a:ext>
            </a:extLst>
          </p:cNvPr>
          <p:cNvSpPr>
            <a:spLocks xmlns:a="http://schemas.openxmlformats.org/drawingml/2006/main" noGrp="1"/>
          </p:cNvSpPr>
          <p:nvPr/>
        </p:nvSpPr>
        <p:spPr>
          <a:xfrm xmlns:a="http://schemas.openxmlformats.org/drawingml/2006/main">
            <a:off x="609600" y="2952750"/>
            <a:ext cx="2857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887798"/>
                </a:solidFill>
                <a:latin typeface="Microsoft YaHei"/>
                <a:ea typeface="Microsoft YaHei"/>
                <a:cs typeface="Microsoft YaHei"/>
              </a:defRPr>
            </a:defPPr>
            <a:lvl1pPr algn="l">
              <a:defRPr sz="2025" b="1">
                <a:solidFill>
                  <a:srgbClr val="887798"/>
                </a:solidFill>
                <a:latin typeface="Microsoft YaHei"/>
                <a:ea typeface="Microsoft YaHei"/>
                <a:cs typeface="Microsoft YaHei"/>
              </a:defRPr>
            </a:lvl1pPr>
            <a:lvl2pPr algn="l">
              <a:defRPr sz="2025" b="1">
                <a:solidFill>
                  <a:srgbClr val="887798"/>
                </a:solidFill>
                <a:latin typeface="Microsoft YaHei"/>
                <a:ea typeface="Microsoft YaHei"/>
                <a:cs typeface="Microsoft YaHei"/>
              </a:defRPr>
            </a:lvl2pPr>
            <a:lvl3pPr algn="l">
              <a:defRPr sz="2025" b="1">
                <a:solidFill>
                  <a:srgbClr val="887798"/>
                </a:solidFill>
                <a:latin typeface="Microsoft YaHei"/>
                <a:ea typeface="Microsoft YaHei"/>
                <a:cs typeface="Microsoft YaHei"/>
              </a:defRPr>
            </a:lvl3pPr>
            <a:lvl4pPr algn="l">
              <a:defRPr sz="2025" b="1">
                <a:solidFill>
                  <a:srgbClr val="887798"/>
                </a:solidFill>
                <a:latin typeface="Microsoft YaHei"/>
                <a:ea typeface="Microsoft YaHei"/>
                <a:cs typeface="Microsoft YaHei"/>
              </a:defRPr>
            </a:lvl4pPr>
            <a:lvl5pPr algn="l">
              <a:defRPr sz="2025" b="1">
                <a:solidFill>
                  <a:srgbClr val="887798"/>
                </a:solidFill>
                <a:latin typeface="Microsoft YaHei"/>
                <a:ea typeface="Microsoft YaHei"/>
                <a:cs typeface="Microsoft YaHei"/>
              </a:defRPr>
            </a:lvl5pPr>
            <a:lvl6pPr algn="l">
              <a:defRPr sz="2025" b="1">
                <a:solidFill>
                  <a:srgbClr val="887798"/>
                </a:solidFill>
                <a:latin typeface="Microsoft YaHei"/>
                <a:ea typeface="Microsoft YaHei"/>
                <a:cs typeface="Microsoft YaHei"/>
              </a:defRPr>
            </a:lvl6pPr>
            <a:lvl7pPr algn="l">
              <a:defRPr sz="2025" b="1">
                <a:solidFill>
                  <a:srgbClr val="887798"/>
                </a:solidFill>
                <a:latin typeface="Microsoft YaHei"/>
                <a:ea typeface="Microsoft YaHei"/>
                <a:cs typeface="Microsoft YaHei"/>
              </a:defRPr>
            </a:lvl7pPr>
            <a:lvl8pPr algn="l">
              <a:defRPr sz="2025" b="1">
                <a:solidFill>
                  <a:srgbClr val="887798"/>
                </a:solidFill>
                <a:latin typeface="Microsoft YaHei"/>
                <a:ea typeface="Microsoft YaHei"/>
                <a:cs typeface="Microsoft YaHei"/>
              </a:defRPr>
            </a:lvl8pPr>
            <a:lvl9pPr algn="l">
              <a:defRPr sz="2025" b="1">
                <a:solidFill>
                  <a:srgbClr val="887798"/>
                </a:solidFill>
                <a:latin typeface="Microsoft YaHei"/>
                <a:ea typeface="Microsoft YaHei"/>
                <a:cs typeface="Microsoft YaHei"/>
              </a:defRPr>
            </a:lvl9pPr>
          </a:lstStyle>
          <a:p xmlns:a="http://schemas.openxmlformats.org/drawingml/2006/main">
            <a:pPr algn="l">
              <a:defRPr sz="2025" b="1">
                <a:solidFill>
                  <a:srgbClr val="887798"/>
                </a:solidFill>
                <a:latin typeface="Microsoft YaHei"/>
                <a:ea typeface="Microsoft YaHei"/>
                <a:cs typeface="Microsoft YaHei"/>
              </a:defRPr>
            </a:pPr>
            <a:r>
              <a:rPr sz="2025" b="1">
                <a:solidFill>
                  <a:srgbClr val="887798"/>
                </a:solidFill>
                <a:latin typeface="Microsoft YaHei"/>
                <a:ea typeface="Microsoft YaHei"/>
                <a:cs typeface="Microsoft YaHei"/>
              </a:rPr>
              <a:t>5.1 框架</a:t>
            </a:r>
          </a:p>
        </p:txBody>
      </p:sp>
      <p:sp>
        <p:nvSpPr>
          <p:cNvPr id="7" name="object-647">
            <a:extLst xmlns:a="http://schemas.openxmlformats.org/drawingml/2006/main">
              <a:ext uri="{FF2B5EF4-FFF2-40B4-BE49-F238E27FC236}">
                <a16:creationId xmlns:a16="http://schemas.microsoft.com/office/drawing/2014/main" id="{6056D90E-8A77-4E30-9DBD-980C796EE17A}"/>
              </a:ext>
            </a:extLst>
          </p:cNvPr>
          <p:cNvSpPr>
            <a:spLocks xmlns:a="http://schemas.openxmlformats.org/drawingml/2006/main" noGrp="1"/>
          </p:cNvSpPr>
          <p:nvPr/>
        </p:nvSpPr>
        <p:spPr>
          <a:xfrm xmlns:a="http://schemas.openxmlformats.org/drawingml/2006/main">
            <a:off x="3476625" y="2952750"/>
            <a:ext cx="8086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25" b="0">
                <a:solidFill>
                  <a:srgbClr val="12263B"/>
                </a:solidFill>
                <a:latin typeface="Microsoft YaHei"/>
                <a:ea typeface="Microsoft YaHei"/>
                <a:cs typeface="Microsoft YaHei"/>
              </a:defRPr>
            </a:defPPr>
            <a:lvl1pPr algn="l">
              <a:defRPr sz="1725" b="0">
                <a:solidFill>
                  <a:srgbClr val="12263B"/>
                </a:solidFill>
                <a:latin typeface="Microsoft YaHei"/>
                <a:ea typeface="Microsoft YaHei"/>
                <a:cs typeface="Microsoft YaHei"/>
              </a:defRPr>
            </a:lvl1pPr>
            <a:lvl2pPr algn="l">
              <a:defRPr sz="1725" b="0">
                <a:solidFill>
                  <a:srgbClr val="12263B"/>
                </a:solidFill>
                <a:latin typeface="Microsoft YaHei"/>
                <a:ea typeface="Microsoft YaHei"/>
                <a:cs typeface="Microsoft YaHei"/>
              </a:defRPr>
            </a:lvl2pPr>
            <a:lvl3pPr algn="l">
              <a:defRPr sz="1725" b="0">
                <a:solidFill>
                  <a:srgbClr val="12263B"/>
                </a:solidFill>
                <a:latin typeface="Microsoft YaHei"/>
                <a:ea typeface="Microsoft YaHei"/>
                <a:cs typeface="Microsoft YaHei"/>
              </a:defRPr>
            </a:lvl3pPr>
            <a:lvl4pPr algn="l">
              <a:defRPr sz="1725" b="0">
                <a:solidFill>
                  <a:srgbClr val="12263B"/>
                </a:solidFill>
                <a:latin typeface="Microsoft YaHei"/>
                <a:ea typeface="Microsoft YaHei"/>
                <a:cs typeface="Microsoft YaHei"/>
              </a:defRPr>
            </a:lvl4pPr>
            <a:lvl5pPr algn="l">
              <a:defRPr sz="1725" b="0">
                <a:solidFill>
                  <a:srgbClr val="12263B"/>
                </a:solidFill>
                <a:latin typeface="Microsoft YaHei"/>
                <a:ea typeface="Microsoft YaHei"/>
                <a:cs typeface="Microsoft YaHei"/>
              </a:defRPr>
            </a:lvl5pPr>
            <a:lvl6pPr algn="l">
              <a:defRPr sz="1725" b="0">
                <a:solidFill>
                  <a:srgbClr val="12263B"/>
                </a:solidFill>
                <a:latin typeface="Microsoft YaHei"/>
                <a:ea typeface="Microsoft YaHei"/>
                <a:cs typeface="Microsoft YaHei"/>
              </a:defRPr>
            </a:lvl6pPr>
            <a:lvl7pPr algn="l">
              <a:defRPr sz="1725" b="0">
                <a:solidFill>
                  <a:srgbClr val="12263B"/>
                </a:solidFill>
                <a:latin typeface="Microsoft YaHei"/>
                <a:ea typeface="Microsoft YaHei"/>
                <a:cs typeface="Microsoft YaHei"/>
              </a:defRPr>
            </a:lvl7pPr>
            <a:lvl8pPr algn="l">
              <a:defRPr sz="1725" b="0">
                <a:solidFill>
                  <a:srgbClr val="12263B"/>
                </a:solidFill>
                <a:latin typeface="Microsoft YaHei"/>
                <a:ea typeface="Microsoft YaHei"/>
                <a:cs typeface="Microsoft YaHei"/>
              </a:defRPr>
            </a:lvl8pPr>
            <a:lvl9pPr algn="l">
              <a:defRPr sz="1725" b="0">
                <a:solidFill>
                  <a:srgbClr val="12263B"/>
                </a:solidFill>
                <a:latin typeface="Microsoft YaHei"/>
                <a:ea typeface="Microsoft YaHei"/>
                <a:cs typeface="Microsoft YaHei"/>
              </a:defRPr>
            </a:lvl9pPr>
          </a:lstStyle>
          <a:p xmlns:a="http://schemas.openxmlformats.org/drawingml/2006/main">
            <a:pPr algn="l">
              <a:defRPr sz="1725" b="0">
                <a:solidFill>
                  <a:srgbClr val="12263B"/>
                </a:solidFill>
                <a:latin typeface="Microsoft YaHei"/>
                <a:ea typeface="Microsoft YaHei"/>
                <a:cs typeface="Microsoft YaHei"/>
              </a:defRPr>
            </a:pPr>
            <a:r>
              <a:rPr sz="1725" b="0">
                <a:solidFill>
                  <a:srgbClr val="12263B"/>
                </a:solidFill>
                <a:latin typeface="Microsoft YaHei"/>
                <a:ea typeface="Microsoft YaHei"/>
                <a:cs typeface="Microsoft YaHei"/>
              </a:rPr>
              <a:t>c42a228d60b64a90d6b05cf26278a89253e5310b</a:t>
            </a:r>
          </a:p>
        </p:txBody>
      </p:sp>
      <p:sp>
        <p:nvSpPr>
          <p:cNvPr id="8" name="object-648">
            <a:extLst xmlns:a="http://schemas.openxmlformats.org/drawingml/2006/main">
              <a:ext uri="{FF2B5EF4-FFF2-40B4-BE49-F238E27FC236}">
                <a16:creationId xmlns:a16="http://schemas.microsoft.com/office/drawing/2014/main" id="{2E8D1DEC-D785-450F-B42C-9AAE543CA12E}"/>
              </a:ext>
            </a:extLst>
          </p:cNvPr>
          <p:cNvSpPr>
            <a:spLocks xmlns:a="http://schemas.openxmlformats.org/drawingml/2006/main" noGrp="1"/>
          </p:cNvSpPr>
          <p:nvPr/>
        </p:nvSpPr>
        <p:spPr>
          <a:xfrm xmlns:a="http://schemas.openxmlformats.org/drawingml/2006/main">
            <a:off x="609600" y="3543300"/>
            <a:ext cx="2857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025" b="1">
                <a:solidFill>
                  <a:srgbClr val="887798"/>
                </a:solidFill>
                <a:latin typeface="Microsoft YaHei"/>
                <a:ea typeface="Microsoft YaHei"/>
                <a:cs typeface="Microsoft YaHei"/>
              </a:defRPr>
            </a:defPPr>
            <a:lvl1pPr algn="l">
              <a:defRPr sz="2025" b="1">
                <a:solidFill>
                  <a:srgbClr val="887798"/>
                </a:solidFill>
                <a:latin typeface="Microsoft YaHei"/>
                <a:ea typeface="Microsoft YaHei"/>
                <a:cs typeface="Microsoft YaHei"/>
              </a:defRPr>
            </a:lvl1pPr>
            <a:lvl2pPr algn="l">
              <a:defRPr sz="2025" b="1">
                <a:solidFill>
                  <a:srgbClr val="887798"/>
                </a:solidFill>
                <a:latin typeface="Microsoft YaHei"/>
                <a:ea typeface="Microsoft YaHei"/>
                <a:cs typeface="Microsoft YaHei"/>
              </a:defRPr>
            </a:lvl2pPr>
            <a:lvl3pPr algn="l">
              <a:defRPr sz="2025" b="1">
                <a:solidFill>
                  <a:srgbClr val="887798"/>
                </a:solidFill>
                <a:latin typeface="Microsoft YaHei"/>
                <a:ea typeface="Microsoft YaHei"/>
                <a:cs typeface="Microsoft YaHei"/>
              </a:defRPr>
            </a:lvl3pPr>
            <a:lvl4pPr algn="l">
              <a:defRPr sz="2025" b="1">
                <a:solidFill>
                  <a:srgbClr val="887798"/>
                </a:solidFill>
                <a:latin typeface="Microsoft YaHei"/>
                <a:ea typeface="Microsoft YaHei"/>
                <a:cs typeface="Microsoft YaHei"/>
              </a:defRPr>
            </a:lvl4pPr>
            <a:lvl5pPr algn="l">
              <a:defRPr sz="2025" b="1">
                <a:solidFill>
                  <a:srgbClr val="887798"/>
                </a:solidFill>
                <a:latin typeface="Microsoft YaHei"/>
                <a:ea typeface="Microsoft YaHei"/>
                <a:cs typeface="Microsoft YaHei"/>
              </a:defRPr>
            </a:lvl5pPr>
            <a:lvl6pPr algn="l">
              <a:defRPr sz="2025" b="1">
                <a:solidFill>
                  <a:srgbClr val="887798"/>
                </a:solidFill>
                <a:latin typeface="Microsoft YaHei"/>
                <a:ea typeface="Microsoft YaHei"/>
                <a:cs typeface="Microsoft YaHei"/>
              </a:defRPr>
            </a:lvl6pPr>
            <a:lvl7pPr algn="l">
              <a:defRPr sz="2025" b="1">
                <a:solidFill>
                  <a:srgbClr val="887798"/>
                </a:solidFill>
                <a:latin typeface="Microsoft YaHei"/>
                <a:ea typeface="Microsoft YaHei"/>
                <a:cs typeface="Microsoft YaHei"/>
              </a:defRPr>
            </a:lvl7pPr>
            <a:lvl8pPr algn="l">
              <a:defRPr sz="2025" b="1">
                <a:solidFill>
                  <a:srgbClr val="887798"/>
                </a:solidFill>
                <a:latin typeface="Microsoft YaHei"/>
                <a:ea typeface="Microsoft YaHei"/>
                <a:cs typeface="Microsoft YaHei"/>
              </a:defRPr>
            </a:lvl8pPr>
            <a:lvl9pPr algn="l">
              <a:defRPr sz="2025" b="1">
                <a:solidFill>
                  <a:srgbClr val="887798"/>
                </a:solidFill>
                <a:latin typeface="Microsoft YaHei"/>
                <a:ea typeface="Microsoft YaHei"/>
                <a:cs typeface="Microsoft YaHei"/>
              </a:defRPr>
            </a:lvl9pPr>
          </a:lstStyle>
          <a:p xmlns:a="http://schemas.openxmlformats.org/drawingml/2006/main">
            <a:pPr algn="l">
              <a:defRPr sz="2025" b="1">
                <a:solidFill>
                  <a:srgbClr val="887798"/>
                </a:solidFill>
                <a:latin typeface="Microsoft YaHei"/>
                <a:ea typeface="Microsoft YaHei"/>
                <a:cs typeface="Microsoft YaHei"/>
              </a:defRPr>
            </a:pPr>
            <a:r>
              <a:rPr sz="2025" b="1">
                <a:solidFill>
                  <a:srgbClr val="887798"/>
                </a:solidFill>
                <a:latin typeface="Microsoft YaHei"/>
                <a:ea typeface="Microsoft YaHei"/>
                <a:cs typeface="Microsoft YaHei"/>
              </a:rPr>
              <a:t>5.1 PA（17.0）</a:t>
            </a:r>
          </a:p>
        </p:txBody>
      </p:sp>
      <p:sp>
        <p:nvSpPr>
          <p:cNvPr id="9" name="object-649">
            <a:extLst xmlns:a="http://schemas.openxmlformats.org/drawingml/2006/main">
              <a:ext uri="{FF2B5EF4-FFF2-40B4-BE49-F238E27FC236}">
                <a16:creationId xmlns:a16="http://schemas.microsoft.com/office/drawing/2014/main" id="{0B4C5E9A-8E9F-48D3-AF13-4C4432937FF6}"/>
              </a:ext>
            </a:extLst>
          </p:cNvPr>
          <p:cNvSpPr>
            <a:spLocks xmlns:a="http://schemas.openxmlformats.org/drawingml/2006/main" noGrp="1"/>
          </p:cNvSpPr>
          <p:nvPr/>
        </p:nvSpPr>
        <p:spPr>
          <a:xfrm xmlns:a="http://schemas.openxmlformats.org/drawingml/2006/main">
            <a:off x="3476625" y="3543300"/>
            <a:ext cx="8086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25" b="0">
                <a:solidFill>
                  <a:srgbClr val="12263B"/>
                </a:solidFill>
                <a:latin typeface="Microsoft YaHei"/>
                <a:ea typeface="Microsoft YaHei"/>
                <a:cs typeface="Microsoft YaHei"/>
              </a:defRPr>
            </a:defPPr>
            <a:lvl1pPr algn="l">
              <a:defRPr sz="1725" b="0">
                <a:solidFill>
                  <a:srgbClr val="12263B"/>
                </a:solidFill>
                <a:latin typeface="Microsoft YaHei"/>
                <a:ea typeface="Microsoft YaHei"/>
                <a:cs typeface="Microsoft YaHei"/>
              </a:defRPr>
            </a:lvl1pPr>
            <a:lvl2pPr algn="l">
              <a:defRPr sz="1725" b="0">
                <a:solidFill>
                  <a:srgbClr val="12263B"/>
                </a:solidFill>
                <a:latin typeface="Microsoft YaHei"/>
                <a:ea typeface="Microsoft YaHei"/>
                <a:cs typeface="Microsoft YaHei"/>
              </a:defRPr>
            </a:lvl2pPr>
            <a:lvl3pPr algn="l">
              <a:defRPr sz="1725" b="0">
                <a:solidFill>
                  <a:srgbClr val="12263B"/>
                </a:solidFill>
                <a:latin typeface="Microsoft YaHei"/>
                <a:ea typeface="Microsoft YaHei"/>
                <a:cs typeface="Microsoft YaHei"/>
              </a:defRPr>
            </a:lvl3pPr>
            <a:lvl4pPr algn="l">
              <a:defRPr sz="1725" b="0">
                <a:solidFill>
                  <a:srgbClr val="12263B"/>
                </a:solidFill>
                <a:latin typeface="Microsoft YaHei"/>
                <a:ea typeface="Microsoft YaHei"/>
                <a:cs typeface="Microsoft YaHei"/>
              </a:defRPr>
            </a:lvl4pPr>
            <a:lvl5pPr algn="l">
              <a:defRPr sz="1725" b="0">
                <a:solidFill>
                  <a:srgbClr val="12263B"/>
                </a:solidFill>
                <a:latin typeface="Microsoft YaHei"/>
                <a:ea typeface="Microsoft YaHei"/>
                <a:cs typeface="Microsoft YaHei"/>
              </a:defRPr>
            </a:lvl5pPr>
            <a:lvl6pPr algn="l">
              <a:defRPr sz="1725" b="0">
                <a:solidFill>
                  <a:srgbClr val="12263B"/>
                </a:solidFill>
                <a:latin typeface="Microsoft YaHei"/>
                <a:ea typeface="Microsoft YaHei"/>
                <a:cs typeface="Microsoft YaHei"/>
              </a:defRPr>
            </a:lvl6pPr>
            <a:lvl7pPr algn="l">
              <a:defRPr sz="1725" b="0">
                <a:solidFill>
                  <a:srgbClr val="12263B"/>
                </a:solidFill>
                <a:latin typeface="Microsoft YaHei"/>
                <a:ea typeface="Microsoft YaHei"/>
                <a:cs typeface="Microsoft YaHei"/>
              </a:defRPr>
            </a:lvl7pPr>
            <a:lvl8pPr algn="l">
              <a:defRPr sz="1725" b="0">
                <a:solidFill>
                  <a:srgbClr val="12263B"/>
                </a:solidFill>
                <a:latin typeface="Microsoft YaHei"/>
                <a:ea typeface="Microsoft YaHei"/>
                <a:cs typeface="Microsoft YaHei"/>
              </a:defRPr>
            </a:lvl8pPr>
            <a:lvl9pPr algn="l">
              <a:defRPr sz="1725" b="0">
                <a:solidFill>
                  <a:srgbClr val="12263B"/>
                </a:solidFill>
                <a:latin typeface="Microsoft YaHei"/>
                <a:ea typeface="Microsoft YaHei"/>
                <a:cs typeface="Microsoft YaHei"/>
              </a:defRPr>
            </a:lvl9pPr>
          </a:lstStyle>
          <a:p xmlns:a="http://schemas.openxmlformats.org/drawingml/2006/main">
            <a:pPr algn="l">
              <a:defRPr sz="1725" b="0">
                <a:solidFill>
                  <a:srgbClr val="12263B"/>
                </a:solidFill>
                <a:latin typeface="Microsoft YaHei"/>
                <a:ea typeface="Microsoft YaHei"/>
                <a:cs typeface="Microsoft YaHei"/>
              </a:defRPr>
            </a:pPr>
            <a:r>
              <a:rPr sz="1725" b="0">
                <a:solidFill>
                  <a:srgbClr val="12263B"/>
                </a:solidFill>
                <a:latin typeface="Microsoft YaHei"/>
                <a:ea typeface="Microsoft YaHei"/>
                <a:cs typeface="Microsoft YaHei"/>
              </a:rPr>
              <a:t>bc6e4fe58232dbad60ae6ee5d83cf46d0fe9b3ca</a:t>
            </a:r>
          </a:p>
        </p:txBody>
      </p:sp>
      <p:sp>
        <p:nvSpPr>
          <p:cNvPr id="10" name="line-650">
            <a:extLst xmlns:a="http://schemas.openxmlformats.org/drawingml/2006/main">
              <a:ext uri="{FF2B5EF4-FFF2-40B4-BE49-F238E27FC236}">
                <a16:creationId xmlns:a16="http://schemas.microsoft.com/office/drawing/2014/main" id="{D6367B47-D95B-47B2-8203-46AB655B0BCB}"/>
              </a:ext>
            </a:extLst>
          </p:cNvPr>
          <p:cNvSpPr>
            <a:spLocks xmlns:a="http://schemas.openxmlformats.org/drawingml/2006/main" noGrp="1"/>
          </p:cNvSpPr>
          <p:nvPr/>
        </p:nvSpPr>
        <p:spPr>
          <a:xfrm xmlns:a="http://schemas.openxmlformats.org/drawingml/2006/main">
            <a:off x="609600" y="4257675"/>
            <a:ext cx="10953750" cy="9525"/>
          </a:xfrm>
          <a:custGeom xmlns:a="http://schemas.openxmlformats.org/drawingml/2006/main">
            <a:pathLst>
              <a:path w="10953750" h="9525">
                <a:moveTo>
                  <a:pt x="0" y="0"/>
                </a:moveTo>
                <a:lnTo>
                  <a:pt x="10953750" y="0"/>
                </a:lnTo>
              </a:path>
            </a:pathLst>
          </a:custGeom>
          <a:noFill xmlns:a="http://schemas.openxmlformats.org/drawingml/2006/main"/>
          <a:ln xmlns:a="http://schemas.openxmlformats.org/drawingml/2006/main" w="19050">
            <a:solidFill>
              <a:srgbClr val="DCE5EE"/>
            </a:solidFill>
            <a:prstDash val="solid"/>
          </a:ln>
        </p:spPr>
      </p:sp>
      <p:sp>
        <p:nvSpPr>
          <p:cNvPr id="11" name="object-651">
            <a:extLst xmlns:a="http://schemas.openxmlformats.org/drawingml/2006/main">
              <a:ext uri="{FF2B5EF4-FFF2-40B4-BE49-F238E27FC236}">
                <a16:creationId xmlns:a16="http://schemas.microsoft.com/office/drawing/2014/main" id="{60848E5F-EFF4-4036-AB3A-F4EFC84937EB}"/>
              </a:ext>
            </a:extLst>
          </p:cNvPr>
          <p:cNvSpPr>
            <a:spLocks xmlns:a="http://schemas.openxmlformats.org/drawingml/2006/main" noGrp="1"/>
          </p:cNvSpPr>
          <p:nvPr/>
        </p:nvSpPr>
        <p:spPr>
          <a:xfrm xmlns:a="http://schemas.openxmlformats.org/drawingml/2006/main">
            <a:off x="609600" y="457200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3379EB"/>
                </a:solidFill>
                <a:latin typeface="Microsoft YaHei"/>
                <a:ea typeface="Microsoft YaHei"/>
                <a:cs typeface="Microsoft YaHei"/>
              </a:defRPr>
            </a:defPPr>
            <a:lvl1pPr algn="l">
              <a:defRPr sz="2175" b="1">
                <a:solidFill>
                  <a:srgbClr val="3379EB"/>
                </a:solidFill>
                <a:latin typeface="Microsoft YaHei"/>
                <a:ea typeface="Microsoft YaHei"/>
                <a:cs typeface="Microsoft YaHei"/>
              </a:defRPr>
            </a:lvl1pPr>
            <a:lvl2pPr algn="l">
              <a:defRPr sz="2175" b="1">
                <a:solidFill>
                  <a:srgbClr val="3379EB"/>
                </a:solidFill>
                <a:latin typeface="Microsoft YaHei"/>
                <a:ea typeface="Microsoft YaHei"/>
                <a:cs typeface="Microsoft YaHei"/>
              </a:defRPr>
            </a:lvl2pPr>
            <a:lvl3pPr algn="l">
              <a:defRPr sz="2175" b="1">
                <a:solidFill>
                  <a:srgbClr val="3379EB"/>
                </a:solidFill>
                <a:latin typeface="Microsoft YaHei"/>
                <a:ea typeface="Microsoft YaHei"/>
                <a:cs typeface="Microsoft YaHei"/>
              </a:defRPr>
            </a:lvl3pPr>
            <a:lvl4pPr algn="l">
              <a:defRPr sz="2175" b="1">
                <a:solidFill>
                  <a:srgbClr val="3379EB"/>
                </a:solidFill>
                <a:latin typeface="Microsoft YaHei"/>
                <a:ea typeface="Microsoft YaHei"/>
                <a:cs typeface="Microsoft YaHei"/>
              </a:defRPr>
            </a:lvl4pPr>
            <a:lvl5pPr algn="l">
              <a:defRPr sz="2175" b="1">
                <a:solidFill>
                  <a:srgbClr val="3379EB"/>
                </a:solidFill>
                <a:latin typeface="Microsoft YaHei"/>
                <a:ea typeface="Microsoft YaHei"/>
                <a:cs typeface="Microsoft YaHei"/>
              </a:defRPr>
            </a:lvl5pPr>
            <a:lvl6pPr algn="l">
              <a:defRPr sz="2175" b="1">
                <a:solidFill>
                  <a:srgbClr val="3379EB"/>
                </a:solidFill>
                <a:latin typeface="Microsoft YaHei"/>
                <a:ea typeface="Microsoft YaHei"/>
                <a:cs typeface="Microsoft YaHei"/>
              </a:defRPr>
            </a:lvl6pPr>
            <a:lvl7pPr algn="l">
              <a:defRPr sz="2175" b="1">
                <a:solidFill>
                  <a:srgbClr val="3379EB"/>
                </a:solidFill>
                <a:latin typeface="Microsoft YaHei"/>
                <a:ea typeface="Microsoft YaHei"/>
                <a:cs typeface="Microsoft YaHei"/>
              </a:defRPr>
            </a:lvl7pPr>
            <a:lvl8pPr algn="l">
              <a:defRPr sz="2175" b="1">
                <a:solidFill>
                  <a:srgbClr val="3379EB"/>
                </a:solidFill>
                <a:latin typeface="Microsoft YaHei"/>
                <a:ea typeface="Microsoft YaHei"/>
                <a:cs typeface="Microsoft YaHei"/>
              </a:defRPr>
            </a:lvl8pPr>
            <a:lvl9pPr algn="l">
              <a:defRPr sz="2175" b="1">
                <a:solidFill>
                  <a:srgbClr val="3379EB"/>
                </a:solidFill>
                <a:latin typeface="Microsoft YaHei"/>
                <a:ea typeface="Microsoft YaHei"/>
                <a:cs typeface="Microsoft YaHei"/>
              </a:defRPr>
            </a:lvl9pPr>
          </a:lstStyle>
          <a:p xmlns:a="http://schemas.openxmlformats.org/drawingml/2006/main">
            <a:pPr algn="l">
              <a:defRPr sz="2175" b="1">
                <a:solidFill>
                  <a:srgbClr val="3379EB"/>
                </a:solidFill>
                <a:latin typeface="Microsoft YaHei"/>
                <a:ea typeface="Microsoft YaHei"/>
                <a:cs typeface="Microsoft YaHei"/>
              </a:defRPr>
            </a:pPr>
            <a:r>
              <a:rPr sz="2175" b="1">
                <a:solidFill>
                  <a:srgbClr val="3379EB"/>
                </a:solidFill>
                <a:latin typeface="Microsoft YaHei"/>
                <a:ea typeface="Microsoft YaHei"/>
                <a:cs typeface="Microsoft YaHei"/>
              </a:rPr>
              <a:t>响应：事件到声音，明确起止点与时钟</a:t>
            </a:r>
          </a:p>
        </p:txBody>
      </p:sp>
      <p:sp>
        <p:nvSpPr>
          <p:cNvPr id="12" name="object-652">
            <a:extLst xmlns:a="http://schemas.openxmlformats.org/drawingml/2006/main">
              <a:ext uri="{FF2B5EF4-FFF2-40B4-BE49-F238E27FC236}">
                <a16:creationId xmlns:a16="http://schemas.microsoft.com/office/drawing/2014/main" id="{769528B9-DFCA-49C9-ACEA-34B67295E32A}"/>
              </a:ext>
            </a:extLst>
          </p:cNvPr>
          <p:cNvSpPr>
            <a:spLocks xmlns:a="http://schemas.openxmlformats.org/drawingml/2006/main" noGrp="1"/>
          </p:cNvSpPr>
          <p:nvPr/>
        </p:nvSpPr>
        <p:spPr>
          <a:xfrm xmlns:a="http://schemas.openxmlformats.org/drawingml/2006/main">
            <a:off x="609600" y="51149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119A92"/>
                </a:solidFill>
                <a:latin typeface="Microsoft YaHei"/>
                <a:ea typeface="Microsoft YaHei"/>
                <a:cs typeface="Microsoft YaHei"/>
              </a:defRPr>
            </a:defPPr>
            <a:lvl1pPr algn="l">
              <a:defRPr sz="2175" b="1">
                <a:solidFill>
                  <a:srgbClr val="119A92"/>
                </a:solidFill>
                <a:latin typeface="Microsoft YaHei"/>
                <a:ea typeface="Microsoft YaHei"/>
                <a:cs typeface="Microsoft YaHei"/>
              </a:defRPr>
            </a:lvl1pPr>
            <a:lvl2pPr algn="l">
              <a:defRPr sz="2175" b="1">
                <a:solidFill>
                  <a:srgbClr val="119A92"/>
                </a:solidFill>
                <a:latin typeface="Microsoft YaHei"/>
                <a:ea typeface="Microsoft YaHei"/>
                <a:cs typeface="Microsoft YaHei"/>
              </a:defRPr>
            </a:lvl2pPr>
            <a:lvl3pPr algn="l">
              <a:defRPr sz="2175" b="1">
                <a:solidFill>
                  <a:srgbClr val="119A92"/>
                </a:solidFill>
                <a:latin typeface="Microsoft YaHei"/>
                <a:ea typeface="Microsoft YaHei"/>
                <a:cs typeface="Microsoft YaHei"/>
              </a:defRPr>
            </a:lvl3pPr>
            <a:lvl4pPr algn="l">
              <a:defRPr sz="2175" b="1">
                <a:solidFill>
                  <a:srgbClr val="119A92"/>
                </a:solidFill>
                <a:latin typeface="Microsoft YaHei"/>
                <a:ea typeface="Microsoft YaHei"/>
                <a:cs typeface="Microsoft YaHei"/>
              </a:defRPr>
            </a:lvl4pPr>
            <a:lvl5pPr algn="l">
              <a:defRPr sz="2175" b="1">
                <a:solidFill>
                  <a:srgbClr val="119A92"/>
                </a:solidFill>
                <a:latin typeface="Microsoft YaHei"/>
                <a:ea typeface="Microsoft YaHei"/>
                <a:cs typeface="Microsoft YaHei"/>
              </a:defRPr>
            </a:lvl5pPr>
            <a:lvl6pPr algn="l">
              <a:defRPr sz="2175" b="1">
                <a:solidFill>
                  <a:srgbClr val="119A92"/>
                </a:solidFill>
                <a:latin typeface="Microsoft YaHei"/>
                <a:ea typeface="Microsoft YaHei"/>
                <a:cs typeface="Microsoft YaHei"/>
              </a:defRPr>
            </a:lvl6pPr>
            <a:lvl7pPr algn="l">
              <a:defRPr sz="2175" b="1">
                <a:solidFill>
                  <a:srgbClr val="119A92"/>
                </a:solidFill>
                <a:latin typeface="Microsoft YaHei"/>
                <a:ea typeface="Microsoft YaHei"/>
                <a:cs typeface="Microsoft YaHei"/>
              </a:defRPr>
            </a:lvl7pPr>
            <a:lvl8pPr algn="l">
              <a:defRPr sz="2175" b="1">
                <a:solidFill>
                  <a:srgbClr val="119A92"/>
                </a:solidFill>
                <a:latin typeface="Microsoft YaHei"/>
                <a:ea typeface="Microsoft YaHei"/>
                <a:cs typeface="Microsoft YaHei"/>
              </a:defRPr>
            </a:lvl8pPr>
            <a:lvl9pPr algn="l">
              <a:defRPr sz="2175" b="1">
                <a:solidFill>
                  <a:srgbClr val="119A92"/>
                </a:solidFill>
                <a:latin typeface="Microsoft YaHei"/>
                <a:ea typeface="Microsoft YaHei"/>
                <a:cs typeface="Microsoft YaHei"/>
              </a:defRPr>
            </a:lvl9pPr>
          </a:lstStyle>
          <a:p xmlns:a="http://schemas.openxmlformats.org/drawingml/2006/main">
            <a:pPr algn="l">
              <a:defRPr sz="2175" b="1">
                <a:solidFill>
                  <a:srgbClr val="119A92"/>
                </a:solidFill>
                <a:latin typeface="Microsoft YaHei"/>
                <a:ea typeface="Microsoft YaHei"/>
                <a:cs typeface="Microsoft YaHei"/>
              </a:defRPr>
            </a:pPr>
            <a:r>
              <a:rPr sz="2175" b="1">
                <a:solidFill>
                  <a:srgbClr val="119A92"/>
                </a:solidFill>
                <a:latin typeface="Microsoft YaHei"/>
                <a:ea typeface="Microsoft YaHei"/>
                <a:cs typeface="Microsoft YaHei"/>
              </a:rPr>
              <a:t>稳定：同负载、同扰动下观察欠载和断音</a:t>
            </a:r>
          </a:p>
        </p:txBody>
      </p:sp>
      <p:sp>
        <p:nvSpPr>
          <p:cNvPr id="13" name="object-653">
            <a:extLst xmlns:a="http://schemas.openxmlformats.org/drawingml/2006/main">
              <a:ext uri="{FF2B5EF4-FFF2-40B4-BE49-F238E27FC236}">
                <a16:creationId xmlns:a16="http://schemas.microsoft.com/office/drawing/2014/main" id="{B98FAAB3-7317-437E-9424-D965E554F116}"/>
              </a:ext>
            </a:extLst>
          </p:cNvPr>
          <p:cNvSpPr>
            <a:spLocks xmlns:a="http://schemas.openxmlformats.org/drawingml/2006/main" noGrp="1"/>
          </p:cNvSpPr>
          <p:nvPr/>
        </p:nvSpPr>
        <p:spPr>
          <a:xfrm xmlns:a="http://schemas.openxmlformats.org/drawingml/2006/main">
            <a:off x="609600" y="56578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2175" b="1">
                <a:solidFill>
                  <a:srgbClr val="12263B"/>
                </a:solidFill>
                <a:latin typeface="Microsoft YaHei"/>
                <a:ea typeface="Microsoft YaHei"/>
                <a:cs typeface="Microsoft YaHei"/>
              </a:defRPr>
            </a:defPPr>
            <a:lvl1pPr algn="l">
              <a:defRPr sz="2175" b="1">
                <a:solidFill>
                  <a:srgbClr val="12263B"/>
                </a:solidFill>
                <a:latin typeface="Microsoft YaHei"/>
                <a:ea typeface="Microsoft YaHei"/>
                <a:cs typeface="Microsoft YaHei"/>
              </a:defRPr>
            </a:lvl1pPr>
            <a:lvl2pPr algn="l">
              <a:defRPr sz="2175" b="1">
                <a:solidFill>
                  <a:srgbClr val="12263B"/>
                </a:solidFill>
                <a:latin typeface="Microsoft YaHei"/>
                <a:ea typeface="Microsoft YaHei"/>
                <a:cs typeface="Microsoft YaHei"/>
              </a:defRPr>
            </a:lvl2pPr>
            <a:lvl3pPr algn="l">
              <a:defRPr sz="2175" b="1">
                <a:solidFill>
                  <a:srgbClr val="12263B"/>
                </a:solidFill>
                <a:latin typeface="Microsoft YaHei"/>
                <a:ea typeface="Microsoft YaHei"/>
                <a:cs typeface="Microsoft YaHei"/>
              </a:defRPr>
            </a:lvl3pPr>
            <a:lvl4pPr algn="l">
              <a:defRPr sz="2175" b="1">
                <a:solidFill>
                  <a:srgbClr val="12263B"/>
                </a:solidFill>
                <a:latin typeface="Microsoft YaHei"/>
                <a:ea typeface="Microsoft YaHei"/>
                <a:cs typeface="Microsoft YaHei"/>
              </a:defRPr>
            </a:lvl4pPr>
            <a:lvl5pPr algn="l">
              <a:defRPr sz="2175" b="1">
                <a:solidFill>
                  <a:srgbClr val="12263B"/>
                </a:solidFill>
                <a:latin typeface="Microsoft YaHei"/>
                <a:ea typeface="Microsoft YaHei"/>
                <a:cs typeface="Microsoft YaHei"/>
              </a:defRPr>
            </a:lvl5pPr>
            <a:lvl6pPr algn="l">
              <a:defRPr sz="2175" b="1">
                <a:solidFill>
                  <a:srgbClr val="12263B"/>
                </a:solidFill>
                <a:latin typeface="Microsoft YaHei"/>
                <a:ea typeface="Microsoft YaHei"/>
                <a:cs typeface="Microsoft YaHei"/>
              </a:defRPr>
            </a:lvl6pPr>
            <a:lvl7pPr algn="l">
              <a:defRPr sz="2175" b="1">
                <a:solidFill>
                  <a:srgbClr val="12263B"/>
                </a:solidFill>
                <a:latin typeface="Microsoft YaHei"/>
                <a:ea typeface="Microsoft YaHei"/>
                <a:cs typeface="Microsoft YaHei"/>
              </a:defRPr>
            </a:lvl7pPr>
            <a:lvl8pPr algn="l">
              <a:defRPr sz="2175" b="1">
                <a:solidFill>
                  <a:srgbClr val="12263B"/>
                </a:solidFill>
                <a:latin typeface="Microsoft YaHei"/>
                <a:ea typeface="Microsoft YaHei"/>
                <a:cs typeface="Microsoft YaHei"/>
              </a:defRPr>
            </a:lvl8pPr>
            <a:lvl9pPr algn="l">
              <a:defRPr sz="2175" b="1">
                <a:solidFill>
                  <a:srgbClr val="12263B"/>
                </a:solidFill>
                <a:latin typeface="Microsoft YaHei"/>
                <a:ea typeface="Microsoft YaHei"/>
                <a:cs typeface="Microsoft YaHei"/>
              </a:defRPr>
            </a:lvl9pPr>
          </a:lstStyle>
          <a:p xmlns:a="http://schemas.openxmlformats.org/drawingml/2006/main">
            <a:pPr algn="l">
              <a:defRPr sz="2175" b="1">
                <a:solidFill>
                  <a:srgbClr val="12263B"/>
                </a:solidFill>
                <a:latin typeface="Microsoft YaHei"/>
                <a:ea typeface="Microsoft YaHei"/>
                <a:cs typeface="Microsoft YaHei"/>
              </a:defRPr>
            </a:pPr>
            <a:r>
              <a:rPr sz="2175" b="1">
                <a:solidFill>
                  <a:srgbClr val="12263B"/>
                </a:solidFill>
                <a:latin typeface="Microsoft YaHei"/>
                <a:ea typeface="Microsoft YaHei"/>
                <a:cs typeface="Microsoft YaHei"/>
              </a:rPr>
              <a:t>资源：CPU与能量，记录范围、窗口和环境</a:t>
            </a:r>
          </a:p>
        </p:txBody>
      </p:sp>
      <p:sp>
        <p:nvSpPr>
          <p:cNvPr id="14" name="object-654">
            <a:extLst xmlns:a="http://schemas.openxmlformats.org/drawingml/2006/main">
              <a:ext uri="{FF2B5EF4-FFF2-40B4-BE49-F238E27FC236}">
                <a16:creationId xmlns:a16="http://schemas.microsoft.com/office/drawing/2014/main" id="{448C1035-3E69-4E16-9F66-412D85493B1B}"/>
              </a:ext>
            </a:extLst>
          </p:cNvPr>
          <p:cNvSpPr>
            <a:spLocks xmlns:a="http://schemas.openxmlformats.org/drawingml/2006/main" noGrp="1"/>
          </p:cNvSpPr>
          <p:nvPr/>
        </p:nvSpPr>
        <p:spPr>
          <a:xfrm xmlns:a="http://schemas.openxmlformats.org/drawingml/2006/main">
            <a:off x="609600" y="6334125"/>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275" b="0">
                <a:solidFill>
                  <a:srgbClr val="62768A"/>
                </a:solidFill>
                <a:latin typeface="Microsoft YaHei"/>
                <a:ea typeface="Microsoft YaHei"/>
                <a:cs typeface="Microsoft YaHei"/>
              </a:defRPr>
            </a:defPPr>
            <a:lvl1pPr algn="l">
              <a:defRPr sz="1275" b="0">
                <a:solidFill>
                  <a:srgbClr val="62768A"/>
                </a:solidFill>
                <a:latin typeface="Microsoft YaHei"/>
                <a:ea typeface="Microsoft YaHei"/>
                <a:cs typeface="Microsoft YaHei"/>
              </a:defRPr>
            </a:lvl1pPr>
            <a:lvl2pPr algn="l">
              <a:defRPr sz="1275" b="0">
                <a:solidFill>
                  <a:srgbClr val="62768A"/>
                </a:solidFill>
                <a:latin typeface="Microsoft YaHei"/>
                <a:ea typeface="Microsoft YaHei"/>
                <a:cs typeface="Microsoft YaHei"/>
              </a:defRPr>
            </a:lvl2pPr>
            <a:lvl3pPr algn="l">
              <a:defRPr sz="1275" b="0">
                <a:solidFill>
                  <a:srgbClr val="62768A"/>
                </a:solidFill>
                <a:latin typeface="Microsoft YaHei"/>
                <a:ea typeface="Microsoft YaHei"/>
                <a:cs typeface="Microsoft YaHei"/>
              </a:defRPr>
            </a:lvl3pPr>
            <a:lvl4pPr algn="l">
              <a:defRPr sz="1275" b="0">
                <a:solidFill>
                  <a:srgbClr val="62768A"/>
                </a:solidFill>
                <a:latin typeface="Microsoft YaHei"/>
                <a:ea typeface="Microsoft YaHei"/>
                <a:cs typeface="Microsoft YaHei"/>
              </a:defRPr>
            </a:lvl4pPr>
            <a:lvl5pPr algn="l">
              <a:defRPr sz="1275" b="0">
                <a:solidFill>
                  <a:srgbClr val="62768A"/>
                </a:solidFill>
                <a:latin typeface="Microsoft YaHei"/>
                <a:ea typeface="Microsoft YaHei"/>
                <a:cs typeface="Microsoft YaHei"/>
              </a:defRPr>
            </a:lvl5pPr>
            <a:lvl6pPr algn="l">
              <a:defRPr sz="1275" b="0">
                <a:solidFill>
                  <a:srgbClr val="62768A"/>
                </a:solidFill>
                <a:latin typeface="Microsoft YaHei"/>
                <a:ea typeface="Microsoft YaHei"/>
                <a:cs typeface="Microsoft YaHei"/>
              </a:defRPr>
            </a:lvl6pPr>
            <a:lvl7pPr algn="l">
              <a:defRPr sz="1275" b="0">
                <a:solidFill>
                  <a:srgbClr val="62768A"/>
                </a:solidFill>
                <a:latin typeface="Microsoft YaHei"/>
                <a:ea typeface="Microsoft YaHei"/>
                <a:cs typeface="Microsoft YaHei"/>
              </a:defRPr>
            </a:lvl7pPr>
            <a:lvl8pPr algn="l">
              <a:defRPr sz="1275" b="0">
                <a:solidFill>
                  <a:srgbClr val="62768A"/>
                </a:solidFill>
                <a:latin typeface="Microsoft YaHei"/>
                <a:ea typeface="Microsoft YaHei"/>
                <a:cs typeface="Microsoft YaHei"/>
              </a:defRPr>
            </a:lvl8pPr>
            <a:lvl9pPr algn="l">
              <a:defRPr sz="1275" b="0">
                <a:solidFill>
                  <a:srgbClr val="62768A"/>
                </a:solidFill>
                <a:latin typeface="Microsoft YaHei"/>
                <a:ea typeface="Microsoft YaHei"/>
                <a:cs typeface="Microsoft YaHei"/>
              </a:defRPr>
            </a:lvl9pPr>
          </a:lstStyle>
          <a:p xmlns:a="http://schemas.openxmlformats.org/drawingml/2006/main">
            <a:pPr algn="l">
              <a:defRPr sz="1275" b="0">
                <a:solidFill>
                  <a:srgbClr val="62768A"/>
                </a:solidFill>
                <a:latin typeface="Microsoft YaHei"/>
                <a:ea typeface="Microsoft YaHei"/>
                <a:cs typeface="Microsoft YaHei"/>
              </a:defRPr>
            </a:pPr>
            <a:r>
              <a:rPr sz="1275" b="0">
                <a:solidFill>
                  <a:srgbClr val="62768A"/>
                </a:solidFill>
                <a:latin typeface="Microsoft YaHei"/>
                <a:ea typeface="Microsoft YaHei"/>
                <a:cs typeface="Microsoft YaHei"/>
              </a:rPr>
              <a:t>源码事实、团队定性结果、合成演示与验证设计分别标明；未做板端或声学性能测试</a:t>
            </a:r>
          </a:p>
        </p:txBody>
      </p:sp>
      <p:sp>
        <p:nvSpPr>
          <p:cNvPr id="15" name="object-655">
            <a:extLst xmlns:a="http://schemas.openxmlformats.org/drawingml/2006/main">
              <a:ext uri="{FF2B5EF4-FFF2-40B4-BE49-F238E27FC236}">
                <a16:creationId xmlns:a16="http://schemas.microsoft.com/office/drawing/2014/main" id="{9C44F92D-0091-40C0-BA1F-D14CC08831AD}"/>
              </a:ext>
            </a:extLst>
          </p:cNvPr>
          <p:cNvSpPr>
            <a:spLocks xmlns:a="http://schemas.openxmlformats.org/drawingml/2006/main" noGrp="1"/>
          </p:cNvSpPr>
          <p:nvPr/>
        </p:nvSpPr>
        <p:spPr>
          <a:xfrm xmlns:a="http://schemas.openxmlformats.org/drawingml/2006/main">
            <a:off x="11020425" y="6334125"/>
            <a:ext cx="542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r">
              <a:defRPr sz="1425" b="0">
                <a:solidFill>
                  <a:srgbClr val="62768A"/>
                </a:solidFill>
                <a:latin typeface="Microsoft YaHei"/>
                <a:ea typeface="Microsoft YaHei"/>
                <a:cs typeface="Microsoft YaHei"/>
              </a:defRPr>
            </a:defPPr>
            <a:lvl1pPr algn="r">
              <a:defRPr sz="1425" b="0">
                <a:solidFill>
                  <a:srgbClr val="62768A"/>
                </a:solidFill>
                <a:latin typeface="Microsoft YaHei"/>
                <a:ea typeface="Microsoft YaHei"/>
                <a:cs typeface="Microsoft YaHei"/>
              </a:defRPr>
            </a:lvl1pPr>
            <a:lvl2pPr algn="r">
              <a:defRPr sz="1425" b="0">
                <a:solidFill>
                  <a:srgbClr val="62768A"/>
                </a:solidFill>
                <a:latin typeface="Microsoft YaHei"/>
                <a:ea typeface="Microsoft YaHei"/>
                <a:cs typeface="Microsoft YaHei"/>
              </a:defRPr>
            </a:lvl2pPr>
            <a:lvl3pPr algn="r">
              <a:defRPr sz="1425" b="0">
                <a:solidFill>
                  <a:srgbClr val="62768A"/>
                </a:solidFill>
                <a:latin typeface="Microsoft YaHei"/>
                <a:ea typeface="Microsoft YaHei"/>
                <a:cs typeface="Microsoft YaHei"/>
              </a:defRPr>
            </a:lvl3pPr>
            <a:lvl4pPr algn="r">
              <a:defRPr sz="1425" b="0">
                <a:solidFill>
                  <a:srgbClr val="62768A"/>
                </a:solidFill>
                <a:latin typeface="Microsoft YaHei"/>
                <a:ea typeface="Microsoft YaHei"/>
                <a:cs typeface="Microsoft YaHei"/>
              </a:defRPr>
            </a:lvl4pPr>
            <a:lvl5pPr algn="r">
              <a:defRPr sz="1425" b="0">
                <a:solidFill>
                  <a:srgbClr val="62768A"/>
                </a:solidFill>
                <a:latin typeface="Microsoft YaHei"/>
                <a:ea typeface="Microsoft YaHei"/>
                <a:cs typeface="Microsoft YaHei"/>
              </a:defRPr>
            </a:lvl5pPr>
            <a:lvl6pPr algn="r">
              <a:defRPr sz="1425" b="0">
                <a:solidFill>
                  <a:srgbClr val="62768A"/>
                </a:solidFill>
                <a:latin typeface="Microsoft YaHei"/>
                <a:ea typeface="Microsoft YaHei"/>
                <a:cs typeface="Microsoft YaHei"/>
              </a:defRPr>
            </a:lvl6pPr>
            <a:lvl7pPr algn="r">
              <a:defRPr sz="1425" b="0">
                <a:solidFill>
                  <a:srgbClr val="62768A"/>
                </a:solidFill>
                <a:latin typeface="Microsoft YaHei"/>
                <a:ea typeface="Microsoft YaHei"/>
                <a:cs typeface="Microsoft YaHei"/>
              </a:defRPr>
            </a:lvl7pPr>
            <a:lvl8pPr algn="r">
              <a:defRPr sz="1425" b="0">
                <a:solidFill>
                  <a:srgbClr val="62768A"/>
                </a:solidFill>
                <a:latin typeface="Microsoft YaHei"/>
                <a:ea typeface="Microsoft YaHei"/>
                <a:cs typeface="Microsoft YaHei"/>
              </a:defRPr>
            </a:lvl8pPr>
            <a:lvl9pPr algn="r">
              <a:defRPr sz="1425" b="0">
                <a:solidFill>
                  <a:srgbClr val="62768A"/>
                </a:solidFill>
                <a:latin typeface="Microsoft YaHei"/>
                <a:ea typeface="Microsoft YaHei"/>
                <a:cs typeface="Microsoft YaHei"/>
              </a:defRPr>
            </a:lvl9pPr>
          </a:lstStyle>
          <a:p xmlns:a="http://schemas.openxmlformats.org/drawingml/2006/main">
            <a:pPr algn="r">
              <a:defRPr sz="1425" b="0">
                <a:solidFill>
                  <a:srgbClr val="62768A"/>
                </a:solidFill>
                <a:latin typeface="Microsoft YaHei"/>
                <a:ea typeface="Microsoft YaHei"/>
                <a:cs typeface="Microsoft YaHei"/>
              </a:defRPr>
            </a:pPr>
            <a:r>
              <a:rPr sz="1425" b="0">
                <a:solidFill>
                  <a:srgbClr val="62768A"/>
                </a:solidFill>
                <a:latin typeface="Microsoft YaHei"/>
                <a:ea typeface="Microsoft YaHei"/>
                <a:cs typeface="Microsoft YaHei"/>
              </a:rPr>
              <a:t>A6</a:t>
            </a:r>
          </a:p>
        </p:txBody>
      </p:sp>
    </p:spTree>
    <p:extLst>
      <p:ext uri="{BB962C8B-B14F-4D97-AF65-F5344CB8AC3E}">
        <p14:creationId xmlns:p14="http://schemas.microsoft.com/office/powerpoint/2010/main" val="9939580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2026-10-18T13:14:46.8950000Z</dcterms:created>
  <dcterms:modified xsi:type="dcterms:W3CDTF">2026-10-18T13:14:46.8950000Z</dcterms:modified>
</coreProperties>
</file>