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74647d20564fcd" /><Relationship Type="http://schemas.openxmlformats.org/officeDocument/2006/relationships/extended-properties" Target="/docProps/app.xml" Id="R6b47cdf326474c7e" /><Relationship Type="http://schemas.openxmlformats.org/officeDocument/2006/relationships/officeDocument" Target="/ppt/presentation.xml" Id="R948c21c980d345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d3a2706b674702"/>
  </p:sldMasterIdLst>
  <p:notesMasterIdLst>
    <p:notesMasterId xmlns:r="http://schemas.openxmlformats.org/officeDocument/2006/relationships" r:id="Rd6476dbae2c14568"/>
  </p:notesMasterIdLst>
  <p:sldIdLst>
    <p:sldId xmlns:r="http://schemas.openxmlformats.org/officeDocument/2006/relationships" id="256" r:id="R8d374ad7c99549b8"/>
    <p:sldId xmlns:r="http://schemas.openxmlformats.org/officeDocument/2006/relationships" id="257" r:id="Re10288b7a8f74c9c"/>
    <p:sldId xmlns:r="http://schemas.openxmlformats.org/officeDocument/2006/relationships" id="258" r:id="R82b48c8725c64e74"/>
    <p:sldId xmlns:r="http://schemas.openxmlformats.org/officeDocument/2006/relationships" id="259" r:id="R7da5b1304fe04307"/>
    <p:sldId xmlns:r="http://schemas.openxmlformats.org/officeDocument/2006/relationships" id="260" r:id="R633e03cf0ca641dc"/>
    <p:sldId xmlns:r="http://schemas.openxmlformats.org/officeDocument/2006/relationships" id="261" r:id="Re31d89a36f2544d1"/>
    <p:sldId xmlns:r="http://schemas.openxmlformats.org/officeDocument/2006/relationships" id="262" r:id="Re0e45374838343e5"/>
    <p:sldId xmlns:r="http://schemas.openxmlformats.org/officeDocument/2006/relationships" id="263" r:id="Rfadbc5a1bf104022"/>
    <p:sldId xmlns:r="http://schemas.openxmlformats.org/officeDocument/2006/relationships" id="264" r:id="R9485a4b0e0e3406d"/>
    <p:sldId xmlns:r="http://schemas.openxmlformats.org/officeDocument/2006/relationships" id="265" r:id="Ra043f64f980b4760"/>
    <p:sldId xmlns:r="http://schemas.openxmlformats.org/officeDocument/2006/relationships" id="266" r:id="Rb671300db0b640e7"/>
    <p:sldId xmlns:r="http://schemas.openxmlformats.org/officeDocument/2006/relationships" id="267" r:id="R35a0390205054a46"/>
    <p:sldId xmlns:r="http://schemas.openxmlformats.org/officeDocument/2006/relationships" id="268" r:id="R962d9d82c0cd4072"/>
    <p:sldId xmlns:r="http://schemas.openxmlformats.org/officeDocument/2006/relationships" id="269" r:id="R82777b71db514e02"/>
    <p:sldId xmlns:r="http://schemas.openxmlformats.org/officeDocument/2006/relationships" id="270" r:id="R1a1705345bda4f8e"/>
    <p:sldId xmlns:r="http://schemas.openxmlformats.org/officeDocument/2006/relationships" id="271" r:id="R931f1061a61e4329"/>
    <p:sldId xmlns:r="http://schemas.openxmlformats.org/officeDocument/2006/relationships" id="272" r:id="R9fd33c0c2a304180"/>
    <p:sldId xmlns:r="http://schemas.openxmlformats.org/officeDocument/2006/relationships" id="273" r:id="R87a3c34b394d4332"/>
    <p:sldId xmlns:r="http://schemas.openxmlformats.org/officeDocument/2006/relationships" id="274" r:id="Rf593ce06d70e48fd"/>
    <p:sldId xmlns:r="http://schemas.openxmlformats.org/officeDocument/2006/relationships" id="275" r:id="R673238524b3242bc"/>
    <p:sldId xmlns:r="http://schemas.openxmlformats.org/officeDocument/2006/relationships" id="276" r:id="R7cd9da80e09944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4cb9f2864a4c56" /><Relationship Type="http://schemas.openxmlformats.org/officeDocument/2006/relationships/slideMaster" Target="/ppt/slideMasters/slideMaster1.xml" Id="R76d3a2706b674702" /><Relationship Type="http://schemas.openxmlformats.org/officeDocument/2006/relationships/notesMaster" Target="/ppt/notesMasters/notesMaster1.xml" Id="Rd6476dbae2c14568" /><Relationship Type="http://schemas.openxmlformats.org/officeDocument/2006/relationships/presProps" Target="/ppt/presProps.xml" Id="R7a2e5325b0f34805" /><Relationship Type="http://schemas.openxmlformats.org/officeDocument/2006/relationships/tableStyles" Target="/ppt/tableStyles.xml" Id="Rdd2aa96d3209429e" /><Relationship Type="http://schemas.openxmlformats.org/officeDocument/2006/relationships/slide" Target="/ppt/slides/slide1.xml" Id="R8d374ad7c99549b8" /><Relationship Type="http://schemas.openxmlformats.org/officeDocument/2006/relationships/slide" Target="/ppt/slides/slide2.xml" Id="Re10288b7a8f74c9c" /><Relationship Type="http://schemas.openxmlformats.org/officeDocument/2006/relationships/slide" Target="/ppt/slides/slide3.xml" Id="R82b48c8725c64e74" /><Relationship Type="http://schemas.openxmlformats.org/officeDocument/2006/relationships/slide" Target="/ppt/slides/slide4.xml" Id="R7da5b1304fe04307" /><Relationship Type="http://schemas.openxmlformats.org/officeDocument/2006/relationships/slide" Target="/ppt/slides/slide5.xml" Id="R633e03cf0ca641dc" /><Relationship Type="http://schemas.openxmlformats.org/officeDocument/2006/relationships/slide" Target="/ppt/slides/slide6.xml" Id="Re31d89a36f2544d1" /><Relationship Type="http://schemas.openxmlformats.org/officeDocument/2006/relationships/slide" Target="/ppt/slides/slide7.xml" Id="Re0e45374838343e5" /><Relationship Type="http://schemas.openxmlformats.org/officeDocument/2006/relationships/slide" Target="/ppt/slides/slide8.xml" Id="Rfadbc5a1bf104022" /><Relationship Type="http://schemas.openxmlformats.org/officeDocument/2006/relationships/slide" Target="/ppt/slides/slide9.xml" Id="R9485a4b0e0e3406d" /><Relationship Type="http://schemas.openxmlformats.org/officeDocument/2006/relationships/slide" Target="/ppt/slides/slide10.xml" Id="Ra043f64f980b4760" /><Relationship Type="http://schemas.openxmlformats.org/officeDocument/2006/relationships/slide" Target="/ppt/slides/slide11.xml" Id="Rb671300db0b640e7" /><Relationship Type="http://schemas.openxmlformats.org/officeDocument/2006/relationships/slide" Target="/ppt/slides/slide12.xml" Id="R35a0390205054a46" /><Relationship Type="http://schemas.openxmlformats.org/officeDocument/2006/relationships/slide" Target="/ppt/slides/slide13.xml" Id="R962d9d82c0cd4072" /><Relationship Type="http://schemas.openxmlformats.org/officeDocument/2006/relationships/slide" Target="/ppt/slides/slide14.xml" Id="R82777b71db514e02" /><Relationship Type="http://schemas.openxmlformats.org/officeDocument/2006/relationships/slide" Target="/ppt/slides/slide15.xml" Id="R1a1705345bda4f8e" /><Relationship Type="http://schemas.openxmlformats.org/officeDocument/2006/relationships/slide" Target="/ppt/slides/slide16.xml" Id="R931f1061a61e4329" /><Relationship Type="http://schemas.openxmlformats.org/officeDocument/2006/relationships/slide" Target="/ppt/slides/slide17.xml" Id="R9fd33c0c2a304180" /><Relationship Type="http://schemas.openxmlformats.org/officeDocument/2006/relationships/slide" Target="/ppt/slides/slide18.xml" Id="R87a3c34b394d4332" /><Relationship Type="http://schemas.openxmlformats.org/officeDocument/2006/relationships/slide" Target="/ppt/slides/slide19.xml" Id="Rf593ce06d70e48fd" /><Relationship Type="http://schemas.openxmlformats.org/officeDocument/2006/relationships/slide" Target="/ppt/slides/slide20.xml" Id="R673238524b3242bc" /><Relationship Type="http://schemas.openxmlformats.org/officeDocument/2006/relationships/slide" Target="/ppt/slides/slide21.xml" Id="R7cd9da80e09944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75f131d6d546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10ab1c3f0a463a" /><Relationship Type="http://schemas.openxmlformats.org/officeDocument/2006/relationships/notesMaster" Target="/ppt/notesMasters/notesMaster1.xml" Id="R8c8b3f9a5a0743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61d78f09604abd" /><Relationship Type="http://schemas.openxmlformats.org/officeDocument/2006/relationships/notesMaster" Target="/ppt/notesMasters/notesMaster1.xml" Id="R9d75d90e07c24f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86dbfc7ff6435a" /><Relationship Type="http://schemas.openxmlformats.org/officeDocument/2006/relationships/notesMaster" Target="/ppt/notesMasters/notesMaster1.xml" Id="R3e0f6dfb0a2847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b472e012724eda" /><Relationship Type="http://schemas.openxmlformats.org/officeDocument/2006/relationships/notesMaster" Target="/ppt/notesMasters/notesMaster1.xml" Id="Rb252fe82e63843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5a1ddeb75b4977" /><Relationship Type="http://schemas.openxmlformats.org/officeDocument/2006/relationships/notesMaster" Target="/ppt/notesMasters/notesMaster1.xml" Id="Rdae96fbf1d6b42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bf758fce9e433a" /><Relationship Type="http://schemas.openxmlformats.org/officeDocument/2006/relationships/notesMaster" Target="/ppt/notesMasters/notesMaster1.xml" Id="R39a02a0816c446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c506942b4c4afe" /><Relationship Type="http://schemas.openxmlformats.org/officeDocument/2006/relationships/notesMaster" Target="/ppt/notesMasters/notesMaster1.xml" Id="R953c31e694f044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db5ef9635541a4" /><Relationship Type="http://schemas.openxmlformats.org/officeDocument/2006/relationships/notesMaster" Target="/ppt/notesMasters/notesMaster1.xml" Id="R76617b0bfeb54b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777ffcf8b74b9d" /><Relationship Type="http://schemas.openxmlformats.org/officeDocument/2006/relationships/notesMaster" Target="/ppt/notesMasters/notesMaster1.xml" Id="R29e02578357d4f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250d88d5064c49" /><Relationship Type="http://schemas.openxmlformats.org/officeDocument/2006/relationships/notesMaster" Target="/ppt/notesMasters/notesMaster1.xml" Id="Rbcb4e315105941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6adf2441574c98" /><Relationship Type="http://schemas.openxmlformats.org/officeDocument/2006/relationships/notesMaster" Target="/ppt/notesMasters/notesMaster1.xml" Id="R6d43ac02d06b47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a55230b7e64cdb" /><Relationship Type="http://schemas.openxmlformats.org/officeDocument/2006/relationships/notesMaster" Target="/ppt/notesMasters/notesMaster1.xml" Id="R3f61e5b59aec47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f38d7d95a24064" /><Relationship Type="http://schemas.openxmlformats.org/officeDocument/2006/relationships/notesMaster" Target="/ppt/notesMasters/notesMaster1.xml" Id="R229736e7973b4e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cc2fe3be6d408a" /><Relationship Type="http://schemas.openxmlformats.org/officeDocument/2006/relationships/notesMaster" Target="/ppt/notesMasters/notesMaster1.xml" Id="Rd31eddee01b74b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26d6d53b204fbc" /><Relationship Type="http://schemas.openxmlformats.org/officeDocument/2006/relationships/notesMaster" Target="/ppt/notesMasters/notesMaster1.xml" Id="R7cbf92b7a41e46b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45d3aacab64a13" /><Relationship Type="http://schemas.openxmlformats.org/officeDocument/2006/relationships/notesMaster" Target="/ppt/notesMasters/notesMaster1.xml" Id="R785957b119114f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5ce01db6244231" /><Relationship Type="http://schemas.openxmlformats.org/officeDocument/2006/relationships/notesMaster" Target="/ppt/notesMasters/notesMaster1.xml" Id="R31dc500e85344b1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613d109bfa04c2a" /><Relationship Type="http://schemas.openxmlformats.org/officeDocument/2006/relationships/notesMaster" Target="/ppt/notesMasters/notesMaster1.xml" Id="Rd35c123b9a5c45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c53d197f9b460c" /><Relationship Type="http://schemas.openxmlformats.org/officeDocument/2006/relationships/notesMaster" Target="/ppt/notesMasters/notesMaster1.xml" Id="Rf7e8e326f2f54a5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bf68e6e76004fd1" /><Relationship Type="http://schemas.openxmlformats.org/officeDocument/2006/relationships/notesMaster" Target="/ppt/notesMasters/notesMaster1.xml" Id="R4dd0fb2926df481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62ae6c978714dae" /><Relationship Type="http://schemas.openxmlformats.org/officeDocument/2006/relationships/notesMaster" Target="/ppt/notesMasters/notesMaster1.xml" Id="R0a33fcc6257c48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 Start，什么时候才算开始播放？</a:t>
            </a:r>
          </a:p>
          <a:p xmlns:a="http://schemas.openxmlformats.org/drawingml/2006/main">
            <a:r>
              <a:t>时间：3分钟</a:t>
            </a:r>
          </a:p>
          <a:p xmlns:a="http://schemas.openxmlformats.org/drawingml/2006/main">
            <a:r>
              <a:t>本页目标：状态确认、数据消费与实际出声，需要分别理解</a:t>
            </a:r>
          </a:p>
          <a:p xmlns:a="http://schemas.openxmlformats.org/drawingml/2006/main">
            <a:r>
              <a:t>承接：开场：先看一次播放的成功语义。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音乐播放、游戏加入、切耳机这些场景，都依赖一次次具体操作。先看最简单的Start。客户端调用StartAudioStream，经IPC发起请求，并等待管理状态回程。图中第三个观察点是设备侧处理线程通过节点图取得数据，再调用RenderFrame。扬声器真实出声是更下游的额外观察点。这里并排展示观察点，不画固定的时间先后：跨线程下RUNNING与首帧消费没有本图可证明的全局总序。</a:t>
            </a:r>
          </a:p>
          <a:p xmlns:a="http://schemas.openxmlformats.org/drawingml/2006/main">
            <a:r>
              <a:t>为什么有这么多层？因为策略要先组织会话与路由，服务要验证状态和缓冲，引擎要把请求送入自己的执行上下文，硬件还要兑现输出。今天不复习PCM，而是沿Start、Pause、Move三种真实操作，看旧PA与自研分别怎样组织工作。线程交接、缓冲库存、队列算法和节点连接会直接画在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讲述安排：建议3分钟，包含逐步读图、停顿与互动。请听众先判断：客户端收到RUNNING是否足以断言扬声器已经出声？暂不要求答案。</a:t>
            </a:r>
          </a:p>
          <a:p xmlns:a="http://schemas.openxmlformats.org/drawingml/2006/main">
            <a:r>
              <a:t>转场：先定位这些事件属于哪些对象、经过哪些通道。</a:t>
            </a:r>
          </a:p>
          <a:p xmlns:a="http://schemas.openxmlformats.org/drawingml/2006/main">
            <a:r>
              <a:t>技术边界：RUNNING、RenderFrame 返回、声学出声是不同语义。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StartAudioStream / 等待RUNNING L1398–1454：https://gitcode.com/openharmony/multimedia_audio_framework/blob/3a2688e805df970739e3b0cebf9cc05d8cb24e9b/services/audio_service/client/src/renderer_in_client_public.cpp#L1398</a:t>
            </a:r>
          </a:p>
          <a:p xmlns:a="http://schemas.openxmlformats.org/drawingml/2006/main">
            <a:r>
              <a:t>HpaeManager::Start L1830–1875：https://gitcode.com/openharmony/multimedia_audio_framework/blob/3a2688e805df970739e3b0cebf9cc05d8cb24e9b/services/audio_engine/manager/src/hpae_manager.cpp#L1830</a:t>
            </a:r>
          </a:p>
          <a:p xmlns:a="http://schemas.openxmlformats.org/drawingml/2006/main">
            <a:r>
              <a:t>STARTED 状态回程 L411–428：https://gitcode.com/openharmony/multimedia_audio_framework/blob/3a2688e805df970739e3b0cebf9cc05d8cb24e9b/services/audio_service/server/src/renderer_in_server.cpp#L411</a:t>
            </a:r>
          </a:p>
          <a:p xmlns:a="http://schemas.openxmlformats.org/drawingml/2006/main">
            <a:r>
              <a:t>SinkOutput::DoProcess / RenderFrame L121–165：https://gitcode.com/openharmony/multimedia_audio_framework/blob/3a2688e805df970739e3b0cebf9cc05d8cb24e9b/services/audio_engine/node/src/hpae_sink_output_node.cpp#L121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音频底座的对象与通信通道</a:t>
            </a:r>
          </a:p>
          <a:p xmlns:a="http://schemas.openxmlformats.org/drawingml/2006/main">
            <a:r>
              <a:t>时间：4分钟</a:t>
            </a:r>
          </a:p>
          <a:p xmlns:a="http://schemas.openxmlformats.org/drawingml/2006/main">
            <a:r>
              <a:t>本页目标：控制经过 IPC 和请求队列，音频数据从共享缓冲进入处理图</a:t>
            </a:r>
          </a:p>
          <a:p xmlns:a="http://schemas.openxmlformats.org/drawingml/2006/main">
            <a:r>
              <a:t>承接：对象与通道地图建立后，沿Start进入实际时序。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标对象和通信方式，不把每个框当成一个进程。RendererInClient负责客户端流操作；RendererInServer在服务端验证状态、缓冲并协调策略会话。服务通过具体流实现进入HpaeManager，再转到设备RendererManager。管理层和设备层各有自己的请求队列，下一页展开两次排队。</a:t>
            </a:r>
          </a:p>
          <a:p xmlns:a="http://schemas.openxmlformats.org/drawingml/2006/main">
            <a:r>
              <a:t>数据走另一条路：应用把音频写入共享缓冲，服务WriteData负责读数据、复制和推进指针，HPAE输入节点经回调取得这些数据。这里为避免拥挤折叠了流适配与输入节点，绿色线明确连接共享缓冲、服务读取、SinkInput与输出节点图，不经过管理队列。蓝色线表示Manager组织处理图与状态。SinkOutput从图中拉取处理结果，再调用设备RenderFrame。策略负责会话与路由，它不执行这条PCM处理链。共享内存也不意味着服务内零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讲述安排：建议4分钟，包含逐步读图、停顿与互动。沿蓝色控制轨与绿色数据轨各走一次，指出数据没有进入管理请求队列。</a:t>
            </a:r>
          </a:p>
          <a:p xmlns:a="http://schemas.openxmlformats.org/drawingml/2006/main">
            <a:r>
              <a:t>转场：一次Start为何会出现两次排队？</a:t>
            </a:r>
          </a:p>
          <a:p xmlns:a="http://schemas.openxmlformats.org/drawingml/2006/main">
            <a:r>
              <a:t>技术边界：普通 HPAE 播放路径，图不表示进程划分。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WriteData L1122–1161：https://gitcode.com/openharmony/multimedia_audio_framework/blob/3a2688e805df970739e3b0cebf9cc05d8cb24e9b/services/audio_service/server/src/renderer_in_server.cpp#L1122</a:t>
            </a:r>
          </a:p>
          <a:p xmlns:a="http://schemas.openxmlformats.org/drawingml/2006/main">
            <a:r>
              <a:t>StartInner L1576–1606：https://gitcode.com/openharmony/multimedia_audio_framework/blob/3a2688e805df970739e3b0cebf9cc05d8cb24e9b/services/audio_service/server/src/renderer_in_server.cpp#L1576</a:t>
            </a:r>
          </a:p>
          <a:p xmlns:a="http://schemas.openxmlformats.org/drawingml/2006/main">
            <a:r>
              <a:t>HpaeManager::Start L1830–1875：https://gitcode.com/openharmony/multimedia_audio_framework/blob/3a2688e805df970739e3b0cebf9cc05d8cb24e9b/services/audio_engine/manager/src/hpae_manager.cpp#L1830</a:t>
            </a:r>
          </a:p>
          <a:p xmlns:a="http://schemas.openxmlformats.org/drawingml/2006/main">
            <a:r>
              <a:t>RendererManager::Start L919–945：https://gitcode.com/openharmony/multimedia_audio_framework/blob/3a2688e805df970739e3b0cebf9cc05d8cb24e9b/services/audio_engine/manager/src/hpae_renderer_manager.cpp#L919</a:t>
            </a:r>
          </a:p>
          <a:p xmlns:a="http://schemas.openxmlformats.org/drawingml/2006/main">
            <a:r>
              <a:t>SinkOutput::DoProcess / RenderFrame L121–165：https://gitcode.com/openharmony/multimedia_audio_framework/blob/3a2688e805df970739e3b0cebf9cc05d8cb24e9b/services/audio_engine/node/src/hpae_sink_output_node.cpp#L121</a:t>
            </a:r>
          </a:p>
          <a:p xmlns:a="http://schemas.openxmlformats.org/drawingml/2006/main">
            <a:r>
              <a:t>ActivateAudioInterrupt L818–853：https://gitcode.com/openharmony/multimedia_audio_framework/blob/3a2688e805df970739e3b0cebf9cc05d8cb24e9b/services/audio_policy/server/domain/zone/src/audio_zone_service.cpp#L818</a:t>
            </a:r>
          </a:p>
          <a:p xmlns:a="http://schemas.openxmlformats.org/drawingml/2006/main">
            <a:r>
              <a:t>FetchOutputDevices L966–978：https://gitcode.com/openharmony/multimedia_audio_framework/blob/3a2688e805df970739e3b0cebf9cc05d8cb24e9b/services/audio_policy/server/domain/zone/src/audio_zone_service.cpp#L966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如何穿过策略、服务与两级队列</a:t>
            </a:r>
          </a:p>
          <a:p xmlns:a="http://schemas.openxmlformats.org/drawingml/2006/main">
            <a:r>
              <a:t>时间：3分钟</a:t>
            </a:r>
          </a:p>
          <a:p xmlns:a="http://schemas.openxmlformats.org/drawingml/2006/main">
            <a:r>
              <a:t>本页目标：管理状态回程与设备级执行分叉，不能合并成一次成功</a:t>
            </a:r>
          </a:p>
          <a:p xmlns:a="http://schemas.openxmlformats.org/drawingml/2006/main">
            <a:r>
              <a:t>承接：按对象地图展开当前Start，区分请求受理与执行。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客户端先经IPC向RendererInServer请求Start。服务端验证状态和共享缓冲，调用策略UpdateSessionOperation；普通非FAST路径在设备激活后WaitForDataConnection，目的是避免蓝牙连接前后数据不连续造成爆音，之后调用流Start。HpaeManager先把Start封成管理请求。管理线程消费时找到RendererManager，再调用它的Start，而RendererManager只是把具体连接、淡入、音效工作放入设备级队列。随后管理状态STARTED可以回传服务端和客户端，客户端等待RUNNING。</a:t>
            </a:r>
          </a:p>
          <a:p xmlns:a="http://schemas.openxmlformats.org/drawingml/2006/main">
            <a:r>
              <a:t>图上第二次入队与上行状态是两条分叉，不用从设备级队列向STARTED画完成箭头。RendererManager的请求实际执行时才置HPAE_SESSION_RUNNING、ConnectInputSession、SetSessionFade、启动可选SessionEffect。这里的RUNNING是管理状态，不是设备或声学首帧的同步屏障。策略先被调用是系统协同的一部分，具体声音并发规则和目标设备依业务策略而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讲述安排：建议3分钟，包含逐步读图、停顿与互动。请听众指出第二次入队的位置，以及STARTED回程为什么不等待首帧。</a:t>
            </a:r>
          </a:p>
          <a:p xmlns:a="http://schemas.openxmlformats.org/drawingml/2006/main">
            <a:r>
              <a:t>转场：旧5.1方案的Start怎样经PA主循环和回调？</a:t>
            </a:r>
          </a:p>
          <a:p xmlns:a="http://schemas.openxmlformats.org/drawingml/2006/main">
            <a:r>
              <a:t>技术边界：普通 HPAE 路径；非 FAST 的连接等待有条件；无跨线程全局总序。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StartAudioStream / 等待RUNNING L1398–1454：https://gitcode.com/openharmony/multimedia_audio_framework/blob/3a2688e805df970739e3b0cebf9cc05d8cb24e9b/services/audio_service/client/src/renderer_in_client_public.cpp#L1398</a:t>
            </a:r>
          </a:p>
          <a:p xmlns:a="http://schemas.openxmlformats.org/drawingml/2006/main">
            <a:r>
              <a:t>StartInner L1576–1606：https://gitcode.com/openharmony/multimedia_audio_framework/blob/3a2688e805df970739e3b0cebf9cc05d8cb24e9b/services/audio_service/server/src/renderer_in_server.cpp#L1576</a:t>
            </a:r>
          </a:p>
          <a:p xmlns:a="http://schemas.openxmlformats.org/drawingml/2006/main">
            <a:r>
              <a:t>HpaeManager::Start L1830–1875：https://gitcode.com/openharmony/multimedia_audio_framework/blob/3a2688e805df970739e3b0cebf9cc05d8cb24e9b/services/audio_engine/manager/src/hpae_manager.cpp#L1830</a:t>
            </a:r>
          </a:p>
          <a:p xmlns:a="http://schemas.openxmlformats.org/drawingml/2006/main">
            <a:r>
              <a:t>RendererManager::Start L919–945：https://gitcode.com/openharmony/multimedia_audio_framework/blob/3a2688e805df970739e3b0cebf9cc05d8cb24e9b/services/audio_engine/manager/src/hpae_renderer_manager.cpp#L919</a:t>
            </a:r>
          </a:p>
          <a:p xmlns:a="http://schemas.openxmlformats.org/drawingml/2006/main">
            <a:r>
              <a:t>STARTED 状态回程 L411–428：https://gitcode.com/openharmony/multimedia_audio_framework/blob/3a2688e805df970739e3b0cebf9cc05d8cb24e9b/services/audio_service/server/src/renderer_in_server.cpp#L411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5.1 方案：PA Start 的同步返回与操作回调</a:t>
            </a:r>
          </a:p>
          <a:p xmlns:a="http://schemas.openxmlformats.org/drawingml/2006/main">
            <a:r>
              <a:t>时间：4分钟</a:t>
            </a:r>
          </a:p>
          <a:p xmlns:a="http://schemas.openxmlformats.org/drawingml/2006/main">
            <a:r>
              <a:t>本页目标：pa_stream_cork 提交后函数返回，状态在操作回调中更新</a:t>
            </a:r>
          </a:p>
          <a:p xmlns:a="http://schemas.openxmlformats.org/drawingml/2006/main">
            <a:r>
              <a:t>承接：以相同操作观察旧PA控制路径。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在OpenHarmony 5.1中，AudioServer通过paDaemonThread运行ohos_pa_main，PA不是一个与鸿蒙音频底座隔离的外部黑盒。策略、RendererInServer仍在鸿蒙框架里。流实现PaRendererStreamImpl的Start持PaLockGuard保护mainloop，检查PA stream为READY，随后pa_stream_cork(stream,0,PAStreamStartSuccessCb)提交解除cork操作。Start函数成功返回只说明这一调用路径完成，后续PAStreamStartSuccessCb操作回调置RUNNING并调用statusCallback的OPERATION_STARTED。这个5.1回调收到success参数，但当前实现未检查它便更新状态，因此图和讲述只称“操作回调”，不据此声称底层实际输出成功。</a:t>
            </a:r>
          </a:p>
          <a:p xmlns:a="http://schemas.openxmlformats.org/drawingml/2006/main">
            <a:r>
              <a:t>图中的PA异步操作是一条折叠泳道，不展开第三方库内部处理顺序。Start同步返回SUCCESS与后续操作回调分开画。5.1还在hdi_sink中承担混音/场景音效和HDI适配，下一页展示普通主输出真正把数据交给写线程的位置。这里对照的是控制请求进入旧执行模型的方式。PA本身包含异步消息机制，所以后文不会把旧方案概括为“所有队列都靠一把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讲述安排：建议4分钟，包含逐步读图、停顿与互动。请区分同步返回、操作回调及声学出声；不要只依据函数名中的Success作判断。</a:t>
            </a:r>
          </a:p>
          <a:p xmlns:a="http://schemas.openxmlformats.org/drawingml/2006/main">
            <a:r>
              <a:t>转场：再从控制转到数据，定位旧主输出的线程交接。</a:t>
            </a:r>
          </a:p>
          <a:p xmlns:a="http://schemas.openxmlformats.org/drawingml/2006/main">
            <a:r>
              <a:t>技术边界：旧版5.1普通PA路径；操作回调不等于声学出声；回调未检查success参数。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paDaemonThread / ohos_pa_main L261–273：https://gitcode.com/openharmony/multimedia_audio_framework/blob/c42a228d60b64a90d6b05cf26278a89253e5310b/services/audio_service/server/src/audio_server.cpp#L261</a:t>
            </a:r>
          </a:p>
          <a:p xmlns:a="http://schemas.openxmlformats.org/drawingml/2006/main">
            <a:r>
              <a:t>Start / pa_stream_cork L154–182：https://gitcode.com/openharmony/multimedia_audio_framework/blob/c42a228d60b64a90d6b05cf26278a89253e5310b/services/audio_service/server/src/pa_renderer_stream_impl.cpp#L154</a:t>
            </a:r>
          </a:p>
          <a:p xmlns:a="http://schemas.openxmlformats.org/drawingml/2006/main">
            <a:r>
              <a:t>PaLockGuard L25–63：https://gitcode.com/openharmony/multimedia_audio_framework/blob/c42a228d60b64a90d6b05cf26278a89253e5310b/services/audio_service/server/include/pa_adapter_tools.h#L25</a:t>
            </a:r>
          </a:p>
          <a:p xmlns:a="http://schemas.openxmlformats.org/drawingml/2006/main">
            <a:r>
              <a:t>pa_stream_write / PAStreamWriteCb L699–755：https://gitcode.com/openharmony/multimedia_audio_framework/blob/c42a228d60b64a90d6b05cf26278a89253e5310b/services/audio_service/server/src/pa_renderer_stream_impl.cpp#L699</a:t>
            </a:r>
          </a:p>
          <a:p xmlns:a="http://schemas.openxmlformats.org/drawingml/2006/main">
            <a:r>
              <a:t>SinkRenderPrimaryProcess L2315–2354：https://gitcode.com/openharmony/multimedia_audio_framework/blob/c42a228d60b64a90d6b05cf26278a89253e5310b/frameworks/native/pulseaudio/modules/hdi/hdi_sink.c#L2315</a:t>
            </a:r>
          </a:p>
          <a:p xmlns:a="http://schemas.openxmlformats.org/drawingml/2006/main">
            <a:r>
              <a:t>PAStreamStartSuccessCb L835–855：https://gitcode.com/openharmony/multimedia_audio_framework/blob/c42a228d60b64a90d6b05cf26278a89253e5310b/services/audio_service/server/src/pa_renderer_stream_impl.cpp#L835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5.1 普通主输出：渲染与 HDI 写分属两线程</a:t>
            </a:r>
          </a:p>
          <a:p xmlns:a="http://schemas.openxmlformats.org/drawingml/2006/main">
            <a:r>
              <a:t>时间：3分钟</a:t>
            </a:r>
          </a:p>
          <a:p xmlns:a="http://schemas.openxmlformats.org/drawingml/2006/main">
            <a:r>
              <a:t>本页目标：primary.dq 承接 chunk，写线程再调用 RenderWrite</a:t>
            </a:r>
          </a:p>
          <a:p xmlns:a="http://schemas.openxmlformats.org/drawingml/2006/main">
            <a:r>
              <a:t>承接：控制请求之外，旧普通输出还有具体数据交接。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旧方案的成本不能靠概念描述。5.1 hdi_sink的普通主输出，在ProcessRenderUseTiming里调用SinkRenderPrimary取得pa_memchunk，随后pa_asyncmsgq_post把HDI_RENDER和chunk送入primary.dq。另一侧ThreadFuncWriteHDI阻塞在pa_asyncmsgq_get，拿到消息后进入ProcessHdiRendererPrimary，检查设备启动状态再调用RenderWrite。SinkAdapter最终向HDI提交。</a:t>
            </a:r>
          </a:p>
          <a:p xmlns:a="http://schemas.openxmlformats.org/drawingml/2006/main">
            <a:r>
              <a:t>这个结构带来一个明确的跨线程排队与唤醒边界。代码传递的是pa_memchunk结构与内存块引用，不能把它画成每次PCM memcpy，也不能凭此给出时延百分比。旧写线程还能处理HDI_START、HDI_STOP与QUIT，线程职责并非纯写入。下一页严格对照同一普通主输出路径，看看自研引擎把哪段交接收到了同一执行链。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讲述安排：建议3分钟，包含逐步读图、停顿与互动。指出primary.dq两侧执行上下文；询问chunk引用传递是否必然等于PCM复制。</a:t>
            </a:r>
          </a:p>
          <a:p xmlns:a="http://schemas.openxmlformats.org/drawingml/2006/main">
            <a:r>
              <a:t>转场：把这个交接与新HPAE同范围路径并列。</a:t>
            </a:r>
          </a:p>
          <a:p xmlns:a="http://schemas.openxmlformats.org/drawingml/2006/main">
            <a:r>
              <a:t>技术边界：旧方案具体路径；不能推广到所有PA设备、DIRECT或offload路径。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ProcessRenderUseTiming L2449–2477：https://gitcode.com/openharmony/multimedia_audio_framework/blob/c42a228d60b64a90d6b05cf26278a89253e5310b/frameworks/native/pulseaudio/modules/hdi/hdi_sink.c#L2449</a:t>
            </a:r>
          </a:p>
          <a:p xmlns:a="http://schemas.openxmlformats.org/drawingml/2006/main">
            <a:r>
              <a:t>ProcessHdiRendererPrimary / ThreadFuncWriteHDI L3821–3887：https://gitcode.com/openharmony/multimedia_audio_framework/blob/c42a228d60b64a90d6b05cf26278a89253e5310b/frameworks/native/pulseaudio/modules/hdi/hdi_sink.c#L3821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同一普通输出路径：跨线程交接在哪里收拢</a:t>
            </a:r>
          </a:p>
          <a:p xmlns:a="http://schemas.openxmlformats.org/drawingml/2006/main">
            <a:r>
              <a:t>时间：3分钟</a:t>
            </a:r>
          </a:p>
          <a:p xmlns:a="http://schemas.openxmlformats.org/drawingml/2006/main">
            <a:r>
              <a:t>本页目标：旧 render 到写线程的队列交接，变为当前处理线程内连续调用</a:t>
            </a:r>
          </a:p>
          <a:p xmlns:a="http://schemas.openxmlformats.org/drawingml/2006/main">
            <a:r>
              <a:t>承接：在同一普通主输出范围比较新旧执行组织。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将前后两个固定源码版本的普通主输出放在同一范围比较。旧hdi_sink生成chunk后经primary.dq交给HDI写线程。新HpaeSignalProcessThread先HandleMsg，再调用HpaeRendererManager::Process；随后进入OutputCluster的DoProcess、SinkOutput的DoProcess，并在这条调用链里RenderFrame。自研在这里收拢了旧渲染到HDI写线程的交接，减少一次可定位的排队/唤醒边界。</a:t>
            </a:r>
          </a:p>
          <a:p xmlns:a="http://schemas.openxmlformats.org/drawingml/2006/main">
            <a:r>
              <a:t>图不声称操作系统、驱动或硬件再没有其他线程，也不将两个版本所有特殊播放路径混在一起。资源和时延收益由用户提供的是定性结论；静态代码只解释为什么这个改动可能改善延迟和调度开销。下一页拆开新处理线程：它怎样同时处理控制和数据，何时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讲述安排：建议3分钟，包含逐步读图、停顿与互动。分别沿左右链路走一遍，在旧dq位置停顿，解释删除的是哪一段交接。</a:t>
            </a:r>
          </a:p>
          <a:p xmlns:a="http://schemas.openxmlformats.org/drawingml/2006/main">
            <a:r>
              <a:t>转场：新线程如何同时承接消息和音频处理？</a:t>
            </a:r>
          </a:p>
          <a:p xmlns:a="http://schemas.openxmlformats.org/drawingml/2006/main">
            <a:r>
              <a:t>技术边界：两个版本的实现对照，不是相同设备上的实测数值。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ProcessRenderUseTiming L2449–2477：https://gitcode.com/openharmony/multimedia_audio_framework/blob/c42a228d60b64a90d6b05cf26278a89253e5310b/frameworks/native/pulseaudio/modules/hdi/hdi_sink.c#L2449</a:t>
            </a:r>
          </a:p>
          <a:p xmlns:a="http://schemas.openxmlformats.org/drawingml/2006/main">
            <a:r>
              <a:t>ProcessHdiRendererPrimary / ThreadFuncWriteHDI L3821–3887：https://gitcode.com/openharmony/multimedia_audio_framework/blob/c42a228d60b64a90d6b05cf26278a89253e5310b/frameworks/native/pulseaudio/modules/hdi/hdi_sink.c#L3821</a:t>
            </a:r>
          </a:p>
          <a:p xmlns:a="http://schemas.openxmlformats.org/drawingml/2006/main">
            <a:r>
              <a:t>Notify / Run L75–125：https://gitcode.com/openharmony/multimedia_audio_framework/blob/3a2688e805df970739e3b0cebf9cc05d8cb24e9b/services/audio_engine/manager/src/hpae_signal_process_thread.cpp#L75</a:t>
            </a:r>
          </a:p>
          <a:p xmlns:a="http://schemas.openxmlformats.org/drawingml/2006/main">
            <a:r>
              <a:t>Process L1640–1664：https://gitcode.com/openharmony/multimedia_audio_framework/blob/3a2688e805df970739e3b0cebf9cc05d8cb24e9b/services/audio_engine/manager/src/hpae_renderer_manager.cpp#L1640</a:t>
            </a:r>
          </a:p>
          <a:p xmlns:a="http://schemas.openxmlformats.org/drawingml/2006/main">
            <a:r>
              <a:t>OutputCluster::DoProcess L79–84：https://gitcode.com/openharmony/multimedia_audio_framework/blob/3a2688e805df970739e3b0cebf9cc05d8cb24e9b/services/audio_engine/node/src/hpae_output_cluster.cpp#L79</a:t>
            </a:r>
          </a:p>
          <a:p xmlns:a="http://schemas.openxmlformats.org/drawingml/2006/main">
            <a:r>
              <a:t>SinkOutput::DoProcess / RenderFrame L121–165：https://gitcode.com/openharmony/multimedia_audio_framework/blob/3a2688e805df970739e3b0cebf9cc05d8cb24e9b/services/audio_engine/node/src/hpae_sink_output_node.cpp#L121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新处理线程：消息与音频怎样共用执行循环</a:t>
            </a:r>
          </a:p>
          <a:p xmlns:a="http://schemas.openxmlformats.org/drawingml/2006/main">
            <a:r>
              <a:t>时间：4分钟</a:t>
            </a:r>
          </a:p>
          <a:p xmlns:a="http://schemas.openxmlformats.org/drawingml/2006/main">
            <a:r>
              <a:t>本页目标：条件变量唤醒后先处理控制请求，再执行节点图</a:t>
            </a:r>
          </a:p>
          <a:p xmlns:a="http://schemas.openxmlformats.org/drawingml/2006/main">
            <a:r>
              <a:t>承接：展开当前设备处理线程的真实Run循环。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paeSignalProcessThread的Run不是一个固定10ms定时器。线程等待在condition变量上，谓词包括running停止、Manager已在运行、有待处理消息、收到Notify。醒来后调用manager-&gt;HandleMsg()，随后调用manager-&gt;Process()，最后清recvSignal标记，进入下一轮。Manager的SendRequest负责把控制lambda送到无锁消息队列，并按路径Notify。</a:t>
            </a:r>
          </a:p>
          <a:p xmlns:a="http://schemas.openxmlformats.org/drawingml/2006/main">
            <a:r>
              <a:t>这解释了为什么线程合并不等于在数据处理期间随意并发修改图：控制变更被投递到处理上下文，先处理消息，再拉音频数据。Notify本身仍持mutex并触发condition_variable，不能称整个控制链无锁。图中只说明该线程循环的源码顺序，设备RenderFrame耗时、其他设备线程与实时调度效果要另外测。下一页用SinkOutput的一次拉取说明这里的Process实际如何拿到足够设备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讲述安排：建议4分钟，包含逐步读图、停顿与互动。让听众指出控制修改在Process之前消费，以及Notify仍有哪类同步。</a:t>
            </a:r>
          </a:p>
          <a:p xmlns:a="http://schemas.openxmlformats.org/drawingml/2006/main">
            <a:r>
              <a:t>转场：Process怎样拉到足够数据并适配设备提交块？</a:t>
            </a:r>
          </a:p>
          <a:p xmlns:a="http://schemas.openxmlformats.org/drawingml/2006/main">
            <a:r>
              <a:t>技术边界：处理顺序来自Run；不声明固定调度周期或系统硬实时。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Notify / Run L75–125：https://gitcode.com/openharmony/multimedia_audio_framework/blob/3a2688e805df970739e3b0cebf9cc05d8cb24e9b/services/audio_engine/manager/src/hpae_signal_process_thread.cpp#L75</a:t>
            </a:r>
          </a:p>
          <a:p xmlns:a="http://schemas.openxmlformats.org/drawingml/2006/main">
            <a:r>
              <a:t>SendRequest L1755–1770：https://gitcode.com/openharmony/multimedia_audio_framework/blob/3a2688e805df970739e3b0cebf9cc05d8cb24e9b/services/audio_engine/manager/src/hpae_renderer_manager.cpp#L1755</a:t>
            </a:r>
          </a:p>
          <a:p xmlns:a="http://schemas.openxmlformats.org/drawingml/2006/main">
            <a:r>
              <a:t>Process L1640–1664：https://gitcode.com/openharmony/multimedia_audio_framework/blob/3a2688e805df970739e3b0cebf9cc05d8cb24e9b/services/audio_engine/manager/src/hpae_renderer_manager.cpp#L1640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Buffer 减在哪，仍保留在哪</a:t>
            </a:r>
          </a:p>
          <a:p xmlns:a="http://schemas.openxmlformats.org/drawingml/2006/main">
            <a:r>
              <a:t>时间：4分钟</a:t>
            </a:r>
          </a:p>
          <a:p xmlns:a="http://schemas.openxmlformats.org/drawingml/2006/main">
            <a:r>
              <a:t>本页目标：删除旧线程中转，保留转换缓存与设备提交拼帧</a:t>
            </a:r>
          </a:p>
          <a:p xmlns:a="http://schemas.openxmlformats.org/drawingml/2006/main">
            <a:r>
              <a:t>承接：线程合并之后，哪些Buffer仍有明确职责？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线程交接减少后，Buffer不能简单清零。当前服务端仍用共享缓冲承接应用数据，WriteData从缓冲读取、复制并推进读指针。处理图中格式转换节点有已经处理过的缓存，OutputPort仅在其输出队列为空时才触发节点DoProcess；Converter自己的processedBuffer_要积累到outputFrameLen20ms_才能提取并消费，这与OutputPort队列条件是两个不同判断。SinkOutput的ReadDataAndConvertFormat按currentSize_ &lt; renderSize_循环：向前驱拉取、从float转换并累积到renderFrameData_，拼满后再调用RenderFrame。这里renderSize_是字节数，不是时长。图中三处是不同职责的库存：供数、格式适配和提交拼帧。</a:t>
            </a:r>
          </a:p>
          <a:p xmlns:a="http://schemas.openxmlformats.org/drawingml/2006/main">
            <a:r>
              <a:t>旧普通主输出的primary.dq跨线程chunk交接已不在这条新调用链里。实际总Buffer数量、每段时延和端到端抗抖动能力需要同硬件同业务测量；用户团队给出的保持抗抖动是定性结论，静态代码只能解释这些保留缓存如何承担职责。试听素材可用来帮助新员工理解欠载声音，但不能冒充实机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演示：可选试听：先连续版本10秒，再人为模拟断音版本10秒；仅用于解释连续性，不代表产品测量。</a:t>
            </a:r>
          </a:p>
          <a:p xmlns:a="http://schemas.openxmlformats.org/drawingml/2006/main">
            <a:r>
              <a:t>讲述安排：建议4分钟，包含逐步读图、停顿与互动。分别解释端口结果队列、Converter缓存和SinkOutput字节拼帧，不把三者混为一处。</a:t>
            </a:r>
          </a:p>
          <a:p xmlns:a="http://schemas.openxmlformats.org/drawingml/2006/main">
            <a:r>
              <a:t>转场：接着看控制请求进入该线程的队列算法。</a:t>
            </a:r>
          </a:p>
          <a:p xmlns:a="http://schemas.openxmlformats.org/drawingml/2006/main">
            <a:r>
              <a:t>技术边界：未给默认帧数或毫秒值，因设备/配置可变。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WriteData L1122–1161：https://gitcode.com/openharmony/multimedia_audio_framework/blob/3a2688e805df970739e3b0cebf9cc05d8cb24e9b/services/audio_service/server/src/renderer_in_server.cpp#L1122</a:t>
            </a:r>
          </a:p>
          <a:p xmlns:a="http://schemas.openxmlformats.org/drawingml/2006/main">
            <a:r>
              <a:t>ExtractOutputFromProcessedBuffer L815–840：https://gitcode.com/openharmony/multimedia_audio_framework/blob/3a2688e805df970739e3b0cebf9cc05d8cb24e9b/services/audio_engine/node/src/hpae_audio_format_converter_node.cpp#L815</a:t>
            </a:r>
          </a:p>
          <a:p xmlns:a="http://schemas.openxmlformats.org/drawingml/2006/main">
            <a:r>
              <a:t>InputPort::ReadPreOutputData L315–325：https://gitcode.com/openharmony/multimedia_audio_framework/blob/3a2688e805df970739e3b0cebf9cc05d8cb24e9b/services/audio_engine/node/include/hpae_node.h#L315</a:t>
            </a:r>
          </a:p>
          <a:p xmlns:a="http://schemas.openxmlformats.org/drawingml/2006/main">
            <a:r>
              <a:t>ReadDataAndConvertFormat L680–707：https://gitcode.com/openharmony/multimedia_audio_framework/blob/3a2688e805df970739e3b0cebf9cc05d8cb24e9b/services/audio_engine/node/src/hpae_sink_output_node.cpp#L680</a:t>
            </a:r>
          </a:p>
          <a:p xmlns:a="http://schemas.openxmlformats.org/drawingml/2006/main">
            <a:r>
              <a:t>SinkOutput::DoProcess / RenderFrame L121–165：https://gitcode.com/openharmony/multimedia_audio_framework/blob/3a2688e805df970739e3b0cebf9cc05d8cb24e9b/services/audio_engine/node/src/hpae_sink_output_node.cpp#L121</a:t>
            </a:r>
          </a:p>
          <a:p xmlns:a="http://schemas.openxmlformats.org/drawingml/2006/main">
            <a:r>
              <a:t>ProcessRenderUseTiming L2449–2477：https://gitcode.com/openharmony/multimedia_audio_framework/blob/c42a228d60b64a90d6b05cf26278a89253e5310b/frameworks/native/pulseaudio/modules/hdi/hdi_sink.c#L2449</a:t>
            </a:r>
          </a:p>
          <a:p xmlns:a="http://schemas.openxmlformats.org/drawingml/2006/main">
            <a:r>
              <a:t>OutputPort::PullOutputData L389–404：https://gitcode.com/openharmony/multimedia_audio_framework/blob/3a2688e805df970739e3b0cebf9cc05d8cb24e9b/services/audio_engine/node/include/hpae_node.h#L389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无锁消息队列：CAS 发布与批次消费</a:t>
            </a:r>
          </a:p>
          <a:p xmlns:a="http://schemas.openxmlformats.org/drawingml/2006/main">
            <a:r>
              <a:t>时间：4分钟</a:t>
            </a:r>
          </a:p>
          <a:p xmlns:a="http://schemas.openxmlformats.org/drawingml/2006/main">
            <a:r>
              <a:t>本页目标：常规链表头用 CAS；消费者摘批后反向遍历执行</a:t>
            </a:r>
          </a:p>
          <a:p xmlns:a="http://schemas.openxmlformats.org/drawingml/2006/main">
            <a:r>
              <a:t>承接：从调度循环转到原子发布与批次消费。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rt将工作包装成lambda，再通过SendRequest送入请求队列。生产者先从空闲节点链中原子摘取节点，填入request，然后通过CAS把节点压到请求头。多个线程竞争时，CAS成功次序定义入链先后；链表按头插法反转了它。消费者HandleRequests用CAS一次摘走当前整批，ProcessRequests沿链放进临时数组，再反向遍历执行，恢复批内发布次序。执行的每个lambda本身并非原子操作，也不承诺跨批次或外部业务请求的全局语义顺序。</a:t>
            </a:r>
          </a:p>
          <a:p xmlns:a="http://schemas.openxmlformats.org/drawingml/2006/main">
            <a:r>
              <a:t>这就是无锁消息队列值得讲的算法细节：常规取节点、发布、摘批依赖原子操作，让控制请求进入处理侧不必围绕同一业务锁串行。但慢路径TryExpandQueue持expandMutex且分配新节点，处理线程的Notify也有锁；达到最大容量仍无空节点时会上报并丢弃请求。这里不说全链无锁、零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讲述安排：建议4分钟，包含逐步读图、停顿与互动。以两个依次成功CAS发布的请求说明头插反转与消费反向遍历，无需新增产品假数据。</a:t>
            </a:r>
          </a:p>
          <a:p xmlns:a="http://schemas.openxmlformats.org/drawingml/2006/main">
            <a:r>
              <a:t>转场：消费者执行的lambda会操作怎样的处理图？</a:t>
            </a:r>
          </a:p>
          <a:p xmlns:a="http://schemas.openxmlformats.org/drawingml/2006/main">
            <a:r>
              <a:t>技术边界：不保证所有请求必达或所有操作无锁。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SendRequest L1755–1770：https://gitcode.com/openharmony/multimedia_audio_framework/blob/3a2688e805df970739e3b0cebf9cc05d8cb24e9b/services/audio_engine/manager/src/hpae_renderer_manager.cpp#L1755</a:t>
            </a:r>
          </a:p>
          <a:p xmlns:a="http://schemas.openxmlformats.org/drawingml/2006/main">
            <a:r>
              <a:t>PushRequest / HandleRequests / TryExpandQueue L57–145：https://gitcode.com/openharmony/multimedia_audio_framework/blob/3a2688e805df970739e3b0cebf9cc05d8cb24e9b/services/audio_engine/utils/hpae_no_lock_queue.cpp#L57</a:t>
            </a:r>
          </a:p>
          <a:p xmlns:a="http://schemas.openxmlformats.org/drawingml/2006/main">
            <a:r>
              <a:t>PushRequestNode 原子发布 L172–191：https://gitcode.com/openharmony/multimedia_audio_framework/blob/3a2688e805df970739e3b0cebf9cc05d8cb24e9b/services/audio_engine/utils/hpae_no_lock_queue.cpp#L172</a:t>
            </a:r>
          </a:p>
          <a:p xmlns:a="http://schemas.openxmlformats.org/drawingml/2006/main">
            <a:r>
              <a:t>ProcessRequests 批量执行 L227–262：https://gitcode.com/openharmony/multimedia_audio_framework/blob/3a2688e805df970739e3b0cebf9cc05d8cb24e9b/services/audio_engine/utils/hpae_no_lock_queue.cpp#L227</a:t>
            </a:r>
          </a:p>
          <a:p xmlns:a="http://schemas.openxmlformats.org/drawingml/2006/main">
            <a:r>
              <a:t>队列容量与扩容阈值 L28–38：https://gitcode.com/openharmony/multimedia_audio_framework/blob/3a2688e805df970739e3b0cebf9cc05d8cb24e9b/services/audio_engine/utils/hpae_no_lock_queue.h#L28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节点图：输出端拉取，处理结果正向返回</a:t>
            </a:r>
          </a:p>
          <a:p xmlns:a="http://schemas.openxmlformats.org/drawingml/2006/main">
            <a:r>
              <a:t>时间：4分钟</a:t>
            </a:r>
          </a:p>
          <a:p xmlns:a="http://schemas.openxmlformats.org/drawingml/2006/main">
            <a:r>
              <a:t>本页目标：节点负责处理；簇连接职责；Manager按会话和设备管理图</a:t>
            </a:r>
          </a:p>
          <a:p xmlns:a="http://schemas.openxmlformats.org/drawingml/2006/main">
            <a:r>
              <a:t>承接：把任务执行落实到真实节点连接与数据拉取。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ProcessCluster::Connect建立真实的输入链：SinkInput到Converter，按条件加入SessionEffect，再经过LoudnessGain、Gain、sceneMixer，场景后还可接RenderEffect。OutputCluster连接场景转换、输出混音与SinkOutput，最后SinkOutput调用RenderFrame。图上箭头要区分两个方向：输出侧InputPort向前驱请求结果，结果帧沿节点连接正向返回。OutputPort有数据时可直接取；队列空才让所属节点DoProcess。</a:t>
            </a:r>
          </a:p>
          <a:p xmlns:a="http://schemas.openxmlformats.org/drawingml/2006/main">
            <a:r>
              <a:t>节点化的扩展价值因此更具体：格式转换、增益、混音与音效职责分离，一个会话音效无需复制整条设备通路。Manager对场景簇与设备簇进行创建、映射和状态管理。说“节点类型可复用”不等于“所有会话共享同一个节点实例”；默认、bypass等过程簇有条件地创建和复用。下页看一个局部重连的真实代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讲述安排：建议4分钟，包含逐步读图、停顿与互动。先正向读数据处理职责，再从输出端反向沿连接指出拉取请求。</a:t>
            </a:r>
          </a:p>
          <a:p xmlns:a="http://schemas.openxmlformats.org/drawingml/2006/main">
            <a:r>
              <a:t>转场：用会话音效插入，看节点化怎样集中修改范围。</a:t>
            </a:r>
          </a:p>
          <a:p xmlns:a="http://schemas.openxmlformats.org/drawingml/2006/main">
            <a:r>
              <a:t>技术边界：当前源码配置路径；不声称每个产品都启用所有音效。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ProcessCluster::Connect L206–232：https://gitcode.com/openharmony/multimedia_audio_framework/blob/3a2688e805df970739e3b0cebf9cc05d8cb24e9b/services/audio_engine/node/src/hpae_process_cluster.cpp#L206</a:t>
            </a:r>
          </a:p>
          <a:p xmlns:a="http://schemas.openxmlformats.org/drawingml/2006/main">
            <a:r>
              <a:t>OutputCluster::Connect L110–135：https://gitcode.com/openharmony/multimedia_audio_framework/blob/3a2688e805df970739e3b0cebf9cc05d8cb24e9b/services/audio_engine/node/src/hpae_output_cluster.cpp#L110</a:t>
            </a:r>
          </a:p>
          <a:p xmlns:a="http://schemas.openxmlformats.org/drawingml/2006/main">
            <a:r>
              <a:t>CreateProcessClusterInner L179–240：https://gitcode.com/openharmony/multimedia_audio_framework/blob/3a2688e805df970739e3b0cebf9cc05d8cb24e9b/services/audio_engine/manager/src/hpae_renderer_manager.cpp#L179</a:t>
            </a:r>
          </a:p>
          <a:p xmlns:a="http://schemas.openxmlformats.org/drawingml/2006/main">
            <a:r>
              <a:t>InputPort::ReadPreOutputData L315–325：https://gitcode.com/openharmony/multimedia_audio_framework/blob/3a2688e805df970739e3b0cebf9cc05d8cb24e9b/services/audio_engine/node/include/hpae_node.h#L315</a:t>
            </a:r>
          </a:p>
          <a:p xmlns:a="http://schemas.openxmlformats.org/drawingml/2006/main">
            <a:r>
              <a:t>OutputPort::PullOutputData L389–404：https://gitcode.com/openharmony/multimedia_audio_framework/blob/3a2688e805df970739e3b0cebf9cc05d8cb24e9b/services/audio_engine/node/include/hpae_node.h#L389</a:t>
            </a:r>
          </a:p>
          <a:p xmlns:a="http://schemas.openxmlformats.org/drawingml/2006/main">
            <a:r>
              <a:t>SinkOutput::DoProcess / RenderFrame L121–165：https://gitcode.com/openharmony/multimedia_audio_framework/blob/3a2688e805df970739e3b0cebf9cc05d8cb24e9b/services/audio_engine/node/src/hpae_sink_output_node.cpp#L121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接入会话音效：成功创建后才重连</a:t>
            </a:r>
          </a:p>
          <a:p xmlns:a="http://schemas.openxmlformats.org/drawingml/2006/main">
            <a:r>
              <a:t>时间：3分钟</a:t>
            </a:r>
          </a:p>
          <a:p xmlns:a="http://schemas.openxmlformats.org/drawingml/2006/main">
            <a:r>
              <a:t>本页目标：先验证与初始化，再修改 Converter 到 LoudnessGain 的局部连接</a:t>
            </a:r>
          </a:p>
          <a:p xmlns:a="http://schemas.openxmlformats.org/drawingml/2006/main">
            <a:r>
              <a:t>承接：通过一个真实新增功能理解局部连接管理。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拿接入会话音效这个真实功能看节点化价值。ProcessCluster::CreateSessionEffectNode先检查该session没有已绑定音效，再查Converter与LoudnessGain两端存在。创建HpaeSessionEffectNode后调用CreateEffectWithInstance。只有创建成功才断开原Converter到LoudnessGain的连接，将SessionEffectNode接在两者之间，并更新idSessionEffectMap。</a:t>
            </a:r>
          </a:p>
          <a:p xmlns:a="http://schemas.openxmlformats.org/drawingml/2006/main">
            <a:r>
              <a:t>这个顺序的工程价值是失败时不用恢复一条已被破坏的通路：找不到节点、重复绑定或初始化失败都在DisConnect前返回。这里说的是这段函数的局部图修改，不保证其外部生命周期和并发操作也具备事务原子性。当前AISS接入分支还有48kHz双声道格式约束，不能说任意音效/格式都可即插即用。设备输出、通用Gain和sceneMixer继续复用，需求变更集中在会话链局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讲述安排：建议3分钟，包含逐步读图、停顿与互动。请听众找出最后一个失败返回点与第一个DisConnect之间的关系。</a:t>
            </a:r>
          </a:p>
          <a:p xmlns:a="http://schemas.openxmlformats.org/drawingml/2006/main">
            <a:r>
              <a:t>转场：图的生命周期还要响应Pause和Stop。</a:t>
            </a:r>
          </a:p>
          <a:p xmlns:a="http://schemas.openxmlformats.org/drawingml/2006/main">
            <a:r>
              <a:t>技术边界：局部函数失败保持旧边；不夸大为整图事务。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CreateSessionEffectNode L547–582：https://gitcode.com/openharmony/multimedia_audio_framework/blob/3a2688e805df970739e3b0cebf9cc05d8cb24e9b/services/audio_engine/node/src/hpae_process_cluster.cpp#L547</a:t>
            </a:r>
          </a:p>
          <a:p xmlns:a="http://schemas.openxmlformats.org/drawingml/2006/main">
            <a:r>
              <a:t>SessionEffect 输入格式约束 L351–365：https://gitcode.com/openharmony/multimedia_audio_framework/blob/3a2688e805df970739e3b0cebf9cc05d8cb24e9b/services/audio_engine/node/src/hpae_process_cluster.cpp#L351</a:t>
            </a:r>
          </a:p>
          <a:p xmlns:a="http://schemas.openxmlformats.org/drawingml/2006/main">
            <a:r>
              <a:t>ProcessCluster::Connect L206–232：https://gitcode.com/openharmony/multimedia_audio_framework/blob/3a2688e805df970739e3b0cebf9cc05d8cb24e9b/services/audio_engine/node/src/hpae_process_cluster.cpp#L206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/ Stop：淡出完成后再断开节点</a:t>
            </a:r>
          </a:p>
          <a:p xmlns:a="http://schemas.openxmlformats.org/drawingml/2006/main">
            <a:r>
              <a:t>时间：4分钟</a:t>
            </a:r>
          </a:p>
          <a:p xmlns:a="http://schemas.openxmlformats.org/drawingml/2006/main">
            <a:r>
              <a:t>本页目标：中间态把 Gain 渐变、音效暂停和断图衔接起来</a:t>
            </a:r>
          </a:p>
          <a:p xmlns:a="http://schemas.openxmlformats.org/drawingml/2006/main">
            <a:r>
              <a:t>承接：把状态过渡与淡出、断图联系起来。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画的是设备RendererManager内部HPAE_SESSION状态，而不是客户端API状态。普通活跃流Pause会SetSessionFade进入PAUSING；Stop进入STOPPING。Gain节点输出淡出后调用OnFadeDone，OnFadeDone再次把工作送回设备队列，在该上下文暂停会话音效、DisConnectInputSession、置PAUSED或STOPPED，再触发状态回调。先过渡再拆图，把声音渐变与资源连接协调起来。</a:t>
            </a:r>
          </a:p>
          <a:p xmlns:a="http://schemas.openxmlformats.org/drawingml/2006/main">
            <a:r>
              <a:t>有两个重要条件。若节点已经PAUSED/STOPPED、无Gain、Manager未运行或standby等，会走直接终态回调路径。若淡出完成消息回来时节点已恢复RUNNING，OnFadeDone退出，避免迟到的回调把新播放的连接拆掉。管理层还有pending transition和超时兜底，不能把管理回调当成设备完成屏障。旧PA同样有淡出，这里展示自研通过节点状态、Gain回调和设备队列组织职责，不宣称首次发明渐变。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讲述安排：建议4分钟，包含逐步读图、停顿与互动。沿Pause一行走正常路径，再用“淡出中恢复Start”解释过时回调保护。</a:t>
            </a:r>
          </a:p>
          <a:p xmlns:a="http://schemas.openxmlformats.org/drawingml/2006/main">
            <a:r>
              <a:t>转场：同样的连接管理怎样服务系统设备切换？</a:t>
            </a:r>
          </a:p>
          <a:p xmlns:a="http://schemas.openxmlformats.org/drawingml/2006/main">
            <a:r>
              <a:t>技术边界：管理状态回程/超时与真实设备完成分开；旧PA也有淡出。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SetSessionFade L1861–1904：https://gitcode.com/openharmony/multimedia_audio_framework/blob/3a2688e805df970739e3b0cebf9cc05d8cb24e9b/services/audio_engine/manager/src/hpae_renderer_manager.cpp#L1861</a:t>
            </a:r>
          </a:p>
          <a:p xmlns:a="http://schemas.openxmlformats.org/drawingml/2006/main">
            <a:r>
              <a:t>OnFadeDone L1777–1804：https://gitcode.com/openharmony/multimedia_audio_framework/blob/3a2688e805df970739e3b0cebf9cc05d8cb24e9b/services/audio_engine/manager/src/hpae_renderer_manager.cpp#L1777</a:t>
            </a:r>
          </a:p>
          <a:p xmlns:a="http://schemas.openxmlformats.org/drawingml/2006/main">
            <a:r>
              <a:t>Pause L1110–1141：https://gitcode.com/openharmony/multimedia_audio_framework/blob/3a2688e805df970739e3b0cebf9cc05d8cb24e9b/services/audio_engine/manager/src/hpae_renderer_manager.cpp#L1110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切换设备：迁移输入对象，重建目标连接</a:t>
            </a:r>
          </a:p>
          <a:p xmlns:a="http://schemas.openxmlformats.org/drawingml/2006/main">
            <a:r>
              <a:t>时间：4分钟</a:t>
            </a:r>
          </a:p>
          <a:p xmlns:a="http://schemas.openxmlformats.org/drawingml/2006/main">
            <a:r>
              <a:t>本页目标：路由选择落实为跨 Manager 的拆连、接入与状态衔接</a:t>
            </a:r>
          </a:p>
          <a:p xmlns:a="http://schemas.openxmlformats.org/drawingml/2006/main">
            <a:r>
              <a:t>承接：路由决策最终需要落实为输入对象与连接迁移。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局策略先按usage、client等选择目标设备。图把策略和服务到引擎的中间层折叠，从HpaeManager的已有目标sink迁移路径展开。HpaeManager找到旧RendererManager后请求MoveStream；MoveStreamSync保留shared_ptr指向的SinkInput对象，在需要时让会话音效准备迁移，触发当前状态，删除旧会话连接但保留音效attach状态，再以MOVE_SINK_INPUT回调交回Manager。</a:t>
            </a:r>
          </a:p>
          <a:p xmlns:a="http://schemas.openxmlformats.org/drawingml/2006/main">
            <a:r>
              <a:t>Manager把对象交给目标RendererManager::AddNodeToSink，这又是一次请求入队。AddSingleNodeToSink会更新deviceClass、deviceName、网络与地址、状态回调、sceneType及帧长，发UPDATE_SPAN_SIZE，创建目标过程簇；仅在isConnect且内部状态RUNNING时连接输入。Manager还更新会话到sink的映射。保留输入对象不等于保留所有处理节点；目标处理图要按目标设备条件建立。图不声称所有设备类型通用，也不把迁移回调当作声学无缝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讲述安排：建议4分钟，包含逐步读图、停顿与互动。指出保持的SinkInput对象与需要按目标设备重建的连接不是同一层概念。</a:t>
            </a:r>
          </a:p>
          <a:p xmlns:a="http://schemas.openxmlformats.org/drawingml/2006/main">
            <a:r>
              <a:t>转场：有了具体机制，应该分别观察哪些事件来验证收益？</a:t>
            </a:r>
          </a:p>
          <a:p xmlns:a="http://schemas.openxmlformats.org/drawingml/2006/main">
            <a:r>
              <a:t>技术边界：MOVE成功是管理语义；声学连续性需实机测量。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FetchOutputDevices L966–978：https://gitcode.com/openharmony/multimedia_audio_framework/blob/3a2688e805df970739e3b0cebf9cc05d8cb24e9b/services/audio_policy/server/domain/zone/src/audio_zone_service.cpp#L966</a:t>
            </a:r>
          </a:p>
          <a:p xmlns:a="http://schemas.openxmlformats.org/drawingml/2006/main">
            <a:r>
              <a:t>MoveSinkInputByIndexOrName L1065–1095：https://gitcode.com/openharmony/multimedia_audio_framework/blob/3a2688e805df970739e3b0cebf9cc05d8cb24e9b/services/audio_engine/manager/src/hpae_manager.cpp#L1065</a:t>
            </a:r>
          </a:p>
          <a:p xmlns:a="http://schemas.openxmlformats.org/drawingml/2006/main">
            <a:r>
              <a:t>MoveStreamSync L872–916：https://gitcode.com/openharmony/multimedia_audio_framework/blob/3a2688e805df970739e3b0cebf9cc05d8cb24e9b/services/audio_engine/manager/src/hpae_renderer_manager.cpp#L872</a:t>
            </a:r>
          </a:p>
          <a:p xmlns:a="http://schemas.openxmlformats.org/drawingml/2006/main">
            <a:r>
              <a:t>目标Manager接入与映射更新 L1181–1227：https://gitcode.com/openharmony/multimedia_audio_framework/blob/3a2688e805df970739e3b0cebf9cc05d8cb24e9b/services/audio_engine/manager/src/hpae_manager.cpp#L1181</a:t>
            </a:r>
          </a:p>
          <a:p xmlns:a="http://schemas.openxmlformats.org/drawingml/2006/main">
            <a:r>
              <a:t>AddSingleNodeToSink L106–179：https://gitcode.com/openharmony/multimedia_audio_framework/blob/3a2688e805df970739e3b0cebf9cc05d8cb24e9b/services/audio_engine/manager/src/hpae_renderer_manager.cpp#L106</a:t>
            </a:r>
          </a:p>
          <a:p xmlns:a="http://schemas.openxmlformats.org/drawingml/2006/main">
            <a:r>
              <a:t>UPDATE_SPANSIZE 状态处理 L1157–1183：https://gitcode.com/openharmony/multimedia_audio_framework/blob/3a2688e805df970739e3b0cebf9cc05d8cb24e9b/services/audio_service/server/src/hpae_renderer_stream_impl.cpp#L1157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性能观测：分别记录控制确认和数据执行</a:t>
            </a:r>
          </a:p>
          <a:p xmlns:a="http://schemas.openxmlformats.org/drawingml/2006/main">
            <a:r>
              <a:t>时间：4分钟</a:t>
            </a:r>
          </a:p>
          <a:p xmlns:a="http://schemas.openxmlformats.org/drawingml/2006/main">
            <a:r>
              <a:t>本页目标：用真实事件定位排队、供数与设备开销，再讨论整机收益</a:t>
            </a:r>
          </a:p>
          <a:p xmlns:a="http://schemas.openxmlformats.org/drawingml/2006/main">
            <a:r>
              <a:t>承接：把架构变化映射到可采集事件与同口径实验。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给可执行的观测位置，没有填入不存在的实测曲线。客户端StartAudioStream入口和IPC返回可观察管理调用；OnOperationHandled对应RUNNING。引擎可观察队列发布和HandleRequests消费、SinkInput首次取到数据、SinkOutput首次RenderFrame，外部回环或声学检测观察实际出声。左右是两组事件，不画RUNNING和首帧之间的固定时间顺序。</a:t>
            </a:r>
          </a:p>
          <a:p xmlns:a="http://schemas.openxmlformats.org/drawingml/2006/main">
            <a:r>
              <a:t>同一时钟域中可计算入口到状态确认的管理响应、队列发布到消费的等待、供数到RenderFrame的处理段。声学端到端要对齐采集时钟，不能直接相减不同机器时间戳。旧PA的post/get也可作为交接事件，与新引擎同业务语义对照。CPU时间、线程唤醒、欠载和能量应在同硬件、同负载、同输出设备和音量下联合观察；Buffer和块长差异必须记录。用户团队确认方向为时延降低、性能提升和功耗下降，本轮没有产品数值，最终收益等待数据。</a:t>
            </a:r>
          </a:p>
          <a:p xmlns:a="http://schemas.openxmlformats.org/drawingml/2006/main">
            <a:r>
              <a:t>采集时用session标识、可检测信号或标记帧把同一段目标音频关联起来，不能把启动后的静音首帧与目标声音的声学检测误配。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讲述安排：建议4分钟，包含逐步读图、停顿与互动。让听众选择要测管理响应还是声学端到端，并解释时钟对齐和目标声音标记。</a:t>
            </a:r>
          </a:p>
          <a:p xmlns:a="http://schemas.openxmlformats.org/drawingml/2006/main">
            <a:r>
              <a:t>转场：回顾已经用源码解释清楚的新旧设计差异。</a:t>
            </a:r>
          </a:p>
          <a:p xmlns:a="http://schemas.openxmlformats.org/drawingml/2006/main">
            <a:r>
              <a:t>技术边界：跨时钟域需对齐；CPU降低不能直接换算功耗百分比。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StartAudioStream / 等待RUNNING L1398–1454：https://gitcode.com/openharmony/multimedia_audio_framework/blob/3a2688e805df970739e3b0cebf9cc05d8cb24e9b/services/audio_service/client/src/renderer_in_client_public.cpp#L1398</a:t>
            </a:r>
          </a:p>
          <a:p xmlns:a="http://schemas.openxmlformats.org/drawingml/2006/main">
            <a:r>
              <a:t>STARTED 状态回程 L411–428：https://gitcode.com/openharmony/multimedia_audio_framework/blob/3a2688e805df970739e3b0cebf9cc05d8cb24e9b/services/audio_service/server/src/renderer_in_server.cpp#L411</a:t>
            </a:r>
          </a:p>
          <a:p xmlns:a="http://schemas.openxmlformats.org/drawingml/2006/main">
            <a:r>
              <a:t>PushRequest / HandleRequests / TryExpandQueue L57–145：https://gitcode.com/openharmony/multimedia_audio_framework/blob/3a2688e805df970739e3b0cebf9cc05d8cb24e9b/services/audio_engine/utils/hpae_no_lock_queue.cpp#L57</a:t>
            </a:r>
          </a:p>
          <a:p xmlns:a="http://schemas.openxmlformats.org/drawingml/2006/main">
            <a:r>
              <a:t>ProcessRenderUseTiming L2449–2477：https://gitcode.com/openharmony/multimedia_audio_framework/blob/c42a228d60b64a90d6b05cf26278a89253e5310b/frameworks/native/pulseaudio/modules/hdi/hdi_sink.c#L2449</a:t>
            </a:r>
          </a:p>
          <a:p xmlns:a="http://schemas.openxmlformats.org/drawingml/2006/main">
            <a:r>
              <a:t>ProcessHdiRendererPrimary / ThreadFuncWriteHDI L3821–3887：https://gitcode.com/openharmony/multimedia_audio_framework/blob/c42a228d60b64a90d6b05cf26278a89253e5310b/frameworks/native/pulseaudio/modules/hdi/hdi_sink.c#L3821</a:t>
            </a:r>
          </a:p>
          <a:p xmlns:a="http://schemas.openxmlformats.org/drawingml/2006/main">
            <a:r>
              <a:t>SinkOutput::DoProcess / RenderFrame L121–165：https://gitcode.com/openharmony/multimedia_audio_framework/blob/3a2688e805df970739e3b0cebf9cc05d8cb24e9b/services/audio_engine/node/src/hpae_sink_output_node.cpp#L121</a:t>
            </a:r>
          </a:p>
          <a:p xmlns:a="http://schemas.openxmlformats.org/drawingml/2006/main">
            <a:r>
              <a:t>WriteData L1122–1161：https://gitcode.com/openharmony/multimedia_audio_framework/blob/3a2688e805df970739e3b0cebf9cc05d8cb24e9b/services/audio_service/server/src/renderer_in_server.cpp#L1122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自研的技术价值，落在可验证的执行设计上</a:t>
            </a:r>
          </a:p>
          <a:p xmlns:a="http://schemas.openxmlformats.org/drawingml/2006/main">
            <a:r>
              <a:t>时间：4分钟</a:t>
            </a:r>
          </a:p>
          <a:p xmlns:a="http://schemas.openxmlformats.org/drawingml/2006/main">
            <a:r>
              <a:t>本页目标：线程、消息和节点生命周期共同支撑底座演进</a:t>
            </a:r>
          </a:p>
          <a:p xmlns:a="http://schemas.openxmlformats.org/drawingml/2006/main">
            <a:r>
              <a:t>承接：依据前面真实机制收束自研演进。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讲最后回顾已经逐图走过的机制。第一，普通主输出从旧render经primary.dq到HDI写线程，改为当前设备处理线程拉图后提交；少了一段明确的线程交接。第二，旧Start实例持PaLockGuard调用cork并经操作回调通知，新引擎把控制lambda原子发布给管理/设备队列，在处理上下文更新状态；这里比较组织方式，不能概括旧PA全有锁或当前全无锁。第三，旧hdi_sink的混音、场景音效、特殊通路实现被更明确的节点职责和簇连接组织；PA本身也有模块化，改进体现于当前底座的职责边界和可组合处理链。第四，Pause/Stop利用中间态与Gain完成回调协调断图，并防止过时回调误拆恢复的播放链。</a:t>
            </a:r>
          </a:p>
          <a:p xmlns:a="http://schemas.openxmlformats.org/drawingml/2006/main">
            <a:r>
              <a:t>这些设计仍在全局策略、服务状态和设备能力约束中工作。用户团队确认时延、性能和功耗方向性收益；具体产品数据和场景需要后续补充。附录提供缓存参数、队列容量、Pull条件和竞态核验，供答疑深入。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讲述安排：建议4分钟，包含逐步读图、停顿与互动。用四条已经展示的机制回顾，全套量化结果等待产品数据，不现场估算百分比。</a:t>
            </a:r>
          </a:p>
          <a:p xmlns:a="http://schemas.openxmlformats.org/drawingml/2006/main">
            <a:r>
              <a:t>转场：主讲结束，进入5分钟问答；按问题选择A1–A6。</a:t>
            </a:r>
          </a:p>
          <a:p xmlns:a="http://schemas.openxmlformats.org/drawingml/2006/main">
            <a:r>
              <a:t>技术边界：旧PA具有模块化与异步队列；不把本页当成全部功能差异表。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ProcessRenderUseTiming L2449–2477：https://gitcode.com/openharmony/multimedia_audio_framework/blob/c42a228d60b64a90d6b05cf26278a89253e5310b/frameworks/native/pulseaudio/modules/hdi/hdi_sink.c#L2449</a:t>
            </a:r>
          </a:p>
          <a:p xmlns:a="http://schemas.openxmlformats.org/drawingml/2006/main">
            <a:r>
              <a:t>ProcessHdiRendererPrimary / ThreadFuncWriteHDI L3821–3887：https://gitcode.com/openharmony/multimedia_audio_framework/blob/c42a228d60b64a90d6b05cf26278a89253e5310b/frameworks/native/pulseaudio/modules/hdi/hdi_sink.c#L3821</a:t>
            </a:r>
          </a:p>
          <a:p xmlns:a="http://schemas.openxmlformats.org/drawingml/2006/main">
            <a:r>
              <a:t>Start / pa_stream_cork L154–182：https://gitcode.com/openharmony/multimedia_audio_framework/blob/c42a228d60b64a90d6b05cf26278a89253e5310b/services/audio_service/server/src/pa_renderer_stream_impl.cpp#L154</a:t>
            </a:r>
          </a:p>
          <a:p xmlns:a="http://schemas.openxmlformats.org/drawingml/2006/main">
            <a:r>
              <a:t>PaLockGuard L25–63：https://gitcode.com/openharmony/multimedia_audio_framework/blob/c42a228d60b64a90d6b05cf26278a89253e5310b/services/audio_service/server/include/pa_adapter_tools.h#L25</a:t>
            </a:r>
          </a:p>
          <a:p xmlns:a="http://schemas.openxmlformats.org/drawingml/2006/main">
            <a:r>
              <a:t>PushRequestNode 原子发布 L172–191：https://gitcode.com/openharmony/multimedia_audio_framework/blob/3a2688e805df970739e3b0cebf9cc05d8cb24e9b/services/audio_engine/utils/hpae_no_lock_queue.cpp#L172</a:t>
            </a:r>
          </a:p>
          <a:p xmlns:a="http://schemas.openxmlformats.org/drawingml/2006/main">
            <a:r>
              <a:t>ProcessCluster::Connect L206–232：https://gitcode.com/openharmony/multimedia_audio_framework/blob/3a2688e805df970739e3b0cebf9cc05d8cb24e9b/services/audio_engine/node/src/hpae_process_cluster.cpp#L206</a:t>
            </a:r>
          </a:p>
          <a:p xmlns:a="http://schemas.openxmlformats.org/drawingml/2006/main">
            <a:r>
              <a:t>CreateSessionEffectNode L547–582：https://gitcode.com/openharmony/multimedia_audio_framework/blob/3a2688e805df970739e3b0cebf9cc05d8cb24e9b/services/audio_engine/node/src/hpae_process_cluster.cpp#L547</a:t>
            </a:r>
          </a:p>
          <a:p xmlns:a="http://schemas.openxmlformats.org/drawingml/2006/main">
            <a:r>
              <a:t>RendererManager::Start L919–945：https://gitcode.com/openharmony/multimedia_audio_framework/blob/3a2688e805df970739e3b0cebf9cc05d8cb24e9b/services/audio_engine/manager/src/hpae_renderer_manager.cpp#L919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 Buffer 参数怎样避免比错</a:t>
            </a:r>
          </a:p>
          <a:p xmlns:a="http://schemas.openxmlformats.org/drawingml/2006/main">
            <a:r>
              <a:t>时间：0分钟</a:t>
            </a:r>
          </a:p>
          <a:p xmlns:a="http://schemas.openxmlformats.org/drawingml/2006/main">
            <a:r>
              <a:t>本页目标：旧 PA 请求值与新引擎的帧粒度、字节提交块不能直接相减</a:t>
            </a:r>
          </a:p>
          <a:p xmlns:a="http://schemas.openxmlformats.org/drawingml/2006/main">
            <a:r>
              <a:t>承接：按Buffer数量、粒度与时延口径问题进入。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5.1 ConnectRendererStreamToPA以BUF_LENGTH_IN_MSEC为基准，普通流的prebuf与minreq对应20ms字节数，tlength与maxlength对应80ms；DUP/DUAL有不同分支。这些数值传给pa_stream_connect_playback并带ADJUST_LATENCY等flags，是请求的PA属性，不是端到端实测时延，也不是每个时刻真实库存。</a:t>
            </a:r>
          </a:p>
          <a:p xmlns:a="http://schemas.openxmlformats.org/drawingml/2006/main">
            <a:r>
              <a:t>当前HPAE则需分别看帧粒度frameLen/span、SinkOutput的字节提交块renderSize_、Converter已处理缓存和各处真实库存。设备迁移还会按目标设备调整frameLen并通知span。比较新旧时应固定业务语义、设备和负载，抓运行时属性与队列库存，不能用80减20直接宣布降低60m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讲述安排：按答疑问题选讲，不计入55分钟主讲。先走正常路径，再解释条件与边界。</a:t>
            </a:r>
          </a:p>
          <a:p xmlns:a="http://schemas.openxmlformats.org/drawingml/2006/main">
            <a:r>
              <a:t>转场：队列容量和异常路径见A2。</a:t>
            </a:r>
          </a:p>
          <a:p xmlns:a="http://schemas.openxmlformats.org/drawingml/2006/main">
            <a:r>
              <a:t>技术边界：20/80ms不是实测时延；新配置按设备变化。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ConnectRendererStreamToPA L673–702：https://gitcode.com/openharmony/multimedia_audio_framework/blob/c42a228d60b64a90d6b05cf26278a89253e5310b/services/audio_service/server/src/pa_adapter_manager.cpp#L673</a:t>
            </a:r>
          </a:p>
          <a:p xmlns:a="http://schemas.openxmlformats.org/drawingml/2006/main">
            <a:r>
              <a:t>ReadDataAndConvertFormat L680–707：https://gitcode.com/openharmony/multimedia_audio_framework/blob/3a2688e805df970739e3b0cebf9cc05d8cb24e9b/services/audio_engine/node/src/hpae_sink_output_node.cpp#L680</a:t>
            </a:r>
          </a:p>
          <a:p xmlns:a="http://schemas.openxmlformats.org/drawingml/2006/main">
            <a:r>
              <a:t>AddSingleNodeToSink L106–179：https://gitcode.com/openharmony/multimedia_audio_framework/blob/3a2688e805df970739e3b0cebf9cc05d8cb24e9b/services/audio_engine/manager/src/hpae_renderer_manager.cpp#L106</a:t>
            </a:r>
          </a:p>
          <a:p xmlns:a="http://schemas.openxmlformats.org/drawingml/2006/main">
            <a:r>
              <a:t>UPDATE_SPANSIZE 状态处理 L1157–1183：https://gitcode.com/openharmony/multimedia_audio_framework/blob/3a2688e805df970739e3b0cebf9cc05d8cb24e9b/services/audio_service/server/src/hpae_renderer_stream_impl.cpp#L1157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A2  队列容量与耗尽路径</a:t>
            </a:r>
          </a:p>
          <a:p xmlns:a="http://schemas.openxmlformats.org/drawingml/2006/main">
            <a:r>
              <a:t>时间：0分钟</a:t>
            </a:r>
          </a:p>
          <a:p xmlns:a="http://schemas.openxmlformats.org/drawingml/2006/main">
            <a:r>
              <a:t>本页目标：常规原子操作之外，扩容和容量耗尽必须纳入设计</a:t>
            </a:r>
          </a:p>
          <a:p xmlns:a="http://schemas.openxmlformats.org/drawingml/2006/main">
            <a:r>
              <a:t>承接：按消息队列容量、慢路径与可靠性问题进入。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无锁算法之外还要看容量。当前常量初始1000节点，90%使用阈值触发尝试扩容，每次最多增加1000，到5000封顶。若取空闲节点失败，PushRequest强制尝试扩容，再取一次；仍失败会上报队列异常并丢本次请求。TryExpandQueue在加锁前后均检查容量与阈值，锁内分配新块并追加到空闲节点链。</a:t>
            </a:r>
          </a:p>
          <a:p xmlns:a="http://schemas.openxmlformats.org/drawingml/2006/main">
            <a:r>
              <a:t>因此不能说每个Push恒定时间或从不分配。正常发布用原子操作，而慢路径仍可能发生互斥与内存分配。调用方也不能从void PushRequest接口推断所有请求已可靠送达；容量监控与产品负载测试仍有必要。这些是当前实现常量，不是性能指标。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讲述安排：按答疑问题选讲，不计入55分钟主讲。先走正常路径，再解释条件与边界。</a:t>
            </a:r>
          </a:p>
          <a:p xmlns:a="http://schemas.openxmlformats.org/drawingml/2006/main">
            <a:r>
              <a:t>转场：节点拉取与缓存命中见A3。</a:t>
            </a:r>
          </a:p>
          <a:p xmlns:a="http://schemas.openxmlformats.org/drawingml/2006/main">
            <a:r>
              <a:t>技术边界：达到上限不等于立即丢请求；仅无空闲节点且扩容后仍失败才丢弃。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PushRequest / HandleRequests / TryExpandQueue L57–145：https://gitcode.com/openharmony/multimedia_audio_framework/blob/3a2688e805df970739e3b0cebf9cc05d8cb24e9b/services/audio_engine/utils/hpae_no_lock_queue.cpp#L57</a:t>
            </a:r>
          </a:p>
          <a:p xmlns:a="http://schemas.openxmlformats.org/drawingml/2006/main">
            <a:r>
              <a:t>队列容量与扩容阈值 L28–38：https://gitcode.com/openharmony/multimedia_audio_framework/blob/3a2688e805df970739e3b0cebf9cc05d8cb24e9b/services/audio_engine/utils/hpae_no_lock_queue.h#L28</a:t>
            </a:r>
          </a:p>
          <a:p xmlns:a="http://schemas.openxmlformats.org/drawingml/2006/main">
            <a:r>
              <a:t>PushRequestNode 原子发布 L172–191：https://gitcode.com/openharmony/multimedia_audio_framework/blob/3a2688e805df970739e3b0cebf9cc05d8cb24e9b/services/audio_engine/utils/hpae_no_lock_queue.cpp#L172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A3  一次 Pull：有结果就取，空队列才计算</a:t>
            </a:r>
          </a:p>
          <a:p xmlns:a="http://schemas.openxmlformats.org/drawingml/2006/main">
            <a:r>
              <a:t>时间：0分钟</a:t>
            </a:r>
          </a:p>
          <a:p xmlns:a="http://schemas.openxmlformats.org/drawingml/2006/main">
            <a:r>
              <a:t>本页目标：OutputPort 的队列条件决定是否触发前驱节点处理</a:t>
            </a:r>
          </a:p>
          <a:p xmlns:a="http://schemas.openxmlformats.org/drawingml/2006/main">
            <a:r>
              <a:t>承接：按节点如何计算、是否每轮必算问题进入。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putPort::ReadPreOutputData遍历连接的前驱并调用其OutputPort::PullOutputData。OutputPort先检查outputData_队列，只有空队列才调用所属Node的DoProcess。随后若队列已有结果，移动back并pop_back返回；计算后仍为空就返回nullptr；InputPort只收集非空结果。图中橙色DoProcess是条件分支，不是每次Pull的必经步骤。</a:t>
            </a:r>
          </a:p>
          <a:p xmlns:a="http://schemas.openxmlformats.org/drawingml/2006/main">
            <a:r>
              <a:t>这解释为什么不能说一轮Process中所有节点必然各运行一次。下游按需要反向索取，上游已有结果可被消费；有些节点如Converter还维护自己独立的处理帧缓存，与端口结果队列不同。SinkOutput可能重复拉取并拼成设备renderSize。所有条件都来自现有代码，图中没有设置虚构的默认帧数或时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讲述安排：按答疑问题选讲，不计入55分钟主讲。先走正常路径，再解释条件与边界。</a:t>
            </a:r>
          </a:p>
          <a:p xmlns:a="http://schemas.openxmlformats.org/drawingml/2006/main">
            <a:r>
              <a:t>转场：公共服务层过时回调竞态见A4。</a:t>
            </a:r>
          </a:p>
          <a:p xmlns:a="http://schemas.openxmlformats.org/drawingml/2006/main">
            <a:r>
              <a:t>技术边界：端口结果队列与Converter内部缓存是不同对象。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InputPort::ReadPreOutputData L315–325：https://gitcode.com/openharmony/multimedia_audio_framework/blob/3a2688e805df970739e3b0cebf9cc05d8cb24e9b/services/audio_engine/node/include/hpae_node.h#L315</a:t>
            </a:r>
          </a:p>
          <a:p xmlns:a="http://schemas.openxmlformats.org/drawingml/2006/main">
            <a:r>
              <a:t>OutputPort::PullOutputData L389–404：https://gitcode.com/openharmony/multimedia_audio_framework/blob/3a2688e805df970739e3b0cebf9cc05d8cb24e9b/services/audio_engine/node/include/hpae_node.h#L389</a:t>
            </a:r>
          </a:p>
          <a:p xmlns:a="http://schemas.openxmlformats.org/drawingml/2006/main">
            <a:r>
              <a:t>ExtractOutputFromProcessedBuffer L815–840：https://gitcode.com/openharmony/multimedia_audio_framework/blob/3a2688e805df970739e3b0cebf9cc05d8cb24e9b/services/audio_engine/node/src/hpae_audio_format_converter_node.cpp#L815</a:t>
            </a:r>
          </a:p>
          <a:p xmlns:a="http://schemas.openxmlformats.org/drawingml/2006/main">
            <a:r>
              <a:t>ReadDataAndConvertFormat L680–707：https://gitcode.com/openharmony/multimedia_audio_framework/blob/3a2688e805df970739e3b0cebf9cc05d8cb24e9b/services/audio_engine/node/src/hpae_sink_output_node.cpp#L680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 迟到的 Drain 回调，怎样避免复活已停流</a:t>
            </a:r>
          </a:p>
          <a:p xmlns:a="http://schemas.openxmlformats.org/drawingml/2006/main">
            <a:r>
              <a:t>时间：0分钟</a:t>
            </a:r>
          </a:p>
          <a:p xmlns:a="http://schemas.openxmlformats.org/drawingml/2006/main">
            <a:r>
              <a:t>本页目标：服务状态检查挡住过时完成事件，体现跨层异步正确性</a:t>
            </a:r>
          </a:p>
          <a:p xmlns:a="http://schemas.openxmlformats.org/drawingml/2006/main">
            <a:r>
              <a:t>承接：按异步完成事件与服务状态一致性问题进入。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深入看整个底座的一个真实竞态。客户端Stop对普通流会先尝试Drain；Drain等待超时并不阻断后续Stop，因此服务端先因Stop请求进入STOPPING，再因OPERATION_STOPPED完成回调进入STOPPED，之后Drain回调才到。服务端OnStatusUpdate处理OPERATION_DRAINED时明确检查当前status_仍为I_STATUS_DRAINING，才恢复STARTED并发送Drain完成；若已经STOPPED等其他状态，不按旧Drain结果恢复。</a:t>
            </a:r>
          </a:p>
          <a:p xmlns:a="http://schemas.openxmlformats.org/drawingml/2006/main">
            <a:r>
              <a:t>这里画的是一种可能发生的交错，不是每次Stop必经的固定时序。条件检查让迟到完成事件不能覆盖更新的生命周期状态。它是当前公共流服务层的正确性设计，不应宣传为自研引擎独创。主讲Start展示管理状态与执行分叉，Pause展示设备内部过渡，这页则补公共服务如何处理过时异步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讲述安排：按答疑问题选讲，不计入55分钟主讲。先走正常路径，再解释条件与边界。</a:t>
            </a:r>
          </a:p>
          <a:p xmlns:a="http://schemas.openxmlformats.org/drawingml/2006/main">
            <a:r>
              <a:t>转场：新旧设备迁移组织对照见A5。</a:t>
            </a:r>
          </a:p>
          <a:p xmlns:a="http://schemas.openxmlformats.org/drawingml/2006/main">
            <a:r>
              <a:t>技术边界：公共服务层状态保护；不宣称自研新增或所有Stop都会Drain成功。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Drain迟到回调的状态保护 L450–477：https://gitcode.com/openharmony/multimedia_audio_framework/blob/3a2688e805df970739e3b0cebf9cc05d8cb24e9b/services/audio_service/server/src/renderer_in_server.cpp#L450</a:t>
            </a:r>
          </a:p>
          <a:p xmlns:a="http://schemas.openxmlformats.org/drawingml/2006/main">
            <a:r>
              <a:t>StopAudioStream L1554–1603：https://gitcode.com/openharmony/multimedia_audio_framework/blob/3a2688e805df970739e3b0cebf9cc05d8cb24e9b/services/audio_service/client/src/renderer_in_client_public.cpp#L1554</a:t>
            </a:r>
          </a:p>
          <a:p xmlns:a="http://schemas.openxmlformats.org/drawingml/2006/main">
            <a:r>
              <a:t>Stop设置STOPPING L1889–1916、OPERATION_STOPPED处理 L437–443：https://gitcode.com/openharmony/multimedia_audio_framework/blob/3a2688e805df970739e3b0cebf9cc05d8cb24e9b/services/audio_service/server/src/renderer_in_server.cpp#L437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 设备迁移：PA 与 HPAE 的真实设计对照</a:t>
            </a:r>
          </a:p>
          <a:p xmlns:a="http://schemas.openxmlformats.org/drawingml/2006/main">
            <a:r>
              <a:t>时间：0分钟</a:t>
            </a:r>
          </a:p>
          <a:p xmlns:a="http://schemas.openxmlformats.org/drawingml/2006/main">
            <a:r>
              <a:t>本页目标：旧方案已有输入对象复用，自研用 Manager 与节点图组织迁移</a:t>
            </a:r>
          </a:p>
          <a:p xmlns:a="http://schemas.openxmlformats.org/drawingml/2006/main">
            <a:r>
              <a:t>承接：按迁移机制和旧PA能力对照问题进入。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PA的libpulse发送MOVE_SINK_INPUT，控制上下文通过pa_sink_input_move_to迁移同一个sink_input。start_move同步向旧sink I/O发START_MOVE，让其detach并处理rewind。finish_move更新sink、resampler和音量，然后同步向目标I/O发FINISH_MOVE，目标attach并按latency条件处理drop/rewind。控制侧完成hook与订阅通知，协议ACK返回。两次send是等待I/O处理的握手；ACK也不等于声学切换无间隙。</a:t>
            </a:r>
          </a:p>
          <a:p xmlns:a="http://schemas.openxmlformats.org/drawingml/2006/main">
            <a:r>
              <a:t>新HPAE同样保留输入对象，旧Renderer在设备队列中断旧图并回调，HpaeManager交目标Renderer再次入队，更新设备信息与span，根据RUNNING状态连接目标过程簇。这里的设计对照是执行上下文、同步边界和节点状态组织，不是“旧方案重建流、新方案才复用对象”。两边都有可移动性或格式条件，不能推广任意流无损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讲述安排：按答疑问题选讲，不计入55分钟主讲。先走正常路径，再解释条件与边界。</a:t>
            </a:r>
          </a:p>
          <a:p xmlns:a="http://schemas.openxmlformats.org/drawingml/2006/main">
            <a:r>
              <a:t>转场：版本与路径适用范围见A6。</a:t>
            </a:r>
          </a:p>
          <a:p xmlns:a="http://schemas.openxmlformats.org/drawingml/2006/main">
            <a:r>
              <a:t>技术边界：旧PA固定bc6e4fe5；不把对象复用作为自研独有创新。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MoveSinkInputByIndexOrName L447–473：https://gitcode.com/openharmony/multimedia_audio_framework/blob/c42a228d60b64a90d6b05cf26278a89253e5310b/frameworks/native/audioadapter/src/pulse_audio_service_adapter_impl.cpp#L447</a:t>
            </a:r>
          </a:p>
          <a:p xmlns:a="http://schemas.openxmlformats.org/drawingml/2006/main">
            <a:r>
              <a:t>MoveSinkInputByIndexOrName L1065–1095：https://gitcode.com/openharmony/multimedia_audio_framework/blob/3a2688e805df970739e3b0cebf9cc05d8cb24e9b/services/audio_engine/manager/src/hpae_manager.cpp#L1065</a:t>
            </a:r>
          </a:p>
          <a:p xmlns:a="http://schemas.openxmlformats.org/drawingml/2006/main">
            <a:r>
              <a:t>MoveStreamSync L872–916：https://gitcode.com/openharmony/multimedia_audio_framework/blob/3a2688e805df970739e3b0cebf9cc05d8cb24e9b/services/audio_engine/manager/src/hpae_renderer_manager.cpp#L872</a:t>
            </a:r>
          </a:p>
          <a:p xmlns:a="http://schemas.openxmlformats.org/drawingml/2006/main">
            <a:r>
              <a:t>目标Manager接入与映射更新 L1181–1227：https://gitcode.com/openharmony/multimedia_audio_framework/blob/3a2688e805df970739e3b0cebf9cc05d8cb24e9b/services/audio_engine/manager/src/hpae_manager.cpp#L1181</a:t>
            </a:r>
          </a:p>
          <a:p xmlns:a="http://schemas.openxmlformats.org/drawingml/2006/main">
            <a:r>
              <a:t>AddSingleNodeToSink L106–179：https://gitcode.com/openharmony/multimedia_audio_framework/blob/3a2688e805df970739e3b0cebf9cc05d8cb24e9b/services/audio_engine/manager/src/hpae_renderer_manager.cpp#L106</a:t>
            </a:r>
          </a:p>
          <a:p xmlns:a="http://schemas.openxmlformats.org/drawingml/2006/main">
            <a:r>
              <a:t>UPDATE_SPANSIZE 状态处理 L1157–1183：https://gitcode.com/openharmony/multimedia_audio_framework/blob/3a2688e805df970739e3b0cebf9cc05d8cb24e9b/services/audio_service/server/src/hpae_renderer_stream_impl.cpp#L1157</a:t>
            </a:r>
          </a:p>
          <a:p xmlns:a="http://schemas.openxmlformats.org/drawingml/2006/main">
            <a:r>
              <a:t>PA move协议：https://gitcode.com/openharmony/third_party_pulseaudio/blob/bc6e4fe58232dbad60ae6ee5d83cf46d0fe9b3ca/src/pulsecore/protocol-native.c#L4483</a:t>
            </a:r>
          </a:p>
          <a:p xmlns:a="http://schemas.openxmlformats.org/drawingml/2006/main">
            <a:r>
              <a:t>PA start_move / finish_move / move_to：https://gitcode.com/openharmony/third_party_pulseaudio/blob/bc6e4fe58232dbad60ae6ee5d83cf46d0fe9b3ca/src/pulsecore/sink-input.c#L1867</a:t>
            </a:r>
          </a:p>
          <a:p xmlns:a="http://schemas.openxmlformats.org/drawingml/2006/main">
            <a:r>
              <a:t>PA finish_move：https://gitcode.com/openharmony/third_party_pulseaudio/blob/bc6e4fe58232dbad60ae6ee5d83cf46d0fe9b3ca/src/pulsecore/sink-input.c#L2159</a:t>
            </a:r>
          </a:p>
          <a:p xmlns:a="http://schemas.openxmlformats.org/drawingml/2006/main">
            <a:r>
              <a:t>PA sink I/O START_MOVE / FINISH_MOVE：https://gitcode.com/openharmony/third_party_pulseaudio/blob/bc6e4fe58232dbad60ae6ee5d83cf46d0fe9b3ca/src/pulsecore/sink.c#L2748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A6  版本、路径与证据范围</a:t>
            </a:r>
          </a:p>
          <a:p xmlns:a="http://schemas.openxmlformats.org/drawingml/2006/main">
            <a:r>
              <a:t>时间：0分钟</a:t>
            </a:r>
          </a:p>
          <a:p xmlns:a="http://schemas.openxmlformats.org/drawingml/2006/main">
            <a:r>
              <a:t>本页目标：固定提交解释实现，按路径限制结论</a:t>
            </a:r>
          </a:p>
          <a:p xmlns:a="http://schemas.openxmlformats.org/drawingml/2006/main">
            <a:r>
              <a:t>承接：最后提供固定源码与适用范围的复核入口。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当前框架固定3a2688e8，5.1框架c42a228d，第三方PA 5.1对象bc6e4fe5；完整SHA和每页固定函数行号都在讲稿与sources_and_claims中。当前普通路径下三项自研设计有源码依据，但GetPlaybackManager还有DIRECT、VOIP、硬件解码、Vivid等分支，一些构建还能通过SUPPORT_OLD_ENGINE/flag走旧PA。不能因为讲了普通HPAE就声称全系统所有流都按同一线程模型执行。</a:t>
            </a:r>
          </a:p>
          <a:p xmlns:a="http://schemas.openxmlformats.org/drawingml/2006/main">
            <a:r>
              <a:t>本次把证据分三类：函数、状态、队列与连接由固定源码说明；时延降低、性能提升、功耗降低及保持抗抖动是用户团队提供的定性结论；幅度、具体产品配置与声学完成需要同口径实验。三个层次各自有边界，资料可以直接用于讲机制，指标页等待产品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讲述安排：按答疑问题选讲，不计入55分钟主讲。先走正常路径，再解释条件与边界。</a:t>
            </a:r>
          </a:p>
          <a:p xmlns:a="http://schemas.openxmlformats.org/drawingml/2006/main">
            <a:r>
              <a:t>转场：结束答疑。</a:t>
            </a:r>
          </a:p>
          <a:p xmlns:a="http://schemas.openxmlformats.org/drawingml/2006/main">
            <a:r>
              <a:t>技术边界：OpenHarmony公开源码实现不自动等于所有内部产品配置。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GetPlaybackManager L29–64：https://gitcode.com/openharmony/multimedia_audio_framework/blob/3a2688e805df970739e3b0cebf9cc05d8cb24e9b/services/audio_service/server/src/i_stream_manager.cpp#L29</a:t>
            </a:r>
          </a:p>
          <a:p xmlns:a="http://schemas.openxmlformats.org/drawingml/2006/main">
            <a:r>
              <a:t>GetPlaybackManager L22–39：https://gitcode.com/openharmony/multimedia_audio_framework/blob/c42a228d60b64a90d6b05cf26278a89253e5310b/services/audio_service/server/src/i_stream_manager.cpp#L22</a:t>
            </a:r>
          </a:p>
          <a:p xmlns:a="http://schemas.openxmlformats.org/drawingml/2006/main">
            <a:r>
              <a:t>paDaemonThread / ohos_pa_main L261–273：https://gitcode.com/openharmony/multimedia_audio_framework/blob/c42a228d60b64a90d6b05cf26278a89253e5310b/services/audio_service/server/src/audio_server.cpp#L261</a:t>
            </a:r>
          </a:p>
          <a:p xmlns:a="http://schemas.openxmlformats.org/drawingml/2006/main">
            <a:r>
              <a:t>PushRequestNode 原子发布 L172–191：https://gitcode.com/openharmony/multimedia_audio_framework/blob/3a2688e805df970739e3b0cebf9cc05d8cb24e9b/services/audio_engine/utils/hpae_no_lock_queue.cpp#L172</a:t>
            </a:r>
          </a:p>
          <a:p xmlns:a="http://schemas.openxmlformats.org/drawingml/2006/main">
            <a:r>
              <a:t>ProcessCluster::Connect L206–232：https://gitcode.com/openharmony/multimedia_audio_framework/blob/3a2688e805df970739e3b0cebf9cc05d8cb24e9b/services/audio_engine/node/src/hpae_process_cluster.cpp#L206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b779ddfdb942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cb141cc184b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53b9408274b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d302a94c64a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a1f731052344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bec991e0744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66E273-9403-4EDB-AB2E-09BA7D402D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F732546-8F84-49CE-9E70-07268C05E4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F8AFFA-8ABB-4571-A9DC-F0B16FF076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CF5EE3-631C-4D48-9796-FC58052F25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45DCB8F-ECB8-4A34-A663-9FE24ED92A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49AAEA-C7CD-4B3F-91F6-8C84AA95A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6D0FE1-407C-4546-8F55-47F26E6364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FA6560-8460-4CC2-875B-BB38126CAA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86D7D5-1ED6-4402-B557-81E3682F49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FE9087-F277-4CE1-A1A6-97B9237368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b05c877ccd4fd2" /><Relationship Type="http://schemas.openxmlformats.org/officeDocument/2006/relationships/slideLayout" Target="/ppt/slideLayouts/slideLayout1.xml" Id="R645cf1c3a1844193" /><Relationship Type="http://schemas.openxmlformats.org/officeDocument/2006/relationships/slideLayout" Target="/ppt/slideLayouts/slideLayout2.xml" Id="Rf27694111f414fa9" /><Relationship Type="http://schemas.openxmlformats.org/officeDocument/2006/relationships/slideLayout" Target="/ppt/slideLayouts/slideLayout3.xml" Id="Rea5806f0974b43db" /><Relationship Type="http://schemas.openxmlformats.org/officeDocument/2006/relationships/slideLayout" Target="/ppt/slideLayouts/slideLayout4.xml" Id="R4c2ba7f6430f456f" /><Relationship Type="http://schemas.openxmlformats.org/officeDocument/2006/relationships/slideLayout" Target="/ppt/slideLayouts/slideLayout5.xml" Id="Rd1275d18da9249a7" /><Relationship Type="http://schemas.openxmlformats.org/officeDocument/2006/relationships/slideLayout" Target="/ppt/slideLayouts/slideLayout6.xml" Id="R3ae89ae5a14642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5cf1c3a1844193"/>
    <p:sldLayoutId xmlns:r="http://schemas.openxmlformats.org/officeDocument/2006/relationships" id="2147483650" r:id="Rf27694111f414fa9"/>
    <p:sldLayoutId xmlns:r="http://schemas.openxmlformats.org/officeDocument/2006/relationships" id="2147483651" r:id="Rea5806f0974b43db"/>
    <p:sldLayoutId xmlns:r="http://schemas.openxmlformats.org/officeDocument/2006/relationships" id="2147483652" r:id="R4c2ba7f6430f456f"/>
    <p:sldLayoutId xmlns:r="http://schemas.openxmlformats.org/officeDocument/2006/relationships" id="2147483653" r:id="Rd1275d18da9249a7"/>
    <p:sldLayoutId xmlns:r="http://schemas.openxmlformats.org/officeDocument/2006/relationships" id="2147483654" r:id="R3ae89ae5a14642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4c0e5336044866" /><Relationship Type="http://schemas.openxmlformats.org/officeDocument/2006/relationships/notesSlide" Target="/ppt/notesSlides/notesSlide1.xml" Id="R73737d163df841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8bcf99d98e4efb" /><Relationship Type="http://schemas.openxmlformats.org/officeDocument/2006/relationships/notesSlide" Target="/ppt/notesSlides/notesSlide2.xml" Id="R87a927f625b24e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7a06644cb3476e" /><Relationship Type="http://schemas.openxmlformats.org/officeDocument/2006/relationships/notesSlide" Target="/ppt/notesSlides/notesSlide3.xml" Id="R0cd63a58ac9a4d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22888da224472" /><Relationship Type="http://schemas.openxmlformats.org/officeDocument/2006/relationships/notesSlide" Target="/ppt/notesSlides/notesSlide4.xml" Id="Rf4d9b4ebd9034f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be369a168415f" /><Relationship Type="http://schemas.openxmlformats.org/officeDocument/2006/relationships/notesSlide" Target="/ppt/notesSlides/notesSlide5.xml" Id="R35c0921355e64b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2101567238455f" /><Relationship Type="http://schemas.openxmlformats.org/officeDocument/2006/relationships/notesSlide" Target="/ppt/notesSlides/notesSlide6.xml" Id="R0a183f4a335340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2559298e0a4be0" /><Relationship Type="http://schemas.openxmlformats.org/officeDocument/2006/relationships/notesSlide" Target="/ppt/notesSlides/notesSlide7.xml" Id="R57cc12414fc648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0f5d08d544b8c" /><Relationship Type="http://schemas.openxmlformats.org/officeDocument/2006/relationships/notesSlide" Target="/ppt/notesSlides/notesSlide8.xml" Id="Rfc9d6eb1361b49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9915d5b1eb4acb" /><Relationship Type="http://schemas.openxmlformats.org/officeDocument/2006/relationships/notesSlide" Target="/ppt/notesSlides/notesSlide9.xml" Id="R2022851376cb4d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01c5a01dc04a97" /><Relationship Type="http://schemas.openxmlformats.org/officeDocument/2006/relationships/notesSlide" Target="/ppt/notesSlides/notesSlide10.xml" Id="R35126c38573e40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ade57c4e94417" /><Relationship Type="http://schemas.openxmlformats.org/officeDocument/2006/relationships/notesSlide" Target="/ppt/notesSlides/notesSlide11.xml" Id="Rc166029f86e142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3c4504bdc4545" /><Relationship Type="http://schemas.openxmlformats.org/officeDocument/2006/relationships/notesSlide" Target="/ppt/notesSlides/notesSlide12.xml" Id="Rf552896b72674d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ff4da5455b4a9b" /><Relationship Type="http://schemas.openxmlformats.org/officeDocument/2006/relationships/notesSlide" Target="/ppt/notesSlides/notesSlide13.xml" Id="R1737cf700b854d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f7238b3ab4cc0" /><Relationship Type="http://schemas.openxmlformats.org/officeDocument/2006/relationships/notesSlide" Target="/ppt/notesSlides/notesSlide14.xml" Id="R5e933934ef6049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0570d5ece41f9" /><Relationship Type="http://schemas.openxmlformats.org/officeDocument/2006/relationships/notesSlide" Target="/ppt/notesSlides/notesSlide15.xml" Id="Rded141b5910041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b416117984543" /><Relationship Type="http://schemas.openxmlformats.org/officeDocument/2006/relationships/notesSlide" Target="/ppt/notesSlides/notesSlide16.xml" Id="Rec3140511a7046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1967aefa6e429a" /><Relationship Type="http://schemas.openxmlformats.org/officeDocument/2006/relationships/notesSlide" Target="/ppt/notesSlides/notesSlide17.xml" Id="R3273fcacb8a240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637efaaae54055" /><Relationship Type="http://schemas.openxmlformats.org/officeDocument/2006/relationships/notesSlide" Target="/ppt/notesSlides/notesSlide18.xml" Id="Re05b1f405450410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b8864724dc4f84" /><Relationship Type="http://schemas.openxmlformats.org/officeDocument/2006/relationships/notesSlide" Target="/ppt/notesSlides/notesSlide19.xml" Id="Rf880d22c4fcd4c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6b8d7f45a641cc" /><Relationship Type="http://schemas.openxmlformats.org/officeDocument/2006/relationships/notesSlide" Target="/ppt/notesSlides/notesSlide20.xml" Id="R25b3671519414a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984b7404a446c6" /><Relationship Type="http://schemas.openxmlformats.org/officeDocument/2006/relationships/notesSlide" Target="/ppt/notesSlides/notesSlide21.xml" Id="R2c5c1870a1794f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object-0">
            <a:extLst xmlns:a="http://schemas.openxmlformats.org/drawingml/2006/main">
              <a:ext uri="{FF2B5EF4-FFF2-40B4-BE49-F238E27FC236}">
                <a16:creationId xmlns:a16="http://schemas.microsoft.com/office/drawing/2014/main" id="{B7A656A4-BFC1-4B9C-989F-E22CC21A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主讲</a:t>
            </a:r>
          </a:p>
        </p:txBody>
      </p:sp>
      <p:sp>
        <p:nvSpPr>
          <p:cNvPr id="2" name="object-1">
            <a:extLst xmlns:a="http://schemas.openxmlformats.org/drawingml/2006/main">
              <a:ext uri="{FF2B5EF4-FFF2-40B4-BE49-F238E27FC236}">
                <a16:creationId xmlns:a16="http://schemas.microsoft.com/office/drawing/2014/main" id="{F27C9118-C162-449C-A746-469FD6F7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一次 Start，什么时候才算开始播放？</a:t>
            </a:r>
          </a:p>
        </p:txBody>
      </p:sp>
      <p:sp>
        <p:nvSpPr>
          <p:cNvPr id="3" name="object-2">
            <a:extLst xmlns:a="http://schemas.openxmlformats.org/drawingml/2006/main">
              <a:ext uri="{FF2B5EF4-FFF2-40B4-BE49-F238E27FC236}">
                <a16:creationId xmlns:a16="http://schemas.microsoft.com/office/drawing/2014/main" id="{B0DC3B5E-9C68-41AA-A8AA-61D5606A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状态确认、数据消费与实际出声，需要分别理解</a:t>
            </a:r>
          </a:p>
        </p:txBody>
      </p:sp>
      <p:sp>
        <p:nvSpPr>
          <p:cNvPr id="4" name="object-3">
            <a:extLst xmlns:a="http://schemas.openxmlformats.org/drawingml/2006/main">
              <a:ext uri="{FF2B5EF4-FFF2-40B4-BE49-F238E27FC236}">
                <a16:creationId xmlns:a16="http://schemas.microsoft.com/office/drawing/2014/main" id="{369E40A5-D8AA-4176-9910-E09A3D19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同一次播放，三个不同的观察点</a:t>
            </a:r>
          </a:p>
        </p:txBody>
      </p:sp>
      <p:sp>
        <p:nvSpPr>
          <p:cNvPr id="5" name="object-4">
            <a:extLst xmlns:a="http://schemas.openxmlformats.org/drawingml/2006/main">
              <a:ext uri="{FF2B5EF4-FFF2-40B4-BE49-F238E27FC236}">
                <a16:creationId xmlns:a16="http://schemas.microsoft.com/office/drawing/2014/main" id="{3E182C44-3B11-41D3-A71B-E4982610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2575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bject-5">
            <a:extLst xmlns:a="http://schemas.openxmlformats.org/drawingml/2006/main">
              <a:ext uri="{FF2B5EF4-FFF2-40B4-BE49-F238E27FC236}">
                <a16:creationId xmlns:a16="http://schemas.microsoft.com/office/drawing/2014/main" id="{755E3080-53EA-4A55-AA51-30FCF476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调用开始</a:t>
            </a:r>
          </a:p>
        </p:txBody>
      </p:sp>
      <p:sp>
        <p:nvSpPr>
          <p:cNvPr id="7" name="object-6">
            <a:extLst xmlns:a="http://schemas.openxmlformats.org/drawingml/2006/main">
              <a:ext uri="{FF2B5EF4-FFF2-40B4-BE49-F238E27FC236}">
                <a16:creationId xmlns:a16="http://schemas.microsoft.com/office/drawing/2014/main" id="{B23D7240-3167-4F3F-AD7B-8E687FD8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StartAudioStream()</a:t>
            </a:r>
          </a:p>
        </p:txBody>
      </p:sp>
      <p:sp>
        <p:nvSpPr>
          <p:cNvPr id="8" name="object-7">
            <a:extLst xmlns:a="http://schemas.openxmlformats.org/drawingml/2006/main">
              <a:ext uri="{FF2B5EF4-FFF2-40B4-BE49-F238E27FC236}">
                <a16:creationId xmlns:a16="http://schemas.microsoft.com/office/drawing/2014/main" id="{B206556F-CB4C-4618-B3DD-353B4FE0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应用请求播放</a:t>
            </a:r>
          </a:p>
        </p:txBody>
      </p:sp>
      <p:sp>
        <p:nvSpPr>
          <p:cNvPr id="9" name="object-8">
            <a:extLst xmlns:a="http://schemas.openxmlformats.org/drawingml/2006/main">
              <a:ext uri="{FF2B5EF4-FFF2-40B4-BE49-F238E27FC236}">
                <a16:creationId xmlns:a16="http://schemas.microsoft.com/office/drawing/2014/main" id="{3BFE582F-B2FC-4DD8-97E1-69A1188E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3257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IPC 返回后</a:t>
            </a:r>
          </a:p>
          <a:p xmlns:a="http://schemas.openxmlformats.org/drawingml/2006/main">
            <a: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仍等待 RUNNING</a:t>
            </a:r>
          </a:p>
        </p:txBody>
      </p:sp>
      <p:sp>
        <p:nvSpPr>
          <p:cNvPr id="10" name="object-9">
            <a:extLst xmlns:a="http://schemas.openxmlformats.org/drawingml/2006/main">
              <a:ext uri="{FF2B5EF4-FFF2-40B4-BE49-F238E27FC236}">
                <a16:creationId xmlns:a16="http://schemas.microsoft.com/office/drawing/2014/main" id="{510A441C-35BF-4533-A372-35890BBE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32575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bject-10">
            <a:extLst xmlns:a="http://schemas.openxmlformats.org/drawingml/2006/main">
              <a:ext uri="{FF2B5EF4-FFF2-40B4-BE49-F238E27FC236}">
                <a16:creationId xmlns:a16="http://schemas.microsoft.com/office/drawing/2014/main" id="{BC17B774-DE07-4E9D-8B55-C49B8C83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990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管理状态</a:t>
            </a:r>
          </a:p>
        </p:txBody>
      </p:sp>
      <p:sp>
        <p:nvSpPr>
          <p:cNvPr id="12" name="object-11">
            <a:extLst xmlns:a="http://schemas.openxmlformats.org/drawingml/2006/main">
              <a:ext uri="{FF2B5EF4-FFF2-40B4-BE49-F238E27FC236}">
                <a16:creationId xmlns:a16="http://schemas.microsoft.com/office/drawing/2014/main" id="{A9E0419D-66AA-47F8-972B-20E4A34A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62375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OnOperationHandled</a:t>
            </a:r>
          </a:p>
        </p:txBody>
      </p:sp>
      <p:sp>
        <p:nvSpPr>
          <p:cNvPr id="13" name="object-12">
            <a:extLst xmlns:a="http://schemas.openxmlformats.org/drawingml/2006/main">
              <a:ext uri="{FF2B5EF4-FFF2-40B4-BE49-F238E27FC236}">
                <a16:creationId xmlns:a16="http://schemas.microsoft.com/office/drawing/2014/main" id="{B345AA3B-2B8E-45D8-8848-3CD51966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客户端进入 RUNNING</a:t>
            </a:r>
          </a:p>
        </p:txBody>
      </p:sp>
      <p:sp>
        <p:nvSpPr>
          <p:cNvPr id="14" name="object-13">
            <a:extLst xmlns:a="http://schemas.openxmlformats.org/drawingml/2006/main">
              <a:ext uri="{FF2B5EF4-FFF2-40B4-BE49-F238E27FC236}">
                <a16:creationId xmlns:a16="http://schemas.microsoft.com/office/drawing/2014/main" id="{E5FB77A7-2689-4548-B2CA-808324E5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57750"/>
            <a:ext cx="3257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确认状态</a:t>
            </a:r>
          </a:p>
          <a:p xmlns:a="http://schemas.openxmlformats.org/drawingml/2006/main">
            <a: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没有首帧完成屏障</a:t>
            </a:r>
          </a:p>
        </p:txBody>
      </p:sp>
      <p:sp>
        <p:nvSpPr>
          <p:cNvPr id="15" name="object-14">
            <a:extLst xmlns:a="http://schemas.openxmlformats.org/drawingml/2006/main">
              <a:ext uri="{FF2B5EF4-FFF2-40B4-BE49-F238E27FC236}">
                <a16:creationId xmlns:a16="http://schemas.microsoft.com/office/drawing/2014/main" id="{B3F30BEE-5F97-489D-9352-DBC31C7C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32575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bject-15">
            <a:extLst xmlns:a="http://schemas.openxmlformats.org/drawingml/2006/main">
              <a:ext uri="{FF2B5EF4-FFF2-40B4-BE49-F238E27FC236}">
                <a16:creationId xmlns:a16="http://schemas.microsoft.com/office/drawing/2014/main" id="{C4C5DDCC-BB2E-45F9-89D9-CEADD1C2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设备提交</a:t>
            </a:r>
          </a:p>
        </p:txBody>
      </p:sp>
      <p:sp>
        <p:nvSpPr>
          <p:cNvPr id="17" name="object-16">
            <a:extLst xmlns:a="http://schemas.openxmlformats.org/drawingml/2006/main">
              <a:ext uri="{FF2B5EF4-FFF2-40B4-BE49-F238E27FC236}">
                <a16:creationId xmlns:a16="http://schemas.microsoft.com/office/drawing/2014/main" id="{537C3119-19F8-4C9F-A14B-F50293B6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62375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RenderFrame()</a:t>
            </a:r>
          </a:p>
        </p:txBody>
      </p:sp>
      <p:sp>
        <p:nvSpPr>
          <p:cNvPr id="18" name="object-17">
            <a:extLst xmlns:a="http://schemas.openxmlformats.org/drawingml/2006/main">
              <a:ext uri="{FF2B5EF4-FFF2-40B4-BE49-F238E27FC236}">
                <a16:creationId xmlns:a16="http://schemas.microsoft.com/office/drawing/2014/main" id="{2BCF36DE-C16F-4482-9B8F-9C62F367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86250"/>
            <a:ext cx="325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引擎向设备提交数据</a:t>
            </a:r>
          </a:p>
        </p:txBody>
      </p:sp>
      <p:sp>
        <p:nvSpPr>
          <p:cNvPr id="19" name="object-18">
            <a:extLst xmlns:a="http://schemas.openxmlformats.org/drawingml/2006/main">
              <a:ext uri="{FF2B5EF4-FFF2-40B4-BE49-F238E27FC236}">
                <a16:creationId xmlns:a16="http://schemas.microsoft.com/office/drawing/2014/main" id="{7F9900A0-1D61-47D7-9936-E6F3D591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257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提交接口返回</a:t>
            </a:r>
          </a:p>
          <a:p xmlns:a="http://schemas.openxmlformats.org/drawingml/2006/main">
            <a: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仍不等于声学出声</a:t>
            </a:r>
          </a:p>
        </p:txBody>
      </p:sp>
      <p:sp>
        <p:nvSpPr>
          <p:cNvPr id="20" name="object-19">
            <a:extLst xmlns:a="http://schemas.openxmlformats.org/drawingml/2006/main">
              <a:ext uri="{FF2B5EF4-FFF2-40B4-BE49-F238E27FC236}">
                <a16:creationId xmlns:a16="http://schemas.microsoft.com/office/drawing/2014/main" id="{28C25837-9A2E-440B-9518-C2FF60C6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今天沿 Start、Pause、Move 看系统协作，再比较 PA 与自研的执行设计</a:t>
            </a:r>
          </a:p>
        </p:txBody>
      </p:sp>
      <p:sp>
        <p:nvSpPr>
          <p:cNvPr id="21" name="object-20">
            <a:extLst xmlns:a="http://schemas.openxmlformats.org/drawingml/2006/main">
              <a:ext uri="{FF2B5EF4-FFF2-40B4-BE49-F238E27FC236}">
                <a16:creationId xmlns:a16="http://schemas.microsoft.com/office/drawing/2014/main" id="{5F12C330-83AC-4297-820C-5208E514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并列观察点，不表示固定时间顺序；普通 HPAE 路径</a:t>
            </a:r>
          </a:p>
        </p:txBody>
      </p:sp>
      <p:sp>
        <p:nvSpPr>
          <p:cNvPr id="22" name="object-21">
            <a:extLst xmlns:a="http://schemas.openxmlformats.org/drawingml/2006/main">
              <a:ext uri="{FF2B5EF4-FFF2-40B4-BE49-F238E27FC236}">
                <a16:creationId xmlns:a16="http://schemas.microsoft.com/office/drawing/2014/main" id="{549D05CE-9EAB-443F-ACEF-18A8FB33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912512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object-22">
            <a:extLst xmlns:a="http://schemas.openxmlformats.org/drawingml/2006/main">
              <a:ext uri="{FF2B5EF4-FFF2-40B4-BE49-F238E27FC236}">
                <a16:creationId xmlns:a16="http://schemas.microsoft.com/office/drawing/2014/main" id="{E63BBCD4-0400-44C4-A6D1-1E526F40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主讲</a:t>
            </a:r>
          </a:p>
        </p:txBody>
      </p:sp>
      <p:sp>
        <p:nvSpPr>
          <p:cNvPr id="2" name="object-23">
            <a:extLst xmlns:a="http://schemas.openxmlformats.org/drawingml/2006/main">
              <a:ext uri="{FF2B5EF4-FFF2-40B4-BE49-F238E27FC236}">
                <a16:creationId xmlns:a16="http://schemas.microsoft.com/office/drawing/2014/main" id="{DC6B795B-B628-47C5-A104-6A2AF0A4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音频底座的对象与通信通道</a:t>
            </a:r>
          </a:p>
        </p:txBody>
      </p:sp>
      <p:sp>
        <p:nvSpPr>
          <p:cNvPr id="3" name="object-24">
            <a:extLst xmlns:a="http://schemas.openxmlformats.org/drawingml/2006/main">
              <a:ext uri="{FF2B5EF4-FFF2-40B4-BE49-F238E27FC236}">
                <a16:creationId xmlns:a16="http://schemas.microsoft.com/office/drawing/2014/main" id="{C1C9BFD5-585D-4F1F-923E-38E5C601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控制经过 IPC 和请求队列，音频数据从共享缓冲进入处理图</a:t>
            </a:r>
          </a:p>
        </p:txBody>
      </p:sp>
      <p:sp>
        <p:nvSpPr>
          <p:cNvPr id="4" name="object-25">
            <a:extLst xmlns:a="http://schemas.openxmlformats.org/drawingml/2006/main">
              <a:ext uri="{FF2B5EF4-FFF2-40B4-BE49-F238E27FC236}">
                <a16:creationId xmlns:a16="http://schemas.microsoft.com/office/drawing/2014/main" id="{B7CD7FFD-6CDA-4EDC-B77C-C045B2D3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bject-26">
            <a:extLst xmlns:a="http://schemas.openxmlformats.org/drawingml/2006/main">
              <a:ext uri="{FF2B5EF4-FFF2-40B4-BE49-F238E27FC236}">
                <a16:creationId xmlns:a16="http://schemas.microsoft.com/office/drawing/2014/main" id="{B87745CC-4DCA-4BEF-9BF5-D58A7551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262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RendererInClient</a:t>
            </a:r>
          </a:p>
        </p:txBody>
      </p:sp>
      <p:sp>
        <p:nvSpPr>
          <p:cNvPr id="6" name="object-27">
            <a:extLst xmlns:a="http://schemas.openxmlformats.org/drawingml/2006/main">
              <a:ext uri="{FF2B5EF4-FFF2-40B4-BE49-F238E27FC236}">
                <a16:creationId xmlns:a16="http://schemas.microsoft.com/office/drawing/2014/main" id="{9016D34E-36CE-4F45-8D78-66C79ADA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2887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bject-28">
            <a:extLst xmlns:a="http://schemas.openxmlformats.org/drawingml/2006/main">
              <a:ext uri="{FF2B5EF4-FFF2-40B4-BE49-F238E27FC236}">
                <a16:creationId xmlns:a16="http://schemas.microsoft.com/office/drawing/2014/main" id="{BD527A3B-BA8A-412A-9FB8-A1E50C8A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86025"/>
            <a:ext cx="262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RendererInServer</a:t>
            </a:r>
          </a:p>
        </p:txBody>
      </p:sp>
      <p:sp>
        <p:nvSpPr>
          <p:cNvPr id="8" name="object-29">
            <a:extLst xmlns:a="http://schemas.openxmlformats.org/drawingml/2006/main">
              <a:ext uri="{FF2B5EF4-FFF2-40B4-BE49-F238E27FC236}">
                <a16:creationId xmlns:a16="http://schemas.microsoft.com/office/drawing/2014/main" id="{16636753-24E7-442A-8A8A-D25B9485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2887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77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bject-30">
            <a:extLst xmlns:a="http://schemas.openxmlformats.org/drawingml/2006/main">
              <a:ext uri="{FF2B5EF4-FFF2-40B4-BE49-F238E27FC236}">
                <a16:creationId xmlns:a16="http://schemas.microsoft.com/office/drawing/2014/main" id="{12294EAE-0D06-4DE8-8532-62129388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86025"/>
            <a:ext cx="262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策略会话 / 路由</a:t>
            </a:r>
          </a:p>
        </p:txBody>
      </p:sp>
      <p:sp>
        <p:nvSpPr>
          <p:cNvPr id="10" name="line-31">
            <a:extLst xmlns:a="http://schemas.openxmlformats.org/drawingml/2006/main">
              <a:ext uri="{FF2B5EF4-FFF2-40B4-BE49-F238E27FC236}">
                <a16:creationId xmlns:a16="http://schemas.microsoft.com/office/drawing/2014/main" id="{A972D631-BE7A-4C5C-8613-3CFB84A2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33675"/>
            <a:ext cx="1200150" cy="9525"/>
          </a:xfrm>
          <a:custGeom xmlns:a="http://schemas.openxmlformats.org/drawingml/2006/main">
            <a:pathLst>
              <a:path w="1200150" h="952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1" name="line-32">
            <a:extLst xmlns:a="http://schemas.openxmlformats.org/drawingml/2006/main">
              <a:ext uri="{FF2B5EF4-FFF2-40B4-BE49-F238E27FC236}">
                <a16:creationId xmlns:a16="http://schemas.microsoft.com/office/drawing/2014/main" id="{C1303FAA-D8EF-4799-8DB8-95CB8096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482" y="27336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2" name="line-33">
            <a:extLst xmlns:a="http://schemas.openxmlformats.org/drawingml/2006/main">
              <a:ext uri="{FF2B5EF4-FFF2-40B4-BE49-F238E27FC236}">
                <a16:creationId xmlns:a16="http://schemas.microsoft.com/office/drawing/2014/main" id="{AABB783A-C816-4F83-B392-B3AF0B5D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482" y="26922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3" name="object-34">
            <a:extLst xmlns:a="http://schemas.openxmlformats.org/drawingml/2006/main">
              <a:ext uri="{FF2B5EF4-FFF2-40B4-BE49-F238E27FC236}">
                <a16:creationId xmlns:a16="http://schemas.microsoft.com/office/drawing/2014/main" id="{C3A91CD8-0ED4-4E91-B5AD-966F83D5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109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IPC</a:t>
            </a:r>
          </a:p>
        </p:txBody>
      </p:sp>
      <p:sp>
        <p:nvSpPr>
          <p:cNvPr id="14" name="line-35">
            <a:extLst xmlns:a="http://schemas.openxmlformats.org/drawingml/2006/main">
              <a:ext uri="{FF2B5EF4-FFF2-40B4-BE49-F238E27FC236}">
                <a16:creationId xmlns:a16="http://schemas.microsoft.com/office/drawing/2014/main" id="{0CC103F5-346F-4162-B55E-C96551FE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33675"/>
            <a:ext cx="1190625" cy="9525"/>
          </a:xfrm>
          <a:custGeom xmlns:a="http://schemas.openxmlformats.org/drawingml/2006/main">
            <a:pathLst>
              <a:path w="1190625" h="9525">
                <a:moveTo>
                  <a:pt x="0" y="0"/>
                </a:moveTo>
                <a:lnTo>
                  <a:pt x="1190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87798"/>
            </a:solidFill>
            <a:prstDash val="solid"/>
          </a:ln>
        </p:spPr>
      </p:sp>
      <p:sp>
        <p:nvSpPr>
          <p:cNvPr id="15" name="line-36">
            <a:extLst xmlns:a="http://schemas.openxmlformats.org/drawingml/2006/main">
              <a:ext uri="{FF2B5EF4-FFF2-40B4-BE49-F238E27FC236}">
                <a16:creationId xmlns:a16="http://schemas.microsoft.com/office/drawing/2014/main" id="{6FAB0E6C-90B7-4C3F-8E50-B8679625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07" y="27336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87798"/>
            </a:solidFill>
            <a:prstDash val="solid"/>
          </a:ln>
        </p:spPr>
      </p:sp>
      <p:sp>
        <p:nvSpPr>
          <p:cNvPr id="16" name="line-37">
            <a:extLst xmlns:a="http://schemas.openxmlformats.org/drawingml/2006/main">
              <a:ext uri="{FF2B5EF4-FFF2-40B4-BE49-F238E27FC236}">
                <a16:creationId xmlns:a16="http://schemas.microsoft.com/office/drawing/2014/main" id="{522B2097-2A9B-471A-886E-93D117F1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07" y="26922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87798"/>
            </a:solidFill>
            <a:prstDash val="solid"/>
          </a:ln>
        </p:spPr>
      </p:sp>
      <p:sp>
        <p:nvSpPr>
          <p:cNvPr id="17" name="object-38">
            <a:extLst xmlns:a="http://schemas.openxmlformats.org/drawingml/2006/main">
              <a:ext uri="{FF2B5EF4-FFF2-40B4-BE49-F238E27FC236}">
                <a16:creationId xmlns:a16="http://schemas.microsoft.com/office/drawing/2014/main" id="{608FE9F4-AA34-4EAE-AC22-AAE50B98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24200"/>
            <a:ext cx="266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rPr>
              <a:t>会话操作 / 设备选择</a:t>
            </a:r>
          </a:p>
        </p:txBody>
      </p:sp>
      <p:sp>
        <p:nvSpPr>
          <p:cNvPr id="18" name="object-39">
            <a:extLst xmlns:a="http://schemas.openxmlformats.org/drawingml/2006/main">
              <a:ext uri="{FF2B5EF4-FFF2-40B4-BE49-F238E27FC236}">
                <a16:creationId xmlns:a16="http://schemas.microsoft.com/office/drawing/2014/main" id="{2216EE13-9A97-4F40-8DC0-1E0194C6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4332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40">
            <a:extLst xmlns:a="http://schemas.openxmlformats.org/drawingml/2006/main">
              <a:ext uri="{FF2B5EF4-FFF2-40B4-BE49-F238E27FC236}">
                <a16:creationId xmlns:a16="http://schemas.microsoft.com/office/drawing/2014/main" id="{0DBCAB0C-3B99-4E86-A18B-984A4464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HpaeManager</a:t>
            </a:r>
          </a:p>
        </p:txBody>
      </p:sp>
      <p:sp>
        <p:nvSpPr>
          <p:cNvPr id="20" name="object-41">
            <a:extLst xmlns:a="http://schemas.openxmlformats.org/drawingml/2006/main">
              <a:ext uri="{FF2B5EF4-FFF2-40B4-BE49-F238E27FC236}">
                <a16:creationId xmlns:a16="http://schemas.microsoft.com/office/drawing/2014/main" id="{9A47965F-05A1-44F1-B713-40079906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43325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bject-42">
            <a:extLst xmlns:a="http://schemas.openxmlformats.org/drawingml/2006/main">
              <a:ext uri="{FF2B5EF4-FFF2-40B4-BE49-F238E27FC236}">
                <a16:creationId xmlns:a16="http://schemas.microsoft.com/office/drawing/2014/main" id="{0A50FB73-7865-4839-BEA3-F17E4185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800475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RendererManager</a:t>
            </a:r>
          </a:p>
        </p:txBody>
      </p:sp>
      <p:sp>
        <p:nvSpPr>
          <p:cNvPr id="22" name="line-43">
            <a:extLst xmlns:a="http://schemas.openxmlformats.org/drawingml/2006/main">
              <a:ext uri="{FF2B5EF4-FFF2-40B4-BE49-F238E27FC236}">
                <a16:creationId xmlns:a16="http://schemas.microsoft.com/office/drawing/2014/main" id="{14EB62CF-CBC7-405F-A5C8-6A64107F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9525" cy="695325"/>
          </a:xfrm>
          <a:custGeom xmlns:a="http://schemas.openxmlformats.org/drawingml/2006/main">
            <a:pathLst>
              <a:path w="9525" h="695325">
                <a:moveTo>
                  <a:pt x="0" y="0"/>
                </a:moveTo>
                <a:lnTo>
                  <a:pt x="0" y="6953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3" name="line-44">
            <a:extLst xmlns:a="http://schemas.openxmlformats.org/drawingml/2006/main">
              <a:ext uri="{FF2B5EF4-FFF2-40B4-BE49-F238E27FC236}">
                <a16:creationId xmlns:a16="http://schemas.microsoft.com/office/drawing/2014/main" id="{78AED748-BDB9-459B-BAF8-480FC9D7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4570" y="3657557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4" name="line-45">
            <a:extLst xmlns:a="http://schemas.openxmlformats.org/drawingml/2006/main">
              <a:ext uri="{FF2B5EF4-FFF2-40B4-BE49-F238E27FC236}">
                <a16:creationId xmlns:a16="http://schemas.microsoft.com/office/drawing/2014/main" id="{3B2B30EE-1413-453B-85DD-6BE53909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57557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5" name="object-46">
            <a:extLst xmlns:a="http://schemas.openxmlformats.org/drawingml/2006/main">
              <a:ext uri="{FF2B5EF4-FFF2-40B4-BE49-F238E27FC236}">
                <a16:creationId xmlns:a16="http://schemas.microsoft.com/office/drawing/2014/main" id="{174946B9-62B8-48B3-9F29-9A8B6A72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0992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stream_-&gt;Start()</a:t>
            </a:r>
          </a:p>
        </p:txBody>
      </p:sp>
      <p:sp>
        <p:nvSpPr>
          <p:cNvPr id="26" name="line-47">
            <a:extLst xmlns:a="http://schemas.openxmlformats.org/drawingml/2006/main">
              <a:ext uri="{FF2B5EF4-FFF2-40B4-BE49-F238E27FC236}">
                <a16:creationId xmlns:a16="http://schemas.microsoft.com/office/drawing/2014/main" id="{6ED2B471-F794-4735-B924-20BA603E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29075"/>
            <a:ext cx="1190625" cy="9525"/>
          </a:xfrm>
          <a:custGeom xmlns:a="http://schemas.openxmlformats.org/drawingml/2006/main">
            <a:pathLst>
              <a:path w="1190625" h="9525">
                <a:moveTo>
                  <a:pt x="0" y="0"/>
                </a:moveTo>
                <a:lnTo>
                  <a:pt x="1190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7" name="line-48">
            <a:extLst xmlns:a="http://schemas.openxmlformats.org/drawingml/2006/main">
              <a:ext uri="{FF2B5EF4-FFF2-40B4-BE49-F238E27FC236}">
                <a16:creationId xmlns:a16="http://schemas.microsoft.com/office/drawing/2014/main" id="{55B78BE6-42CD-49D7-BC96-6A552A2B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07" y="40290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8" name="line-49">
            <a:extLst xmlns:a="http://schemas.openxmlformats.org/drawingml/2006/main">
              <a:ext uri="{FF2B5EF4-FFF2-40B4-BE49-F238E27FC236}">
                <a16:creationId xmlns:a16="http://schemas.microsoft.com/office/drawing/2014/main" id="{947C64CF-B67E-4F70-8601-12AA71A0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07" y="39876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9" name="object-50">
            <a:extLst xmlns:a="http://schemas.openxmlformats.org/drawingml/2006/main">
              <a:ext uri="{FF2B5EF4-FFF2-40B4-BE49-F238E27FC236}">
                <a16:creationId xmlns:a16="http://schemas.microsoft.com/office/drawing/2014/main" id="{E080FB2C-08CC-4E7D-8E1F-818E8202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52925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管理请求队列</a:t>
            </a:r>
          </a:p>
        </p:txBody>
      </p:sp>
      <p:sp>
        <p:nvSpPr>
          <p:cNvPr id="30" name="object-51">
            <a:extLst xmlns:a="http://schemas.openxmlformats.org/drawingml/2006/main">
              <a:ext uri="{FF2B5EF4-FFF2-40B4-BE49-F238E27FC236}">
                <a16:creationId xmlns:a16="http://schemas.microsoft.com/office/drawing/2014/main" id="{16654439-6D46-45DF-B5EF-40E35704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3529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设备请求队列</a:t>
            </a:r>
          </a:p>
        </p:txBody>
      </p:sp>
      <p:sp>
        <p:nvSpPr>
          <p:cNvPr id="31" name="object-52">
            <a:extLst xmlns:a="http://schemas.openxmlformats.org/drawingml/2006/main">
              <a:ext uri="{FF2B5EF4-FFF2-40B4-BE49-F238E27FC236}">
                <a16:creationId xmlns:a16="http://schemas.microsoft.com/office/drawing/2014/main" id="{442544FD-4C2C-4E9F-B7A1-00F6D6FE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object-53">
            <a:extLst xmlns:a="http://schemas.openxmlformats.org/drawingml/2006/main">
              <a:ext uri="{FF2B5EF4-FFF2-40B4-BE49-F238E27FC236}">
                <a16:creationId xmlns:a16="http://schemas.microsoft.com/office/drawing/2014/main" id="{71085C8D-BAB3-4834-887C-4B6B109D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共享音频缓冲</a:t>
            </a:r>
          </a:p>
        </p:txBody>
      </p:sp>
      <p:sp>
        <p:nvSpPr>
          <p:cNvPr id="33" name="object-54">
            <a:extLst xmlns:a="http://schemas.openxmlformats.org/drawingml/2006/main">
              <a:ext uri="{FF2B5EF4-FFF2-40B4-BE49-F238E27FC236}">
                <a16:creationId xmlns:a16="http://schemas.microsoft.com/office/drawing/2014/main" id="{82FCA825-D040-49F6-8867-D6FB8DA4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3875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object-55">
            <a:extLst xmlns:a="http://schemas.openxmlformats.org/drawingml/2006/main">
              <a:ext uri="{FF2B5EF4-FFF2-40B4-BE49-F238E27FC236}">
                <a16:creationId xmlns:a16="http://schemas.microsoft.com/office/drawing/2014/main" id="{32498205-AE93-4FE9-AC1B-B36DDAB3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959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服务读取 / SinkInput</a:t>
            </a:r>
          </a:p>
        </p:txBody>
      </p:sp>
      <p:sp>
        <p:nvSpPr>
          <p:cNvPr id="35" name="object-56">
            <a:extLst xmlns:a="http://schemas.openxmlformats.org/drawingml/2006/main">
              <a:ext uri="{FF2B5EF4-FFF2-40B4-BE49-F238E27FC236}">
                <a16:creationId xmlns:a16="http://schemas.microsoft.com/office/drawing/2014/main" id="{B65D3F38-1C89-4986-85D0-F16A196A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23875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object-57">
            <a:extLst xmlns:a="http://schemas.openxmlformats.org/drawingml/2006/main">
              <a:ext uri="{FF2B5EF4-FFF2-40B4-BE49-F238E27FC236}">
                <a16:creationId xmlns:a16="http://schemas.microsoft.com/office/drawing/2014/main" id="{168F26E4-3615-4784-8DFB-80A616CA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2959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处理图 / SinkOutput / HDI</a:t>
            </a:r>
          </a:p>
        </p:txBody>
      </p:sp>
      <p:sp>
        <p:nvSpPr>
          <p:cNvPr id="37" name="line-58">
            <a:extLst xmlns:a="http://schemas.openxmlformats.org/drawingml/2006/main">
              <a:ext uri="{FF2B5EF4-FFF2-40B4-BE49-F238E27FC236}">
                <a16:creationId xmlns:a16="http://schemas.microsoft.com/office/drawing/2014/main" id="{094E9415-5419-4D52-A44C-90204B45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562600"/>
            <a:ext cx="1200150" cy="9525"/>
          </a:xfrm>
          <a:custGeom xmlns:a="http://schemas.openxmlformats.org/drawingml/2006/main">
            <a:pathLst>
              <a:path w="1200150" h="952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38" name="line-59">
            <a:extLst xmlns:a="http://schemas.openxmlformats.org/drawingml/2006/main">
              <a:ext uri="{FF2B5EF4-FFF2-40B4-BE49-F238E27FC236}">
                <a16:creationId xmlns:a16="http://schemas.microsoft.com/office/drawing/2014/main" id="{F031F50E-A3C9-4C11-A471-648A473E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482" y="55626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39" name="line-60">
            <a:extLst xmlns:a="http://schemas.openxmlformats.org/drawingml/2006/main">
              <a:ext uri="{FF2B5EF4-FFF2-40B4-BE49-F238E27FC236}">
                <a16:creationId xmlns:a16="http://schemas.microsoft.com/office/drawing/2014/main" id="{205C229C-F339-4475-A3EF-A07B420D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482" y="55211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40" name="line-61">
            <a:extLst xmlns:a="http://schemas.openxmlformats.org/drawingml/2006/main">
              <a:ext uri="{FF2B5EF4-FFF2-40B4-BE49-F238E27FC236}">
                <a16:creationId xmlns:a16="http://schemas.microsoft.com/office/drawing/2014/main" id="{32ABC0C2-C1A2-46EA-BCCC-B1902C92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62600"/>
            <a:ext cx="1190625" cy="9525"/>
          </a:xfrm>
          <a:custGeom xmlns:a="http://schemas.openxmlformats.org/drawingml/2006/main">
            <a:pathLst>
              <a:path w="1190625" h="9525">
                <a:moveTo>
                  <a:pt x="0" y="0"/>
                </a:moveTo>
                <a:lnTo>
                  <a:pt x="1190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41" name="line-62">
            <a:extLst xmlns:a="http://schemas.openxmlformats.org/drawingml/2006/main">
              <a:ext uri="{FF2B5EF4-FFF2-40B4-BE49-F238E27FC236}">
                <a16:creationId xmlns:a16="http://schemas.microsoft.com/office/drawing/2014/main" id="{B4C1E26F-85E8-442C-A91F-39A8D8DD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07" y="55626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42" name="line-63">
            <a:extLst xmlns:a="http://schemas.openxmlformats.org/drawingml/2006/main">
              <a:ext uri="{FF2B5EF4-FFF2-40B4-BE49-F238E27FC236}">
                <a16:creationId xmlns:a16="http://schemas.microsoft.com/office/drawing/2014/main" id="{8B281153-9F66-4014-A78B-070970A4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07" y="55211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43" name="line-64">
            <a:extLst xmlns:a="http://schemas.openxmlformats.org/drawingml/2006/main">
              <a:ext uri="{FF2B5EF4-FFF2-40B4-BE49-F238E27FC236}">
                <a16:creationId xmlns:a16="http://schemas.microsoft.com/office/drawing/2014/main" id="{27FC807D-C68D-43A2-93B8-89EDB90B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48000"/>
            <a:ext cx="9525" cy="2190750"/>
          </a:xfrm>
          <a:custGeom xmlns:a="http://schemas.openxmlformats.org/drawingml/2006/main">
            <a:pathLst>
              <a:path w="9525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44" name="line-65">
            <a:extLst xmlns:a="http://schemas.openxmlformats.org/drawingml/2006/main">
              <a:ext uri="{FF2B5EF4-FFF2-40B4-BE49-F238E27FC236}">
                <a16:creationId xmlns:a16="http://schemas.microsoft.com/office/drawing/2014/main" id="{11DB9528-2D25-402F-9632-8527A330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920" y="5152982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45" name="line-66">
            <a:extLst xmlns:a="http://schemas.openxmlformats.org/drawingml/2006/main">
              <a:ext uri="{FF2B5EF4-FFF2-40B4-BE49-F238E27FC236}">
                <a16:creationId xmlns:a16="http://schemas.microsoft.com/office/drawing/2014/main" id="{FF59C95C-EE95-4FAB-98AB-DAD7FA42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52982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46" name="line-67">
            <a:extLst xmlns:a="http://schemas.openxmlformats.org/drawingml/2006/main">
              <a:ext uri="{FF2B5EF4-FFF2-40B4-BE49-F238E27FC236}">
                <a16:creationId xmlns:a16="http://schemas.microsoft.com/office/drawing/2014/main" id="{F4863137-5167-4838-90B2-44EBA3BC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314825"/>
            <a:ext cx="9525" cy="923925"/>
          </a:xfrm>
          <a:custGeom xmlns:a="http://schemas.openxmlformats.org/drawingml/2006/main">
            <a:pathLst>
              <a:path w="9525" h="923925">
                <a:moveTo>
                  <a:pt x="0" y="0"/>
                </a:moveTo>
                <a:lnTo>
                  <a:pt x="0" y="923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47" name="object-68">
            <a:extLst xmlns:a="http://schemas.openxmlformats.org/drawingml/2006/main">
              <a:ext uri="{FF2B5EF4-FFF2-40B4-BE49-F238E27FC236}">
                <a16:creationId xmlns:a16="http://schemas.microsoft.com/office/drawing/2014/main" id="{BCC4556C-943A-4CC9-AF7F-780C9E3A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绿色数据轨在下方，蓝色控制轨在上方；框不表示独立进程</a:t>
            </a:r>
          </a:p>
        </p:txBody>
      </p:sp>
      <p:sp>
        <p:nvSpPr>
          <p:cNvPr id="48" name="object-69">
            <a:extLst xmlns:a="http://schemas.openxmlformats.org/drawingml/2006/main">
              <a:ext uri="{FF2B5EF4-FFF2-40B4-BE49-F238E27FC236}">
                <a16:creationId xmlns:a16="http://schemas.microsoft.com/office/drawing/2014/main" id="{6EFE0002-6D4B-4BA2-ABBB-5BB86F3C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0364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object-70">
            <a:extLst xmlns:a="http://schemas.openxmlformats.org/drawingml/2006/main">
              <a:ext uri="{FF2B5EF4-FFF2-40B4-BE49-F238E27FC236}">
                <a16:creationId xmlns:a16="http://schemas.microsoft.com/office/drawing/2014/main" id="{E2CBFA40-6FDB-4337-BA4C-F104ED8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主讲</a:t>
            </a:r>
          </a:p>
        </p:txBody>
      </p:sp>
      <p:sp>
        <p:nvSpPr>
          <p:cNvPr id="2" name="object-71">
            <a:extLst xmlns:a="http://schemas.openxmlformats.org/drawingml/2006/main">
              <a:ext uri="{FF2B5EF4-FFF2-40B4-BE49-F238E27FC236}">
                <a16:creationId xmlns:a16="http://schemas.microsoft.com/office/drawing/2014/main" id="{485FAA6E-A5AD-4CA2-8494-985099EC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Start 如何穿过策略、服务与两级队列</a:t>
            </a:r>
          </a:p>
        </p:txBody>
      </p:sp>
      <p:sp>
        <p:nvSpPr>
          <p:cNvPr id="3" name="object-72">
            <a:extLst xmlns:a="http://schemas.openxmlformats.org/drawingml/2006/main">
              <a:ext uri="{FF2B5EF4-FFF2-40B4-BE49-F238E27FC236}">
                <a16:creationId xmlns:a16="http://schemas.microsoft.com/office/drawing/2014/main" id="{5A223CD5-F78B-4185-A012-E9378840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管理状态回程与设备级执行分叉，不能合并成一次成功</a:t>
            </a:r>
          </a:p>
        </p:txBody>
      </p:sp>
      <p:sp>
        <p:nvSpPr>
          <p:cNvPr id="4" name="object-73">
            <a:extLst xmlns:a="http://schemas.openxmlformats.org/drawingml/2006/main">
              <a:ext uri="{FF2B5EF4-FFF2-40B4-BE49-F238E27FC236}">
                <a16:creationId xmlns:a16="http://schemas.microsoft.com/office/drawing/2014/main" id="{9608E2CB-98CA-47DD-8AF3-9C07029E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客户端</a:t>
            </a:r>
          </a:p>
        </p:txBody>
      </p:sp>
      <p:sp>
        <p:nvSpPr>
          <p:cNvPr id="5" name="line-74">
            <a:extLst xmlns:a="http://schemas.openxmlformats.org/drawingml/2006/main">
              <a:ext uri="{FF2B5EF4-FFF2-40B4-BE49-F238E27FC236}">
                <a16:creationId xmlns:a16="http://schemas.microsoft.com/office/drawing/2014/main" id="{2490BAD1-56F0-4DA3-8CE1-1FDD5966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09875"/>
            <a:ext cx="9525" cy="2914650"/>
          </a:xfrm>
          <a:custGeom xmlns:a="http://schemas.openxmlformats.org/drawingml/2006/main">
            <a:pathLst>
              <a:path w="9525" h="2914650">
                <a:moveTo>
                  <a:pt x="0" y="0"/>
                </a:moveTo>
                <a:lnTo>
                  <a:pt x="0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6" name="object-75">
            <a:extLst xmlns:a="http://schemas.openxmlformats.org/drawingml/2006/main">
              <a:ext uri="{FF2B5EF4-FFF2-40B4-BE49-F238E27FC236}">
                <a16:creationId xmlns:a16="http://schemas.microsoft.com/office/drawing/2014/main" id="{0CAE5DD7-1FEB-4DE4-9404-1C854152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86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流服务</a:t>
            </a:r>
          </a:p>
        </p:txBody>
      </p:sp>
      <p:sp>
        <p:nvSpPr>
          <p:cNvPr id="7" name="line-76">
            <a:extLst xmlns:a="http://schemas.openxmlformats.org/drawingml/2006/main">
              <a:ext uri="{FF2B5EF4-FFF2-40B4-BE49-F238E27FC236}">
                <a16:creationId xmlns:a16="http://schemas.microsoft.com/office/drawing/2014/main" id="{E6C278A7-D330-4808-93C9-71DB463E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09875"/>
            <a:ext cx="9525" cy="2914650"/>
          </a:xfrm>
          <a:custGeom xmlns:a="http://schemas.openxmlformats.org/drawingml/2006/main">
            <a:pathLst>
              <a:path w="9525" h="2914650">
                <a:moveTo>
                  <a:pt x="0" y="0"/>
                </a:moveTo>
                <a:lnTo>
                  <a:pt x="0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8" name="object-77">
            <a:extLst xmlns:a="http://schemas.openxmlformats.org/drawingml/2006/main">
              <a:ext uri="{FF2B5EF4-FFF2-40B4-BE49-F238E27FC236}">
                <a16:creationId xmlns:a16="http://schemas.microsoft.com/office/drawing/2014/main" id="{6031222A-F9C7-47A9-A745-D5894BFF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86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策略</a:t>
            </a:r>
          </a:p>
        </p:txBody>
      </p:sp>
      <p:sp>
        <p:nvSpPr>
          <p:cNvPr id="9" name="line-78">
            <a:extLst xmlns:a="http://schemas.openxmlformats.org/drawingml/2006/main">
              <a:ext uri="{FF2B5EF4-FFF2-40B4-BE49-F238E27FC236}">
                <a16:creationId xmlns:a16="http://schemas.microsoft.com/office/drawing/2014/main" id="{C9551DF8-97DA-45E3-B01B-227A9D38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9875"/>
            <a:ext cx="9525" cy="2914650"/>
          </a:xfrm>
          <a:custGeom xmlns:a="http://schemas.openxmlformats.org/drawingml/2006/main">
            <a:pathLst>
              <a:path w="9525" h="2914650">
                <a:moveTo>
                  <a:pt x="0" y="0"/>
                </a:moveTo>
                <a:lnTo>
                  <a:pt x="0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0" name="object-79">
            <a:extLst xmlns:a="http://schemas.openxmlformats.org/drawingml/2006/main">
              <a:ext uri="{FF2B5EF4-FFF2-40B4-BE49-F238E27FC236}">
                <a16:creationId xmlns:a16="http://schemas.microsoft.com/office/drawing/2014/main" id="{659DE30B-0CF2-41EC-AE57-3F001EC0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86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HpaeManager</a:t>
            </a:r>
          </a:p>
        </p:txBody>
      </p:sp>
      <p:sp>
        <p:nvSpPr>
          <p:cNvPr id="11" name="line-80">
            <a:extLst xmlns:a="http://schemas.openxmlformats.org/drawingml/2006/main">
              <a:ext uri="{FF2B5EF4-FFF2-40B4-BE49-F238E27FC236}">
                <a16:creationId xmlns:a16="http://schemas.microsoft.com/office/drawing/2014/main" id="{21AE1DC9-6897-4A4B-B3F9-9D0F452F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9875"/>
            <a:ext cx="9525" cy="2914650"/>
          </a:xfrm>
          <a:custGeom xmlns:a="http://schemas.openxmlformats.org/drawingml/2006/main">
            <a:pathLst>
              <a:path w="9525" h="2914650">
                <a:moveTo>
                  <a:pt x="0" y="0"/>
                </a:moveTo>
                <a:lnTo>
                  <a:pt x="0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2" name="object-81">
            <a:extLst xmlns:a="http://schemas.openxmlformats.org/drawingml/2006/main">
              <a:ext uri="{FF2B5EF4-FFF2-40B4-BE49-F238E27FC236}">
                <a16:creationId xmlns:a16="http://schemas.microsoft.com/office/drawing/2014/main" id="{9BC5382F-BE74-4F53-B4DC-04D9F149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86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RendererManager</a:t>
            </a:r>
          </a:p>
        </p:txBody>
      </p:sp>
      <p:sp>
        <p:nvSpPr>
          <p:cNvPr id="13" name="line-82">
            <a:extLst xmlns:a="http://schemas.openxmlformats.org/drawingml/2006/main">
              <a:ext uri="{FF2B5EF4-FFF2-40B4-BE49-F238E27FC236}">
                <a16:creationId xmlns:a16="http://schemas.microsoft.com/office/drawing/2014/main" id="{BCEE8111-B0BB-4577-BB79-F554E161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09875"/>
            <a:ext cx="9525" cy="2914650"/>
          </a:xfrm>
          <a:custGeom xmlns:a="http://schemas.openxmlformats.org/drawingml/2006/main">
            <a:pathLst>
              <a:path w="9525" h="2914650">
                <a:moveTo>
                  <a:pt x="0" y="0"/>
                </a:moveTo>
                <a:lnTo>
                  <a:pt x="0" y="2914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4" name="line-83">
            <a:extLst xmlns:a="http://schemas.openxmlformats.org/drawingml/2006/main">
              <a:ext uri="{FF2B5EF4-FFF2-40B4-BE49-F238E27FC236}">
                <a16:creationId xmlns:a16="http://schemas.microsoft.com/office/drawing/2014/main" id="{3D05F9FA-53CC-4C01-885B-D938CC45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00375"/>
            <a:ext cx="2238375" cy="9525"/>
          </a:xfrm>
          <a:custGeom xmlns:a="http://schemas.openxmlformats.org/drawingml/2006/main">
            <a:pathLst>
              <a:path w="2238375" h="9525">
                <a:moveTo>
                  <a:pt x="0" y="0"/>
                </a:moveTo>
                <a:lnTo>
                  <a:pt x="2238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5" name="line-84">
            <a:extLst xmlns:a="http://schemas.openxmlformats.org/drawingml/2006/main">
              <a:ext uri="{FF2B5EF4-FFF2-40B4-BE49-F238E27FC236}">
                <a16:creationId xmlns:a16="http://schemas.microsoft.com/office/drawing/2014/main" id="{4496BBFE-F0B1-4754-8121-F53C5479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32" y="30003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6" name="line-85">
            <a:extLst xmlns:a="http://schemas.openxmlformats.org/drawingml/2006/main">
              <a:ext uri="{FF2B5EF4-FFF2-40B4-BE49-F238E27FC236}">
                <a16:creationId xmlns:a16="http://schemas.microsoft.com/office/drawing/2014/main" id="{AA150109-EEFE-4A48-9B79-F0424919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32" y="29589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7" name="object-86">
            <a:extLst xmlns:a="http://schemas.openxmlformats.org/drawingml/2006/main">
              <a:ext uri="{FF2B5EF4-FFF2-40B4-BE49-F238E27FC236}">
                <a16:creationId xmlns:a16="http://schemas.microsoft.com/office/drawing/2014/main" id="{2B351EA2-8510-4CE0-8241-330F941D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86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IPC Start</a:t>
            </a:r>
          </a:p>
        </p:txBody>
      </p:sp>
      <p:sp>
        <p:nvSpPr>
          <p:cNvPr id="18" name="line-87">
            <a:extLst xmlns:a="http://schemas.openxmlformats.org/drawingml/2006/main">
              <a:ext uri="{FF2B5EF4-FFF2-40B4-BE49-F238E27FC236}">
                <a16:creationId xmlns:a16="http://schemas.microsoft.com/office/drawing/2014/main" id="{9C8AD9C6-BCCE-430E-B8FA-4B35FA47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29000"/>
            <a:ext cx="2286000" cy="9525"/>
          </a:xfrm>
          <a:custGeom xmlns:a="http://schemas.openxmlformats.org/drawingml/2006/main"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87798"/>
            </a:solidFill>
            <a:prstDash val="solid"/>
          </a:ln>
        </p:spPr>
      </p:sp>
      <p:sp>
        <p:nvSpPr>
          <p:cNvPr id="19" name="line-88">
            <a:extLst xmlns:a="http://schemas.openxmlformats.org/drawingml/2006/main">
              <a:ext uri="{FF2B5EF4-FFF2-40B4-BE49-F238E27FC236}">
                <a16:creationId xmlns:a16="http://schemas.microsoft.com/office/drawing/2014/main" id="{7458BA24-6261-4342-BF3E-BA84EC6A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32" y="34290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87798"/>
            </a:solidFill>
            <a:prstDash val="solid"/>
          </a:ln>
        </p:spPr>
      </p:sp>
      <p:sp>
        <p:nvSpPr>
          <p:cNvPr id="20" name="line-89">
            <a:extLst xmlns:a="http://schemas.openxmlformats.org/drawingml/2006/main">
              <a:ext uri="{FF2B5EF4-FFF2-40B4-BE49-F238E27FC236}">
                <a16:creationId xmlns:a16="http://schemas.microsoft.com/office/drawing/2014/main" id="{9948C7AF-F333-4B19-9AF2-9591F9D8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32" y="33875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87798"/>
            </a:solidFill>
            <a:prstDash val="solid"/>
          </a:ln>
        </p:spPr>
      </p:sp>
      <p:sp>
        <p:nvSpPr>
          <p:cNvPr id="21" name="object-90">
            <a:extLst xmlns:a="http://schemas.openxmlformats.org/drawingml/2006/main">
              <a:ext uri="{FF2B5EF4-FFF2-40B4-BE49-F238E27FC236}">
                <a16:creationId xmlns:a16="http://schemas.microsoft.com/office/drawing/2014/main" id="{AEDA2840-A726-4839-8338-FE2FF639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146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rPr>
              <a:t>UpdateSessionOperation</a:t>
            </a:r>
          </a:p>
        </p:txBody>
      </p:sp>
      <p:sp>
        <p:nvSpPr>
          <p:cNvPr id="22" name="object-91">
            <a:extLst xmlns:a="http://schemas.openxmlformats.org/drawingml/2006/main">
              <a:ext uri="{FF2B5EF4-FFF2-40B4-BE49-F238E27FC236}">
                <a16:creationId xmlns:a16="http://schemas.microsoft.com/office/drawing/2014/main" id="{32865D71-C116-49EA-9AB0-E1BD7E9E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242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rPr>
              <a:t>非 FAST：WaitForDataConnection</a:t>
            </a:r>
          </a:p>
        </p:txBody>
      </p:sp>
      <p:sp>
        <p:nvSpPr>
          <p:cNvPr id="23" name="line-92">
            <a:extLst xmlns:a="http://schemas.openxmlformats.org/drawingml/2006/main">
              <a:ext uri="{FF2B5EF4-FFF2-40B4-BE49-F238E27FC236}">
                <a16:creationId xmlns:a16="http://schemas.microsoft.com/office/drawing/2014/main" id="{EA602DDA-E61F-493F-84BD-97B5218B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67200"/>
            <a:ext cx="4572000" cy="9525"/>
          </a:xfrm>
          <a:custGeom xmlns:a="http://schemas.openxmlformats.org/drawingml/2006/main"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4" name="line-93">
            <a:extLst xmlns:a="http://schemas.openxmlformats.org/drawingml/2006/main">
              <a:ext uri="{FF2B5EF4-FFF2-40B4-BE49-F238E27FC236}">
                <a16:creationId xmlns:a16="http://schemas.microsoft.com/office/drawing/2014/main" id="{BD60483F-1FC8-4C76-AD1F-78F77831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32" y="42672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5" name="line-94">
            <a:extLst xmlns:a="http://schemas.openxmlformats.org/drawingml/2006/main">
              <a:ext uri="{FF2B5EF4-FFF2-40B4-BE49-F238E27FC236}">
                <a16:creationId xmlns:a16="http://schemas.microsoft.com/office/drawing/2014/main" id="{6D18C5B4-0EEE-43C0-8A03-B117A660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32" y="42257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6" name="object-95">
            <a:extLst xmlns:a="http://schemas.openxmlformats.org/drawingml/2006/main">
              <a:ext uri="{FF2B5EF4-FFF2-40B4-BE49-F238E27FC236}">
                <a16:creationId xmlns:a16="http://schemas.microsoft.com/office/drawing/2014/main" id="{AB00B656-0BA8-4D37-9906-0B225883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52875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stream Start → 管理队列</a:t>
            </a:r>
          </a:p>
        </p:txBody>
      </p:sp>
      <p:sp>
        <p:nvSpPr>
          <p:cNvPr id="27" name="line-96">
            <a:extLst xmlns:a="http://schemas.openxmlformats.org/drawingml/2006/main">
              <a:ext uri="{FF2B5EF4-FFF2-40B4-BE49-F238E27FC236}">
                <a16:creationId xmlns:a16="http://schemas.microsoft.com/office/drawing/2014/main" id="{261BBFF1-F23A-4EFA-AA42-D3AD83A2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52975"/>
            <a:ext cx="2190750" cy="9525"/>
          </a:xfrm>
          <a:custGeom xmlns:a="http://schemas.openxmlformats.org/drawingml/2006/main"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8" name="line-97">
            <a:extLst xmlns:a="http://schemas.openxmlformats.org/drawingml/2006/main">
              <a:ext uri="{FF2B5EF4-FFF2-40B4-BE49-F238E27FC236}">
                <a16:creationId xmlns:a16="http://schemas.microsoft.com/office/drawing/2014/main" id="{8A913792-423F-4A1E-AC24-E50AD511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982" y="47529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9" name="line-98">
            <a:extLst xmlns:a="http://schemas.openxmlformats.org/drawingml/2006/main">
              <a:ext uri="{FF2B5EF4-FFF2-40B4-BE49-F238E27FC236}">
                <a16:creationId xmlns:a16="http://schemas.microsoft.com/office/drawing/2014/main" id="{7A92A852-2673-4DA5-BEFF-657ABB1E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982" y="47115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0" name="object-99">
            <a:extLst xmlns:a="http://schemas.openxmlformats.org/drawingml/2006/main">
              <a:ext uri="{FF2B5EF4-FFF2-40B4-BE49-F238E27FC236}">
                <a16:creationId xmlns:a16="http://schemas.microsoft.com/office/drawing/2014/main" id="{EECBE8AC-907F-421A-872E-4720863E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386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设备级 Start 入队</a:t>
            </a:r>
          </a:p>
        </p:txBody>
      </p:sp>
      <p:sp>
        <p:nvSpPr>
          <p:cNvPr id="31" name="line-100">
            <a:extLst xmlns:a="http://schemas.openxmlformats.org/drawingml/2006/main">
              <a:ext uri="{FF2B5EF4-FFF2-40B4-BE49-F238E27FC236}">
                <a16:creationId xmlns:a16="http://schemas.microsoft.com/office/drawing/2014/main" id="{FCA12480-B4F7-4B38-934D-8DB354BF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67325"/>
            <a:ext cx="4572000" cy="9525"/>
          </a:xfrm>
          <a:custGeom xmlns:a="http://schemas.openxmlformats.org/drawingml/2006/main">
            <a:pathLst>
              <a:path w="4572000" h="9525">
                <a:moveTo>
                  <a:pt x="45720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32" name="line-101">
            <a:extLst xmlns:a="http://schemas.openxmlformats.org/drawingml/2006/main">
              <a:ext uri="{FF2B5EF4-FFF2-40B4-BE49-F238E27FC236}">
                <a16:creationId xmlns:a16="http://schemas.microsoft.com/office/drawing/2014/main" id="{2C0BDC03-7E19-4977-8CB0-5C8E7B76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25895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0"/>
                </a:moveTo>
                <a:lnTo>
                  <a:pt x="0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33" name="line-102">
            <a:extLst xmlns:a="http://schemas.openxmlformats.org/drawingml/2006/main">
              <a:ext uri="{FF2B5EF4-FFF2-40B4-BE49-F238E27FC236}">
                <a16:creationId xmlns:a16="http://schemas.microsoft.com/office/drawing/2014/main" id="{35438209-8675-41CD-9BBD-61BC0C79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67325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41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34" name="object-103">
            <a:extLst xmlns:a="http://schemas.openxmlformats.org/drawingml/2006/main">
              <a:ext uri="{FF2B5EF4-FFF2-40B4-BE49-F238E27FC236}">
                <a16:creationId xmlns:a16="http://schemas.microsoft.com/office/drawing/2014/main" id="{4BE9FB47-AE64-4714-8716-FA09ABBD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53000"/>
            <a:ext cx="442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STARTED 回程</a:t>
            </a:r>
          </a:p>
        </p:txBody>
      </p:sp>
      <p:sp>
        <p:nvSpPr>
          <p:cNvPr id="35" name="line-104">
            <a:extLst xmlns:a="http://schemas.openxmlformats.org/drawingml/2006/main">
              <a:ext uri="{FF2B5EF4-FFF2-40B4-BE49-F238E27FC236}">
                <a16:creationId xmlns:a16="http://schemas.microsoft.com/office/drawing/2014/main" id="{5A5729EE-DB44-4344-AA1C-3E61F5BF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57850"/>
            <a:ext cx="2238375" cy="9525"/>
          </a:xfrm>
          <a:custGeom xmlns:a="http://schemas.openxmlformats.org/drawingml/2006/main">
            <a:pathLst>
              <a:path w="2238375" h="9525">
                <a:moveTo>
                  <a:pt x="22383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36" name="line-105">
            <a:extLst xmlns:a="http://schemas.openxmlformats.org/drawingml/2006/main">
              <a:ext uri="{FF2B5EF4-FFF2-40B4-BE49-F238E27FC236}">
                <a16:creationId xmlns:a16="http://schemas.microsoft.com/office/drawing/2014/main" id="{DAB84E2F-083D-456C-B269-CC035D47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16420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0"/>
                </a:moveTo>
                <a:lnTo>
                  <a:pt x="0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37" name="line-106">
            <a:extLst xmlns:a="http://schemas.openxmlformats.org/drawingml/2006/main">
              <a:ext uri="{FF2B5EF4-FFF2-40B4-BE49-F238E27FC236}">
                <a16:creationId xmlns:a16="http://schemas.microsoft.com/office/drawing/2014/main" id="{3E9B432D-E7F2-4478-81CF-9B23B28A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57850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41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38" name="object-107">
            <a:extLst xmlns:a="http://schemas.openxmlformats.org/drawingml/2006/main">
              <a:ext uri="{FF2B5EF4-FFF2-40B4-BE49-F238E27FC236}">
                <a16:creationId xmlns:a16="http://schemas.microsoft.com/office/drawing/2014/main" id="{E10A57A6-3E2F-4A53-959E-580AABAB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43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RUNNING 通知</a:t>
            </a:r>
          </a:p>
        </p:txBody>
      </p:sp>
      <p:sp>
        <p:nvSpPr>
          <p:cNvPr id="39" name="object-108">
            <a:extLst xmlns:a="http://schemas.openxmlformats.org/drawingml/2006/main">
              <a:ext uri="{FF2B5EF4-FFF2-40B4-BE49-F238E27FC236}">
                <a16:creationId xmlns:a16="http://schemas.microsoft.com/office/drawing/2014/main" id="{336FC030-9B7D-4639-8491-A3C071C6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设备请求另行执行；状态回程没有首帧消费完成屏障</a:t>
            </a:r>
          </a:p>
        </p:txBody>
      </p:sp>
      <p:sp>
        <p:nvSpPr>
          <p:cNvPr id="40" name="object-109">
            <a:extLst xmlns:a="http://schemas.openxmlformats.org/drawingml/2006/main">
              <a:ext uri="{FF2B5EF4-FFF2-40B4-BE49-F238E27FC236}">
                <a16:creationId xmlns:a16="http://schemas.microsoft.com/office/drawing/2014/main" id="{D251A714-DD9E-424B-A083-78E44124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控制泳道；设备执行发生于另一次排队，未绘出精细回调条件</a:t>
            </a:r>
          </a:p>
        </p:txBody>
      </p:sp>
      <p:sp>
        <p:nvSpPr>
          <p:cNvPr id="41" name="object-110">
            <a:extLst xmlns:a="http://schemas.openxmlformats.org/drawingml/2006/main">
              <a:ext uri="{FF2B5EF4-FFF2-40B4-BE49-F238E27FC236}">
                <a16:creationId xmlns:a16="http://schemas.microsoft.com/office/drawing/2014/main" id="{79791BE8-A783-47F1-BB33-837D85AB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0795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object-111">
            <a:extLst xmlns:a="http://schemas.openxmlformats.org/drawingml/2006/main">
              <a:ext uri="{FF2B5EF4-FFF2-40B4-BE49-F238E27FC236}">
                <a16:creationId xmlns:a16="http://schemas.microsoft.com/office/drawing/2014/main" id="{3D6DE298-5D80-4970-9648-4FFEDB01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主讲</a:t>
            </a:r>
          </a:p>
        </p:txBody>
      </p:sp>
      <p:sp>
        <p:nvSpPr>
          <p:cNvPr id="2" name="object-112">
            <a:extLst xmlns:a="http://schemas.openxmlformats.org/drawingml/2006/main">
              <a:ext uri="{FF2B5EF4-FFF2-40B4-BE49-F238E27FC236}">
                <a16:creationId xmlns:a16="http://schemas.microsoft.com/office/drawing/2014/main" id="{3D1B39EE-7A7F-4015-8A89-DAC6E2FA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5.1 方案：PA Start 的同步返回与操作回调</a:t>
            </a:r>
          </a:p>
        </p:txBody>
      </p:sp>
      <p:sp>
        <p:nvSpPr>
          <p:cNvPr id="3" name="object-113">
            <a:extLst xmlns:a="http://schemas.openxmlformats.org/drawingml/2006/main">
              <a:ext uri="{FF2B5EF4-FFF2-40B4-BE49-F238E27FC236}">
                <a16:creationId xmlns:a16="http://schemas.microsoft.com/office/drawing/2014/main" id="{54D733B0-DA6C-4A4F-B609-2E9A35FD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pa_stream_cork 提交后函数返回，状态在操作回调中更新</a:t>
            </a:r>
          </a:p>
        </p:txBody>
      </p:sp>
      <p:sp>
        <p:nvSpPr>
          <p:cNvPr id="4" name="object-114">
            <a:extLst xmlns:a="http://schemas.openxmlformats.org/drawingml/2006/main">
              <a:ext uri="{FF2B5EF4-FFF2-40B4-BE49-F238E27FC236}">
                <a16:creationId xmlns:a16="http://schemas.microsoft.com/office/drawing/2014/main" id="{F065A75C-F820-4591-89F5-386A9747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33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RendererInServer</a:t>
            </a:r>
          </a:p>
        </p:txBody>
      </p:sp>
      <p:sp>
        <p:nvSpPr>
          <p:cNvPr id="5" name="line-115">
            <a:extLst xmlns:a="http://schemas.openxmlformats.org/drawingml/2006/main">
              <a:ext uri="{FF2B5EF4-FFF2-40B4-BE49-F238E27FC236}">
                <a16:creationId xmlns:a16="http://schemas.microsoft.com/office/drawing/2014/main" id="{C108DE84-05EF-4EA8-94A7-D4015485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57500"/>
            <a:ext cx="9525" cy="2809875"/>
          </a:xfrm>
          <a:custGeom xmlns:a="http://schemas.openxmlformats.org/drawingml/2006/main">
            <a:pathLst>
              <a:path w="9525" h="2809875">
                <a:moveTo>
                  <a:pt x="0" y="0"/>
                </a:moveTo>
                <a:lnTo>
                  <a:pt x="0" y="2809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6" name="object-116">
            <a:extLst xmlns:a="http://schemas.openxmlformats.org/drawingml/2006/main">
              <a:ext uri="{FF2B5EF4-FFF2-40B4-BE49-F238E27FC236}">
                <a16:creationId xmlns:a16="http://schemas.microsoft.com/office/drawing/2014/main" id="{A6E356A9-45D1-4B53-B742-CCCDBEDE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PaRendererStreamImpl</a:t>
            </a:r>
          </a:p>
        </p:txBody>
      </p:sp>
      <p:sp>
        <p:nvSpPr>
          <p:cNvPr id="7" name="line-117">
            <a:extLst xmlns:a="http://schemas.openxmlformats.org/drawingml/2006/main">
              <a:ext uri="{FF2B5EF4-FFF2-40B4-BE49-F238E27FC236}">
                <a16:creationId xmlns:a16="http://schemas.microsoft.com/office/drawing/2014/main" id="{D58E61CC-8DF0-480D-B8AD-1BD975AA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57500"/>
            <a:ext cx="9525" cy="2809875"/>
          </a:xfrm>
          <a:custGeom xmlns:a="http://schemas.openxmlformats.org/drawingml/2006/main">
            <a:pathLst>
              <a:path w="9525" h="2809875">
                <a:moveTo>
                  <a:pt x="0" y="0"/>
                </a:moveTo>
                <a:lnTo>
                  <a:pt x="0" y="2809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8" name="object-118">
            <a:extLst xmlns:a="http://schemas.openxmlformats.org/drawingml/2006/main">
              <a:ext uri="{FF2B5EF4-FFF2-40B4-BE49-F238E27FC236}">
                <a16:creationId xmlns:a16="http://schemas.microsoft.com/office/drawing/2014/main" id="{9F7BA6C8-3E25-42E1-91C9-815B89BC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33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PA 异步操作</a:t>
            </a:r>
          </a:p>
        </p:txBody>
      </p:sp>
      <p:sp>
        <p:nvSpPr>
          <p:cNvPr id="9" name="line-119">
            <a:extLst xmlns:a="http://schemas.openxmlformats.org/drawingml/2006/main">
              <a:ext uri="{FF2B5EF4-FFF2-40B4-BE49-F238E27FC236}">
                <a16:creationId xmlns:a16="http://schemas.microsoft.com/office/drawing/2014/main" id="{6C29A21C-6EDC-4106-BAAF-B40FBAA4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9525" cy="2809875"/>
          </a:xfrm>
          <a:custGeom xmlns:a="http://schemas.openxmlformats.org/drawingml/2006/main">
            <a:pathLst>
              <a:path w="9525" h="2809875">
                <a:moveTo>
                  <a:pt x="0" y="0"/>
                </a:moveTo>
                <a:lnTo>
                  <a:pt x="0" y="2809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0" name="object-120">
            <a:extLst xmlns:a="http://schemas.openxmlformats.org/drawingml/2006/main">
              <a:ext uri="{FF2B5EF4-FFF2-40B4-BE49-F238E27FC236}">
                <a16:creationId xmlns:a16="http://schemas.microsoft.com/office/drawing/2014/main" id="{11F9A440-AD11-40CB-8D55-6580233B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状态回程</a:t>
            </a:r>
          </a:p>
        </p:txBody>
      </p:sp>
      <p:sp>
        <p:nvSpPr>
          <p:cNvPr id="11" name="line-121">
            <a:extLst xmlns:a="http://schemas.openxmlformats.org/drawingml/2006/main">
              <a:ext uri="{FF2B5EF4-FFF2-40B4-BE49-F238E27FC236}">
                <a16:creationId xmlns:a16="http://schemas.microsoft.com/office/drawing/2014/main" id="{C8EC2A5B-BD03-4EB9-9B77-67A5BA4D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57500"/>
            <a:ext cx="9525" cy="2809875"/>
          </a:xfrm>
          <a:custGeom xmlns:a="http://schemas.openxmlformats.org/drawingml/2006/main">
            <a:pathLst>
              <a:path w="9525" h="2809875">
                <a:moveTo>
                  <a:pt x="0" y="0"/>
                </a:moveTo>
                <a:lnTo>
                  <a:pt x="0" y="2809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2" name="line-122">
            <a:extLst xmlns:a="http://schemas.openxmlformats.org/drawingml/2006/main">
              <a:ext uri="{FF2B5EF4-FFF2-40B4-BE49-F238E27FC236}">
                <a16:creationId xmlns:a16="http://schemas.microsoft.com/office/drawing/2014/main" id="{83FEFCBE-3D5E-485D-8CB0-0B74D36E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2952750" cy="9525"/>
          </a:xfrm>
          <a:custGeom xmlns:a="http://schemas.openxmlformats.org/drawingml/2006/main">
            <a:pathLst>
              <a:path w="2952750" h="952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3" name="line-123">
            <a:extLst xmlns:a="http://schemas.openxmlformats.org/drawingml/2006/main">
              <a:ext uri="{FF2B5EF4-FFF2-40B4-BE49-F238E27FC236}">
                <a16:creationId xmlns:a16="http://schemas.microsoft.com/office/drawing/2014/main" id="{B5FB1B86-3C56-4A2C-9C9E-4343B407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07" y="302895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4" name="line-124">
            <a:extLst xmlns:a="http://schemas.openxmlformats.org/drawingml/2006/main">
              <a:ext uri="{FF2B5EF4-FFF2-40B4-BE49-F238E27FC236}">
                <a16:creationId xmlns:a16="http://schemas.microsoft.com/office/drawing/2014/main" id="{8A3CCDEC-9108-4D72-B581-7BCD1C7A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07" y="298752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5" name="object-125">
            <a:extLst xmlns:a="http://schemas.openxmlformats.org/drawingml/2006/main">
              <a:ext uri="{FF2B5EF4-FFF2-40B4-BE49-F238E27FC236}">
                <a16:creationId xmlns:a16="http://schemas.microsoft.com/office/drawing/2014/main" id="{FF2A6D5C-5553-448B-9A21-15B9A9CA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14625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Start()</a:t>
            </a:r>
          </a:p>
        </p:txBody>
      </p:sp>
      <p:sp>
        <p:nvSpPr>
          <p:cNvPr id="16" name="object-126">
            <a:extLst xmlns:a="http://schemas.openxmlformats.org/drawingml/2006/main">
              <a:ext uri="{FF2B5EF4-FFF2-40B4-BE49-F238E27FC236}">
                <a16:creationId xmlns:a16="http://schemas.microsoft.com/office/drawing/2014/main" id="{29D1E4D1-0BF9-45FA-A524-D17DC79D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PaLockGuard(mainloop)</a:t>
            </a:r>
          </a:p>
        </p:txBody>
      </p:sp>
      <p:sp>
        <p:nvSpPr>
          <p:cNvPr id="17" name="line-127">
            <a:extLst xmlns:a="http://schemas.openxmlformats.org/drawingml/2006/main">
              <a:ext uri="{FF2B5EF4-FFF2-40B4-BE49-F238E27FC236}">
                <a16:creationId xmlns:a16="http://schemas.microsoft.com/office/drawing/2014/main" id="{018DB030-2C15-4C92-BDE6-9E396835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48100"/>
            <a:ext cx="3286125" cy="9525"/>
          </a:xfrm>
          <a:custGeom xmlns:a="http://schemas.openxmlformats.org/drawingml/2006/main">
            <a:pathLst>
              <a:path w="3286125" h="9525">
                <a:moveTo>
                  <a:pt x="0" y="0"/>
                </a:moveTo>
                <a:lnTo>
                  <a:pt x="3286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18" name="line-128">
            <a:extLst xmlns:a="http://schemas.openxmlformats.org/drawingml/2006/main">
              <a:ext uri="{FF2B5EF4-FFF2-40B4-BE49-F238E27FC236}">
                <a16:creationId xmlns:a16="http://schemas.microsoft.com/office/drawing/2014/main" id="{5C8A027D-1769-4E90-9720-64F3C0BF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32" y="38481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19" name="line-129">
            <a:extLst xmlns:a="http://schemas.openxmlformats.org/drawingml/2006/main">
              <a:ext uri="{FF2B5EF4-FFF2-40B4-BE49-F238E27FC236}">
                <a16:creationId xmlns:a16="http://schemas.microsoft.com/office/drawing/2014/main" id="{3D2C588C-B9D4-4561-A1DB-6830782E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32" y="38066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20" name="object-130">
            <a:extLst xmlns:a="http://schemas.openxmlformats.org/drawingml/2006/main">
              <a:ext uri="{FF2B5EF4-FFF2-40B4-BE49-F238E27FC236}">
                <a16:creationId xmlns:a16="http://schemas.microsoft.com/office/drawing/2014/main" id="{45F2AA70-3EDF-4966-8106-4B1D4324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337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pa_stream_cork(0)</a:t>
            </a:r>
          </a:p>
        </p:txBody>
      </p:sp>
      <p:sp>
        <p:nvSpPr>
          <p:cNvPr id="21" name="line-131">
            <a:extLst xmlns:a="http://schemas.openxmlformats.org/drawingml/2006/main">
              <a:ext uri="{FF2B5EF4-FFF2-40B4-BE49-F238E27FC236}">
                <a16:creationId xmlns:a16="http://schemas.microsoft.com/office/drawing/2014/main" id="{E88B3436-F537-4207-9535-FCE46BB6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76750"/>
            <a:ext cx="2952750" cy="9525"/>
          </a:xfrm>
          <a:custGeom xmlns:a="http://schemas.openxmlformats.org/drawingml/2006/main">
            <a:pathLst>
              <a:path w="2952750" h="9525">
                <a:moveTo>
                  <a:pt x="2952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22" name="line-132">
            <a:extLst xmlns:a="http://schemas.openxmlformats.org/drawingml/2006/main">
              <a:ext uri="{FF2B5EF4-FFF2-40B4-BE49-F238E27FC236}">
                <a16:creationId xmlns:a16="http://schemas.microsoft.com/office/drawing/2014/main" id="{D00948CA-266F-4BBA-BEF0-D833724E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35320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0"/>
                </a:moveTo>
                <a:lnTo>
                  <a:pt x="0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23" name="line-133">
            <a:extLst xmlns:a="http://schemas.openxmlformats.org/drawingml/2006/main">
              <a:ext uri="{FF2B5EF4-FFF2-40B4-BE49-F238E27FC236}">
                <a16:creationId xmlns:a16="http://schemas.microsoft.com/office/drawing/2014/main" id="{716D2CDE-DDA1-4C87-9988-F1EE48F8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76750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41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24" name="object-134">
            <a:extLst xmlns:a="http://schemas.openxmlformats.org/drawingml/2006/main">
              <a:ext uri="{FF2B5EF4-FFF2-40B4-BE49-F238E27FC236}">
                <a16:creationId xmlns:a16="http://schemas.microsoft.com/office/drawing/2014/main" id="{180F606E-7373-4D1E-B36C-1F252E48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62425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同步返回 SUCCESS</a:t>
            </a:r>
          </a:p>
        </p:txBody>
      </p:sp>
      <p:sp>
        <p:nvSpPr>
          <p:cNvPr id="25" name="line-135">
            <a:extLst xmlns:a="http://schemas.openxmlformats.org/drawingml/2006/main">
              <a:ext uri="{FF2B5EF4-FFF2-40B4-BE49-F238E27FC236}">
                <a16:creationId xmlns:a16="http://schemas.microsoft.com/office/drawing/2014/main" id="{F9822B0E-03C3-4C20-AC81-AEEE11A6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48250"/>
            <a:ext cx="3286125" cy="9525"/>
          </a:xfrm>
          <a:custGeom xmlns:a="http://schemas.openxmlformats.org/drawingml/2006/main">
            <a:pathLst>
              <a:path w="3286125" h="9525">
                <a:moveTo>
                  <a:pt x="32861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6" name="line-136">
            <a:extLst xmlns:a="http://schemas.openxmlformats.org/drawingml/2006/main">
              <a:ext uri="{FF2B5EF4-FFF2-40B4-BE49-F238E27FC236}">
                <a16:creationId xmlns:a16="http://schemas.microsoft.com/office/drawing/2014/main" id="{7EED4A73-5A7A-48D4-9081-17F45707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06820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0"/>
                </a:moveTo>
                <a:lnTo>
                  <a:pt x="0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7" name="line-137">
            <a:extLst xmlns:a="http://schemas.openxmlformats.org/drawingml/2006/main">
              <a:ext uri="{FF2B5EF4-FFF2-40B4-BE49-F238E27FC236}">
                <a16:creationId xmlns:a16="http://schemas.microsoft.com/office/drawing/2014/main" id="{40097A43-5D94-4A89-A796-C6938B4A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48250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41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8" name="object-138">
            <a:extLst xmlns:a="http://schemas.openxmlformats.org/drawingml/2006/main">
              <a:ext uri="{FF2B5EF4-FFF2-40B4-BE49-F238E27FC236}">
                <a16:creationId xmlns:a16="http://schemas.microsoft.com/office/drawing/2014/main" id="{9C102933-64D9-46AB-8B96-4E1A7281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339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操作回调(success 参数)</a:t>
            </a:r>
          </a:p>
        </p:txBody>
      </p:sp>
      <p:sp>
        <p:nvSpPr>
          <p:cNvPr id="29" name="line-139">
            <a:extLst xmlns:a="http://schemas.openxmlformats.org/drawingml/2006/main">
              <a:ext uri="{FF2B5EF4-FFF2-40B4-BE49-F238E27FC236}">
                <a16:creationId xmlns:a16="http://schemas.microsoft.com/office/drawing/2014/main" id="{17E012B9-8F77-4A13-BA37-8553BF95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553075"/>
            <a:ext cx="6191250" cy="9525"/>
          </a:xfrm>
          <a:custGeom xmlns:a="http://schemas.openxmlformats.org/drawingml/2006/main">
            <a:pathLst>
              <a:path w="6191250" h="9525">
                <a:moveTo>
                  <a:pt x="0" y="0"/>
                </a:moveTo>
                <a:lnTo>
                  <a:pt x="619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0" name="line-140">
            <a:extLst xmlns:a="http://schemas.openxmlformats.org/drawingml/2006/main">
              <a:ext uri="{FF2B5EF4-FFF2-40B4-BE49-F238E27FC236}">
                <a16:creationId xmlns:a16="http://schemas.microsoft.com/office/drawing/2014/main" id="{DDC6D73E-D921-45A4-81C2-D3807F9B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857" y="55530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1" name="line-141">
            <a:extLst xmlns:a="http://schemas.openxmlformats.org/drawingml/2006/main">
              <a:ext uri="{FF2B5EF4-FFF2-40B4-BE49-F238E27FC236}">
                <a16:creationId xmlns:a16="http://schemas.microsoft.com/office/drawing/2014/main" id="{19C235E8-73C6-4512-AEEB-DF67792C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857" y="55116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2" name="object-142">
            <a:extLst xmlns:a="http://schemas.openxmlformats.org/drawingml/2006/main">
              <a:ext uri="{FF2B5EF4-FFF2-40B4-BE49-F238E27FC236}">
                <a16:creationId xmlns:a16="http://schemas.microsoft.com/office/drawing/2014/main" id="{70BF4ADD-7FAD-4CFA-BAE5-E506E826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38750"/>
            <a:ext cx="604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OnStatusUpdate(STARTED)</a:t>
            </a:r>
          </a:p>
        </p:txBody>
      </p:sp>
      <p:sp>
        <p:nvSpPr>
          <p:cNvPr id="33" name="object-143">
            <a:extLst xmlns:a="http://schemas.openxmlformats.org/drawingml/2006/main">
              <a:ext uri="{FF2B5EF4-FFF2-40B4-BE49-F238E27FC236}">
                <a16:creationId xmlns:a16="http://schemas.microsoft.com/office/drawing/2014/main" id="{A1B1DBCB-CACE-4C72-8F72-FC339CDA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回调会更新 RUNNING 并通知状态；5.1 实现未在回调中检查 success 参数</a:t>
            </a:r>
          </a:p>
        </p:txBody>
      </p:sp>
      <p:sp>
        <p:nvSpPr>
          <p:cNvPr id="34" name="object-144">
            <a:extLst xmlns:a="http://schemas.openxmlformats.org/drawingml/2006/main">
              <a:ext uri="{FF2B5EF4-FFF2-40B4-BE49-F238E27FC236}">
                <a16:creationId xmlns:a16="http://schemas.microsoft.com/office/drawing/2014/main" id="{077FD8A1-59B3-4E24-8C8C-BC3A905A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5.1固定版本；PA异步操作内部未在本图展开；回调未检查 success 参数</a:t>
            </a:r>
          </a:p>
        </p:txBody>
      </p:sp>
      <p:sp>
        <p:nvSpPr>
          <p:cNvPr id="35" name="object-145">
            <a:extLst xmlns:a="http://schemas.openxmlformats.org/drawingml/2006/main">
              <a:ext uri="{FF2B5EF4-FFF2-40B4-BE49-F238E27FC236}">
                <a16:creationId xmlns:a16="http://schemas.microsoft.com/office/drawing/2014/main" id="{089F0853-E21B-435A-9FDC-03C86516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33463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object-146">
            <a:extLst xmlns:a="http://schemas.openxmlformats.org/drawingml/2006/main">
              <a:ext uri="{FF2B5EF4-FFF2-40B4-BE49-F238E27FC236}">
                <a16:creationId xmlns:a16="http://schemas.microsoft.com/office/drawing/2014/main" id="{4466B914-FB39-48DA-AC0A-BEB52103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主讲</a:t>
            </a:r>
          </a:p>
        </p:txBody>
      </p:sp>
      <p:sp>
        <p:nvSpPr>
          <p:cNvPr id="2" name="object-147">
            <a:extLst xmlns:a="http://schemas.openxmlformats.org/drawingml/2006/main">
              <a:ext uri="{FF2B5EF4-FFF2-40B4-BE49-F238E27FC236}">
                <a16:creationId xmlns:a16="http://schemas.microsoft.com/office/drawing/2014/main" id="{4A4EA6C4-47E2-4B9E-80A9-92F52015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5.1 普通主输出：渲染与 HDI 写分属两线程</a:t>
            </a:r>
          </a:p>
        </p:txBody>
      </p:sp>
      <p:sp>
        <p:nvSpPr>
          <p:cNvPr id="3" name="object-148">
            <a:extLst xmlns:a="http://schemas.openxmlformats.org/drawingml/2006/main">
              <a:ext uri="{FF2B5EF4-FFF2-40B4-BE49-F238E27FC236}">
                <a16:creationId xmlns:a16="http://schemas.microsoft.com/office/drawing/2014/main" id="{4D6BDFE6-C2AB-4899-87C2-7A86BBCE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primary.dq 承接 chunk，写线程再调用 RenderWrite</a:t>
            </a:r>
          </a:p>
        </p:txBody>
      </p:sp>
      <p:sp>
        <p:nvSpPr>
          <p:cNvPr id="4" name="object-149">
            <a:extLst xmlns:a="http://schemas.openxmlformats.org/drawingml/2006/main">
              <a:ext uri="{FF2B5EF4-FFF2-40B4-BE49-F238E27FC236}">
                <a16:creationId xmlns:a16="http://schemas.microsoft.com/office/drawing/2014/main" id="{B52C5F6C-AA26-4206-A51A-65FFE616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PA 主输出渲染线程</a:t>
            </a:r>
          </a:p>
        </p:txBody>
      </p:sp>
      <p:sp>
        <p:nvSpPr>
          <p:cNvPr id="5" name="line-150">
            <a:extLst xmlns:a="http://schemas.openxmlformats.org/drawingml/2006/main">
              <a:ext uri="{FF2B5EF4-FFF2-40B4-BE49-F238E27FC236}">
                <a16:creationId xmlns:a16="http://schemas.microsoft.com/office/drawing/2014/main" id="{5C1C570E-56E5-411D-8AAD-DEDC463B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09875"/>
            <a:ext cx="9525" cy="2819400"/>
          </a:xfrm>
          <a:custGeom xmlns:a="http://schemas.openxmlformats.org/drawingml/2006/main">
            <a:pathLst>
              <a:path w="9525" h="2819400">
                <a:moveTo>
                  <a:pt x="0" y="0"/>
                </a:moveTo>
                <a:lnTo>
                  <a:pt x="0" y="2819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6" name="object-151">
            <a:extLst xmlns:a="http://schemas.openxmlformats.org/drawingml/2006/main">
              <a:ext uri="{FF2B5EF4-FFF2-40B4-BE49-F238E27FC236}">
                <a16:creationId xmlns:a16="http://schemas.microsoft.com/office/drawing/2014/main" id="{0F20B8C4-4233-4316-9140-D4294FCC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86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primary.dq</a:t>
            </a:r>
          </a:p>
        </p:txBody>
      </p:sp>
      <p:sp>
        <p:nvSpPr>
          <p:cNvPr id="7" name="line-152">
            <a:extLst xmlns:a="http://schemas.openxmlformats.org/drawingml/2006/main">
              <a:ext uri="{FF2B5EF4-FFF2-40B4-BE49-F238E27FC236}">
                <a16:creationId xmlns:a16="http://schemas.microsoft.com/office/drawing/2014/main" id="{03FD96D5-1231-4674-A56F-D1BABDC3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9875"/>
            <a:ext cx="9525" cy="2819400"/>
          </a:xfrm>
          <a:custGeom xmlns:a="http://schemas.openxmlformats.org/drawingml/2006/main">
            <a:pathLst>
              <a:path w="9525" h="2819400">
                <a:moveTo>
                  <a:pt x="0" y="0"/>
                </a:moveTo>
                <a:lnTo>
                  <a:pt x="0" y="2819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8" name="object-153">
            <a:extLst xmlns:a="http://schemas.openxmlformats.org/drawingml/2006/main">
              <a:ext uri="{FF2B5EF4-FFF2-40B4-BE49-F238E27FC236}">
                <a16:creationId xmlns:a16="http://schemas.microsoft.com/office/drawing/2014/main" id="{16A277D9-792B-4565-9B2A-A4F2D5C6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86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HDI 写线程</a:t>
            </a:r>
          </a:p>
        </p:txBody>
      </p:sp>
      <p:sp>
        <p:nvSpPr>
          <p:cNvPr id="9" name="line-154">
            <a:extLst xmlns:a="http://schemas.openxmlformats.org/drawingml/2006/main">
              <a:ext uri="{FF2B5EF4-FFF2-40B4-BE49-F238E27FC236}">
                <a16:creationId xmlns:a16="http://schemas.microsoft.com/office/drawing/2014/main" id="{58747CB6-EBD2-4A75-B5FF-A93E1AD4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9875"/>
            <a:ext cx="9525" cy="2819400"/>
          </a:xfrm>
          <a:custGeom xmlns:a="http://schemas.openxmlformats.org/drawingml/2006/main">
            <a:pathLst>
              <a:path w="9525" h="2819400">
                <a:moveTo>
                  <a:pt x="0" y="0"/>
                </a:moveTo>
                <a:lnTo>
                  <a:pt x="0" y="2819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0" name="object-155">
            <a:extLst xmlns:a="http://schemas.openxmlformats.org/drawingml/2006/main">
              <a:ext uri="{FF2B5EF4-FFF2-40B4-BE49-F238E27FC236}">
                <a16:creationId xmlns:a16="http://schemas.microsoft.com/office/drawing/2014/main" id="{B79506F6-024B-405F-9064-1425D590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860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SinkAdapter</a:t>
            </a:r>
          </a:p>
        </p:txBody>
      </p:sp>
      <p:sp>
        <p:nvSpPr>
          <p:cNvPr id="11" name="line-156">
            <a:extLst xmlns:a="http://schemas.openxmlformats.org/drawingml/2006/main">
              <a:ext uri="{FF2B5EF4-FFF2-40B4-BE49-F238E27FC236}">
                <a16:creationId xmlns:a16="http://schemas.microsoft.com/office/drawing/2014/main" id="{7BD81725-7455-4ABA-B2CB-2EB19B55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09875"/>
            <a:ext cx="9525" cy="2819400"/>
          </a:xfrm>
          <a:custGeom xmlns:a="http://schemas.openxmlformats.org/drawingml/2006/main">
            <a:pathLst>
              <a:path w="9525" h="2819400">
                <a:moveTo>
                  <a:pt x="0" y="0"/>
                </a:moveTo>
                <a:lnTo>
                  <a:pt x="0" y="2819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2" name="object-157">
            <a:extLst xmlns:a="http://schemas.openxmlformats.org/drawingml/2006/main">
              <a:ext uri="{FF2B5EF4-FFF2-40B4-BE49-F238E27FC236}">
                <a16:creationId xmlns:a16="http://schemas.microsoft.com/office/drawing/2014/main" id="{57EF3FE2-B872-4A70-BEBF-76F928A2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ProcessRenderUseTiming()</a:t>
            </a:r>
          </a:p>
        </p:txBody>
      </p:sp>
      <p:sp>
        <p:nvSpPr>
          <p:cNvPr id="13" name="object-158">
            <a:extLst xmlns:a="http://schemas.openxmlformats.org/drawingml/2006/main">
              <a:ext uri="{FF2B5EF4-FFF2-40B4-BE49-F238E27FC236}">
                <a16:creationId xmlns:a16="http://schemas.microsoft.com/office/drawing/2014/main" id="{3850737D-2A48-413B-81AE-48012837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38525"/>
            <a:ext cx="414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SinkRenderPrimary() 生成 chunk</a:t>
            </a:r>
          </a:p>
        </p:txBody>
      </p:sp>
      <p:sp>
        <p:nvSpPr>
          <p:cNvPr id="14" name="line-159">
            <a:extLst xmlns:a="http://schemas.openxmlformats.org/drawingml/2006/main">
              <a:ext uri="{FF2B5EF4-FFF2-40B4-BE49-F238E27FC236}">
                <a16:creationId xmlns:a16="http://schemas.microsoft.com/office/drawing/2014/main" id="{CE96FBCF-B66C-4DA5-8CD7-A02229E8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2952750" cy="9525"/>
          </a:xfrm>
          <a:custGeom xmlns:a="http://schemas.openxmlformats.org/drawingml/2006/main">
            <a:pathLst>
              <a:path w="2952750" h="9525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15" name="line-160">
            <a:extLst xmlns:a="http://schemas.openxmlformats.org/drawingml/2006/main">
              <a:ext uri="{FF2B5EF4-FFF2-40B4-BE49-F238E27FC236}">
                <a16:creationId xmlns:a16="http://schemas.microsoft.com/office/drawing/2014/main" id="{728292E1-2652-4876-B3D0-402A2CB4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32" y="423862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16" name="line-161">
            <a:extLst xmlns:a="http://schemas.openxmlformats.org/drawingml/2006/main">
              <a:ext uri="{FF2B5EF4-FFF2-40B4-BE49-F238E27FC236}">
                <a16:creationId xmlns:a16="http://schemas.microsoft.com/office/drawing/2014/main" id="{17676222-1C04-41A9-B366-517F07EA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32" y="419719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17" name="object-162">
            <a:extLst xmlns:a="http://schemas.openxmlformats.org/drawingml/2006/main">
              <a:ext uri="{FF2B5EF4-FFF2-40B4-BE49-F238E27FC236}">
                <a16:creationId xmlns:a16="http://schemas.microsoft.com/office/drawing/2014/main" id="{066FE493-E26D-477D-A61D-9AA7C6FC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24300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pa_asyncmsgq_post(HDI_RENDER)</a:t>
            </a:r>
          </a:p>
        </p:txBody>
      </p:sp>
      <p:sp>
        <p:nvSpPr>
          <p:cNvPr id="18" name="object-163">
            <a:extLst xmlns:a="http://schemas.openxmlformats.org/drawingml/2006/main">
              <a:ext uri="{FF2B5EF4-FFF2-40B4-BE49-F238E27FC236}">
                <a16:creationId xmlns:a16="http://schemas.microsoft.com/office/drawing/2014/main" id="{B952F7EE-7B96-4989-B58A-34D9C5FD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33875"/>
            <a:ext cx="3810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队列保存 chunk 引用</a:t>
            </a:r>
          </a:p>
        </p:txBody>
      </p:sp>
      <p:sp>
        <p:nvSpPr>
          <p:cNvPr id="19" name="line-164">
            <a:extLst xmlns:a="http://schemas.openxmlformats.org/drawingml/2006/main">
              <a:ext uri="{FF2B5EF4-FFF2-40B4-BE49-F238E27FC236}">
                <a16:creationId xmlns:a16="http://schemas.microsoft.com/office/drawing/2014/main" id="{8DC172E4-1F06-4D71-8AE1-606CB9F1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19675"/>
            <a:ext cx="3048000" cy="9525"/>
          </a:xfrm>
          <a:custGeom xmlns:a="http://schemas.openxmlformats.org/drawingml/2006/main"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20" name="line-165">
            <a:extLst xmlns:a="http://schemas.openxmlformats.org/drawingml/2006/main">
              <a:ext uri="{FF2B5EF4-FFF2-40B4-BE49-F238E27FC236}">
                <a16:creationId xmlns:a16="http://schemas.microsoft.com/office/drawing/2014/main" id="{F78CCDFB-3230-4F41-8909-1C3E8A47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32" y="50196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21" name="line-166">
            <a:extLst xmlns:a="http://schemas.openxmlformats.org/drawingml/2006/main">
              <a:ext uri="{FF2B5EF4-FFF2-40B4-BE49-F238E27FC236}">
                <a16:creationId xmlns:a16="http://schemas.microsoft.com/office/drawing/2014/main" id="{AF0BA125-DDEA-456F-A951-9CCF0519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32" y="49782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22" name="object-167">
            <a:extLst xmlns:a="http://schemas.openxmlformats.org/drawingml/2006/main">
              <a:ext uri="{FF2B5EF4-FFF2-40B4-BE49-F238E27FC236}">
                <a16:creationId xmlns:a16="http://schemas.microsoft.com/office/drawing/2014/main" id="{1C643E9D-7CA0-45CE-8539-682CB82C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0535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pa_asyncmsgq_get()</a:t>
            </a:r>
          </a:p>
        </p:txBody>
      </p:sp>
      <p:sp>
        <p:nvSpPr>
          <p:cNvPr id="23" name="line-168">
            <a:extLst xmlns:a="http://schemas.openxmlformats.org/drawingml/2006/main">
              <a:ext uri="{FF2B5EF4-FFF2-40B4-BE49-F238E27FC236}">
                <a16:creationId xmlns:a16="http://schemas.microsoft.com/office/drawing/2014/main" id="{7E208FFC-F265-4357-9C91-B189D276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62600"/>
            <a:ext cx="2762250" cy="9525"/>
          </a:xfrm>
          <a:custGeom xmlns:a="http://schemas.openxmlformats.org/drawingml/2006/main"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4" name="line-169">
            <a:extLst xmlns:a="http://schemas.openxmlformats.org/drawingml/2006/main">
              <a:ext uri="{FF2B5EF4-FFF2-40B4-BE49-F238E27FC236}">
                <a16:creationId xmlns:a16="http://schemas.microsoft.com/office/drawing/2014/main" id="{56C0A767-049C-4638-81EC-74FE3CCD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982" y="55626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5" name="line-170">
            <a:extLst xmlns:a="http://schemas.openxmlformats.org/drawingml/2006/main">
              <a:ext uri="{FF2B5EF4-FFF2-40B4-BE49-F238E27FC236}">
                <a16:creationId xmlns:a16="http://schemas.microsoft.com/office/drawing/2014/main" id="{03869F03-300C-4AB7-AD80-AB88B380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982" y="55211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6" name="object-171">
            <a:extLst xmlns:a="http://schemas.openxmlformats.org/drawingml/2006/main">
              <a:ext uri="{FF2B5EF4-FFF2-40B4-BE49-F238E27FC236}">
                <a16:creationId xmlns:a16="http://schemas.microsoft.com/office/drawing/2014/main" id="{63EE19D5-CC22-48D7-A64C-88575B36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4827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RenderWrite()</a:t>
            </a:r>
          </a:p>
        </p:txBody>
      </p:sp>
      <p:sp>
        <p:nvSpPr>
          <p:cNvPr id="27" name="object-172">
            <a:extLst xmlns:a="http://schemas.openxmlformats.org/drawingml/2006/main">
              <a:ext uri="{FF2B5EF4-FFF2-40B4-BE49-F238E27FC236}">
                <a16:creationId xmlns:a16="http://schemas.microsoft.com/office/drawing/2014/main" id="{B9A7F519-7375-4807-8C55-03EEBC91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跨线程交接在 primary.dq；源码只显示 chunk 引用传递，不等于每次复制 PCM</a:t>
            </a:r>
          </a:p>
        </p:txBody>
      </p:sp>
      <p:sp>
        <p:nvSpPr>
          <p:cNvPr id="28" name="object-173">
            <a:extLst xmlns:a="http://schemas.openxmlformats.org/drawingml/2006/main">
              <a:ext uri="{FF2B5EF4-FFF2-40B4-BE49-F238E27FC236}">
                <a16:creationId xmlns:a16="http://schemas.microsoft.com/office/drawing/2014/main" id="{99DF5B74-F6BF-4579-AF5C-AF6E461D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5.1普通主输出；交接的是chunk引用，未据此推断测量瓶颈排名</a:t>
            </a:r>
          </a:p>
        </p:txBody>
      </p:sp>
      <p:sp>
        <p:nvSpPr>
          <p:cNvPr id="29" name="object-174">
            <a:extLst xmlns:a="http://schemas.openxmlformats.org/drawingml/2006/main">
              <a:ext uri="{FF2B5EF4-FFF2-40B4-BE49-F238E27FC236}">
                <a16:creationId xmlns:a16="http://schemas.microsoft.com/office/drawing/2014/main" id="{5531FC12-C62C-4DA8-97DD-D7194D11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26989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object-175">
            <a:extLst xmlns:a="http://schemas.openxmlformats.org/drawingml/2006/main">
              <a:ext uri="{FF2B5EF4-FFF2-40B4-BE49-F238E27FC236}">
                <a16:creationId xmlns:a16="http://schemas.microsoft.com/office/drawing/2014/main" id="{EFEF4B6C-643E-4995-803A-8E14EA79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主讲</a:t>
            </a:r>
          </a:p>
        </p:txBody>
      </p:sp>
      <p:sp>
        <p:nvSpPr>
          <p:cNvPr id="2" name="object-176">
            <a:extLst xmlns:a="http://schemas.openxmlformats.org/drawingml/2006/main">
              <a:ext uri="{FF2B5EF4-FFF2-40B4-BE49-F238E27FC236}">
                <a16:creationId xmlns:a16="http://schemas.microsoft.com/office/drawing/2014/main" id="{DCA03869-E866-4C5D-8B94-45666BE3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同一普通输出路径：跨线程交接在哪里收拢</a:t>
            </a:r>
          </a:p>
        </p:txBody>
      </p:sp>
      <p:sp>
        <p:nvSpPr>
          <p:cNvPr id="3" name="object-177">
            <a:extLst xmlns:a="http://schemas.openxmlformats.org/drawingml/2006/main">
              <a:ext uri="{FF2B5EF4-FFF2-40B4-BE49-F238E27FC236}">
                <a16:creationId xmlns:a16="http://schemas.microsoft.com/office/drawing/2014/main" id="{574DB9F5-FB71-4E0C-A59F-D8148FB3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旧 render 到写线程的队列交接，变为当前处理线程内连续调用</a:t>
            </a:r>
          </a:p>
        </p:txBody>
      </p:sp>
      <p:sp>
        <p:nvSpPr>
          <p:cNvPr id="4" name="object-178">
            <a:extLst xmlns:a="http://schemas.openxmlformats.org/drawingml/2006/main">
              <a:ext uri="{FF2B5EF4-FFF2-40B4-BE49-F238E27FC236}">
                <a16:creationId xmlns:a16="http://schemas.microsoft.com/office/drawing/2014/main" id="{51F0C2E3-1DA0-4898-98E6-9400BF42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384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5.1 普通主输出</a:t>
            </a:r>
          </a:p>
        </p:txBody>
      </p:sp>
      <p:sp>
        <p:nvSpPr>
          <p:cNvPr id="5" name="object-179">
            <a:extLst xmlns:a="http://schemas.openxmlformats.org/drawingml/2006/main">
              <a:ext uri="{FF2B5EF4-FFF2-40B4-BE49-F238E27FC236}">
                <a16:creationId xmlns:a16="http://schemas.microsoft.com/office/drawing/2014/main" id="{327A5434-B55D-433E-BFF7-A2DF230F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384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当前 HPAE 普通输出</a:t>
            </a:r>
          </a:p>
        </p:txBody>
      </p:sp>
      <p:sp>
        <p:nvSpPr>
          <p:cNvPr id="6" name="line-180">
            <a:extLst xmlns:a="http://schemas.openxmlformats.org/drawingml/2006/main">
              <a:ext uri="{FF2B5EF4-FFF2-40B4-BE49-F238E27FC236}">
                <a16:creationId xmlns:a16="http://schemas.microsoft.com/office/drawing/2014/main" id="{F5FE476C-E527-48EE-806D-EC192FC8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76500"/>
            <a:ext cx="9525" cy="3267075"/>
          </a:xfrm>
          <a:custGeom xmlns:a="http://schemas.openxmlformats.org/drawingml/2006/main">
            <a:pathLst>
              <a:path w="9525" h="3267075">
                <a:moveTo>
                  <a:pt x="0" y="0"/>
                </a:moveTo>
                <a:lnTo>
                  <a:pt x="0" y="32670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7" name="object-181">
            <a:extLst xmlns:a="http://schemas.openxmlformats.org/drawingml/2006/main">
              <a:ext uri="{FF2B5EF4-FFF2-40B4-BE49-F238E27FC236}">
                <a16:creationId xmlns:a16="http://schemas.microsoft.com/office/drawing/2014/main" id="{CA9811ED-5329-4367-9D6F-899C5DF3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490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bject-182">
            <a:extLst xmlns:a="http://schemas.openxmlformats.org/drawingml/2006/main">
              <a:ext uri="{FF2B5EF4-FFF2-40B4-BE49-F238E27FC236}">
                <a16:creationId xmlns:a16="http://schemas.microsoft.com/office/drawing/2014/main" id="{1AFF5838-90F5-4579-9FE0-172656CC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SinkRenderPrimary</a:t>
            </a:r>
          </a:p>
        </p:txBody>
      </p:sp>
      <p:sp>
        <p:nvSpPr>
          <p:cNvPr id="9" name="line-183">
            <a:extLst xmlns:a="http://schemas.openxmlformats.org/drawingml/2006/main">
              <a:ext uri="{FF2B5EF4-FFF2-40B4-BE49-F238E27FC236}">
                <a16:creationId xmlns:a16="http://schemas.microsoft.com/office/drawing/2014/main" id="{A8E0F8CA-3FB2-4CE1-B625-06EC8DA5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29025"/>
            <a:ext cx="9525" cy="161925"/>
          </a:xfrm>
          <a:custGeom xmlns:a="http://schemas.openxmlformats.org/drawingml/2006/main"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0" name="line-184">
            <a:extLst xmlns:a="http://schemas.openxmlformats.org/drawingml/2006/main">
              <a:ext uri="{FF2B5EF4-FFF2-40B4-BE49-F238E27FC236}">
                <a16:creationId xmlns:a16="http://schemas.microsoft.com/office/drawing/2014/main" id="{F7F2634B-7DC3-400B-B0AB-905C326C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095" y="3705182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1" name="line-185">
            <a:extLst xmlns:a="http://schemas.openxmlformats.org/drawingml/2006/main">
              <a:ext uri="{FF2B5EF4-FFF2-40B4-BE49-F238E27FC236}">
                <a16:creationId xmlns:a16="http://schemas.microsoft.com/office/drawing/2014/main" id="{705051D3-613C-4A9F-B12F-3255AF8D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05182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2" name="object-186">
            <a:extLst xmlns:a="http://schemas.openxmlformats.org/drawingml/2006/main">
              <a:ext uri="{FF2B5EF4-FFF2-40B4-BE49-F238E27FC236}">
                <a16:creationId xmlns:a16="http://schemas.microsoft.com/office/drawing/2014/main" id="{8B6ACB49-2EBA-4027-89F4-634216AB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490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bject-187">
            <a:extLst xmlns:a="http://schemas.openxmlformats.org/drawingml/2006/main">
              <a:ext uri="{FF2B5EF4-FFF2-40B4-BE49-F238E27FC236}">
                <a16:creationId xmlns:a16="http://schemas.microsoft.com/office/drawing/2014/main" id="{18B25989-6C2B-4942-80C4-D2FEE1ED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primary.dq</a:t>
            </a:r>
          </a:p>
        </p:txBody>
      </p:sp>
      <p:sp>
        <p:nvSpPr>
          <p:cNvPr id="14" name="line-188">
            <a:extLst xmlns:a="http://schemas.openxmlformats.org/drawingml/2006/main">
              <a:ext uri="{FF2B5EF4-FFF2-40B4-BE49-F238E27FC236}">
                <a16:creationId xmlns:a16="http://schemas.microsoft.com/office/drawing/2014/main" id="{6E00FCE9-4F1B-48E5-9E22-A8DE51F6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305300"/>
            <a:ext cx="9525" cy="161925"/>
          </a:xfrm>
          <a:custGeom xmlns:a="http://schemas.openxmlformats.org/drawingml/2006/main"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5" name="line-189">
            <a:extLst xmlns:a="http://schemas.openxmlformats.org/drawingml/2006/main">
              <a:ext uri="{FF2B5EF4-FFF2-40B4-BE49-F238E27FC236}">
                <a16:creationId xmlns:a16="http://schemas.microsoft.com/office/drawing/2014/main" id="{5866432D-E5B0-4762-82A8-960EC195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095" y="4381457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6" name="line-190">
            <a:extLst xmlns:a="http://schemas.openxmlformats.org/drawingml/2006/main">
              <a:ext uri="{FF2B5EF4-FFF2-40B4-BE49-F238E27FC236}">
                <a16:creationId xmlns:a16="http://schemas.microsoft.com/office/drawing/2014/main" id="{5CEB3892-F922-4511-BC0C-2CE0929D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381457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7" name="object-191">
            <a:extLst xmlns:a="http://schemas.openxmlformats.org/drawingml/2006/main">
              <a:ext uri="{FF2B5EF4-FFF2-40B4-BE49-F238E27FC236}">
                <a16:creationId xmlns:a16="http://schemas.microsoft.com/office/drawing/2014/main" id="{C912AF8A-B0CF-4552-BAFB-BD6DD888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490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bject-192">
            <a:extLst xmlns:a="http://schemas.openxmlformats.org/drawingml/2006/main">
              <a:ext uri="{FF2B5EF4-FFF2-40B4-BE49-F238E27FC236}">
                <a16:creationId xmlns:a16="http://schemas.microsoft.com/office/drawing/2014/main" id="{74982698-4996-4538-ADB9-ECCECA65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HDI 写线程</a:t>
            </a:r>
          </a:p>
        </p:txBody>
      </p:sp>
      <p:sp>
        <p:nvSpPr>
          <p:cNvPr id="19" name="line-193">
            <a:extLst xmlns:a="http://schemas.openxmlformats.org/drawingml/2006/main">
              <a:ext uri="{FF2B5EF4-FFF2-40B4-BE49-F238E27FC236}">
                <a16:creationId xmlns:a16="http://schemas.microsoft.com/office/drawing/2014/main" id="{09A14E8B-67A1-46D6-802C-CF4172A4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81575"/>
            <a:ext cx="9525" cy="161925"/>
          </a:xfrm>
          <a:custGeom xmlns:a="http://schemas.openxmlformats.org/drawingml/2006/main"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20" name="line-194">
            <a:extLst xmlns:a="http://schemas.openxmlformats.org/drawingml/2006/main">
              <a:ext uri="{FF2B5EF4-FFF2-40B4-BE49-F238E27FC236}">
                <a16:creationId xmlns:a16="http://schemas.microsoft.com/office/drawing/2014/main" id="{696FDDBC-214E-4778-800C-755D0179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095" y="5057732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21" name="line-195">
            <a:extLst xmlns:a="http://schemas.openxmlformats.org/drawingml/2006/main">
              <a:ext uri="{FF2B5EF4-FFF2-40B4-BE49-F238E27FC236}">
                <a16:creationId xmlns:a16="http://schemas.microsoft.com/office/drawing/2014/main" id="{BC5D47E8-D2E7-4538-B72A-315E7D29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5057732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22" name="object-196">
            <a:extLst xmlns:a="http://schemas.openxmlformats.org/drawingml/2006/main">
              <a:ext uri="{FF2B5EF4-FFF2-40B4-BE49-F238E27FC236}">
                <a16:creationId xmlns:a16="http://schemas.microsoft.com/office/drawing/2014/main" id="{1F8A3323-7275-43D6-963F-421C2A0B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90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bject-197">
            <a:extLst xmlns:a="http://schemas.openxmlformats.org/drawingml/2006/main">
              <a:ext uri="{FF2B5EF4-FFF2-40B4-BE49-F238E27FC236}">
                <a16:creationId xmlns:a16="http://schemas.microsoft.com/office/drawing/2014/main" id="{2B604EAE-8017-43A9-98B4-5E8D296D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RenderWrite</a:t>
            </a:r>
          </a:p>
        </p:txBody>
      </p:sp>
      <p:sp>
        <p:nvSpPr>
          <p:cNvPr id="24" name="object-198">
            <a:extLst xmlns:a="http://schemas.openxmlformats.org/drawingml/2006/main">
              <a:ext uri="{FF2B5EF4-FFF2-40B4-BE49-F238E27FC236}">
                <a16:creationId xmlns:a16="http://schemas.microsoft.com/office/drawing/2014/main" id="{C9D823D6-F097-441A-97F2-B709F736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490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199">
            <a:extLst xmlns:a="http://schemas.openxmlformats.org/drawingml/2006/main">
              <a:ext uri="{FF2B5EF4-FFF2-40B4-BE49-F238E27FC236}">
                <a16:creationId xmlns:a16="http://schemas.microsoft.com/office/drawing/2014/main" id="{551BA2A0-6E1F-4B84-BFFC-332E2DFD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7182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HpaeSignalProcessThread</a:t>
            </a:r>
          </a:p>
        </p:txBody>
      </p:sp>
      <p:sp>
        <p:nvSpPr>
          <p:cNvPr id="26" name="line-200">
            <a:extLst xmlns:a="http://schemas.openxmlformats.org/drawingml/2006/main">
              <a:ext uri="{FF2B5EF4-FFF2-40B4-BE49-F238E27FC236}">
                <a16:creationId xmlns:a16="http://schemas.microsoft.com/office/drawing/2014/main" id="{8127E5BB-5E1B-456C-9183-3D3E4991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29025"/>
            <a:ext cx="9525" cy="161925"/>
          </a:xfrm>
          <a:custGeom xmlns:a="http://schemas.openxmlformats.org/drawingml/2006/main"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7" name="line-201">
            <a:extLst xmlns:a="http://schemas.openxmlformats.org/drawingml/2006/main">
              <a:ext uri="{FF2B5EF4-FFF2-40B4-BE49-F238E27FC236}">
                <a16:creationId xmlns:a16="http://schemas.microsoft.com/office/drawing/2014/main" id="{318DFD14-C928-498A-883F-1FE6E2C6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745" y="3705182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8" name="line-202">
            <a:extLst xmlns:a="http://schemas.openxmlformats.org/drawingml/2006/main">
              <a:ext uri="{FF2B5EF4-FFF2-40B4-BE49-F238E27FC236}">
                <a16:creationId xmlns:a16="http://schemas.microsoft.com/office/drawing/2014/main" id="{0AFCC70E-12B5-400F-9360-776B7D65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705182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9" name="object-203">
            <a:extLst xmlns:a="http://schemas.openxmlformats.org/drawingml/2006/main">
              <a:ext uri="{FF2B5EF4-FFF2-40B4-BE49-F238E27FC236}">
                <a16:creationId xmlns:a16="http://schemas.microsoft.com/office/drawing/2014/main" id="{71D85028-6C14-4D01-A5AD-3B048A9C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490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bject-204">
            <a:extLst xmlns:a="http://schemas.openxmlformats.org/drawingml/2006/main">
              <a:ext uri="{FF2B5EF4-FFF2-40B4-BE49-F238E27FC236}">
                <a16:creationId xmlns:a16="http://schemas.microsoft.com/office/drawing/2014/main" id="{EE4C4DC6-EAC1-4A00-B7B9-9BBF6551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4810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HandleMsg() → Process()</a:t>
            </a:r>
          </a:p>
        </p:txBody>
      </p:sp>
      <p:sp>
        <p:nvSpPr>
          <p:cNvPr id="31" name="line-205">
            <a:extLst xmlns:a="http://schemas.openxmlformats.org/drawingml/2006/main">
              <a:ext uri="{FF2B5EF4-FFF2-40B4-BE49-F238E27FC236}">
                <a16:creationId xmlns:a16="http://schemas.microsoft.com/office/drawing/2014/main" id="{9E9081EF-65D0-498C-AFBA-8C2692CF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305300"/>
            <a:ext cx="9525" cy="161925"/>
          </a:xfrm>
          <a:custGeom xmlns:a="http://schemas.openxmlformats.org/drawingml/2006/main"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2" name="line-206">
            <a:extLst xmlns:a="http://schemas.openxmlformats.org/drawingml/2006/main">
              <a:ext uri="{FF2B5EF4-FFF2-40B4-BE49-F238E27FC236}">
                <a16:creationId xmlns:a16="http://schemas.microsoft.com/office/drawing/2014/main" id="{36653B79-A71E-4CF1-AC55-464B0ECA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745" y="4381457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3" name="line-207">
            <a:extLst xmlns:a="http://schemas.openxmlformats.org/drawingml/2006/main">
              <a:ext uri="{FF2B5EF4-FFF2-40B4-BE49-F238E27FC236}">
                <a16:creationId xmlns:a16="http://schemas.microsoft.com/office/drawing/2014/main" id="{FF78F4F3-6CD5-453F-B19F-B76DE473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381457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4" name="object-208">
            <a:extLst xmlns:a="http://schemas.openxmlformats.org/drawingml/2006/main">
              <a:ext uri="{FF2B5EF4-FFF2-40B4-BE49-F238E27FC236}">
                <a16:creationId xmlns:a16="http://schemas.microsoft.com/office/drawing/2014/main" id="{DFCAF27A-F979-4AC2-9BE3-255C7FC1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67225"/>
            <a:ext cx="490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object-209">
            <a:extLst xmlns:a="http://schemas.openxmlformats.org/drawingml/2006/main">
              <a:ext uri="{FF2B5EF4-FFF2-40B4-BE49-F238E27FC236}">
                <a16:creationId xmlns:a16="http://schemas.microsoft.com/office/drawing/2014/main" id="{2126C151-B63B-462D-AD76-D11D18FA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24375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OutputCluster → SinkOutput</a:t>
            </a:r>
          </a:p>
        </p:txBody>
      </p:sp>
      <p:sp>
        <p:nvSpPr>
          <p:cNvPr id="36" name="line-210">
            <a:extLst xmlns:a="http://schemas.openxmlformats.org/drawingml/2006/main">
              <a:ext uri="{FF2B5EF4-FFF2-40B4-BE49-F238E27FC236}">
                <a16:creationId xmlns:a16="http://schemas.microsoft.com/office/drawing/2014/main" id="{A1ABD0EA-DE1F-46BA-9B95-89130864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81575"/>
            <a:ext cx="9525" cy="161925"/>
          </a:xfrm>
          <a:custGeom xmlns:a="http://schemas.openxmlformats.org/drawingml/2006/main"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7" name="line-211">
            <a:extLst xmlns:a="http://schemas.openxmlformats.org/drawingml/2006/main">
              <a:ext uri="{FF2B5EF4-FFF2-40B4-BE49-F238E27FC236}">
                <a16:creationId xmlns:a16="http://schemas.microsoft.com/office/drawing/2014/main" id="{3107AF2A-5638-4151-89D6-A073E66C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745" y="5057732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8" name="line-212">
            <a:extLst xmlns:a="http://schemas.openxmlformats.org/drawingml/2006/main">
              <a:ext uri="{FF2B5EF4-FFF2-40B4-BE49-F238E27FC236}">
                <a16:creationId xmlns:a16="http://schemas.microsoft.com/office/drawing/2014/main" id="{4F5A8909-514A-4399-9487-8060A890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57732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9" name="object-213">
            <a:extLst xmlns:a="http://schemas.openxmlformats.org/drawingml/2006/main">
              <a:ext uri="{FF2B5EF4-FFF2-40B4-BE49-F238E27FC236}">
                <a16:creationId xmlns:a16="http://schemas.microsoft.com/office/drawing/2014/main" id="{D60195EE-C147-4DE1-A0E4-7482CB14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43500"/>
            <a:ext cx="4905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object-214">
            <a:extLst xmlns:a="http://schemas.openxmlformats.org/drawingml/2006/main">
              <a:ext uri="{FF2B5EF4-FFF2-40B4-BE49-F238E27FC236}">
                <a16:creationId xmlns:a16="http://schemas.microsoft.com/office/drawing/2014/main" id="{C739E5BC-2811-4C8D-855A-2867BDF3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00650"/>
            <a:ext cx="4676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RenderFrame()</a:t>
            </a:r>
          </a:p>
        </p:txBody>
      </p:sp>
      <p:sp>
        <p:nvSpPr>
          <p:cNvPr id="41" name="object-215">
            <a:extLst xmlns:a="http://schemas.openxmlformats.org/drawingml/2006/main">
              <a:ext uri="{FF2B5EF4-FFF2-40B4-BE49-F238E27FC236}">
                <a16:creationId xmlns:a16="http://schemas.microsoft.com/office/drawing/2014/main" id="{7F38E7F7-C228-4A1E-817A-B538F133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已减少的边界：旧主输出 render → primary.dq → HDI 写线程；驱动下游不在比较内</a:t>
            </a:r>
          </a:p>
        </p:txBody>
      </p:sp>
      <p:sp>
        <p:nvSpPr>
          <p:cNvPr id="42" name="object-216">
            <a:extLst xmlns:a="http://schemas.openxmlformats.org/drawingml/2006/main">
              <a:ext uri="{FF2B5EF4-FFF2-40B4-BE49-F238E27FC236}">
                <a16:creationId xmlns:a16="http://schemas.microsoft.com/office/drawing/2014/main" id="{60A028EC-FB64-4099-90B0-2449CB37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比较范围：5.1普通主输出与当前HPAE普通输出；驱动下游另行测量</a:t>
            </a:r>
          </a:p>
        </p:txBody>
      </p:sp>
      <p:sp>
        <p:nvSpPr>
          <p:cNvPr id="43" name="object-217">
            <a:extLst xmlns:a="http://schemas.openxmlformats.org/drawingml/2006/main">
              <a:ext uri="{FF2B5EF4-FFF2-40B4-BE49-F238E27FC236}">
                <a16:creationId xmlns:a16="http://schemas.microsoft.com/office/drawing/2014/main" id="{C77E2614-7096-43F8-B38C-95860121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466737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object-218">
            <a:extLst xmlns:a="http://schemas.openxmlformats.org/drawingml/2006/main">
              <a:ext uri="{FF2B5EF4-FFF2-40B4-BE49-F238E27FC236}">
                <a16:creationId xmlns:a16="http://schemas.microsoft.com/office/drawing/2014/main" id="{8C397449-EA93-402D-B127-AEE93906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主讲</a:t>
            </a:r>
          </a:p>
        </p:txBody>
      </p:sp>
      <p:sp>
        <p:nvSpPr>
          <p:cNvPr id="2" name="object-219">
            <a:extLst xmlns:a="http://schemas.openxmlformats.org/drawingml/2006/main">
              <a:ext uri="{FF2B5EF4-FFF2-40B4-BE49-F238E27FC236}">
                <a16:creationId xmlns:a16="http://schemas.microsoft.com/office/drawing/2014/main" id="{36916E99-4D19-48CA-BA95-0864B5B2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新处理线程：消息与音频怎样共用执行循环</a:t>
            </a:r>
          </a:p>
        </p:txBody>
      </p:sp>
      <p:sp>
        <p:nvSpPr>
          <p:cNvPr id="3" name="object-220">
            <a:extLst xmlns:a="http://schemas.openxmlformats.org/drawingml/2006/main">
              <a:ext uri="{FF2B5EF4-FFF2-40B4-BE49-F238E27FC236}">
                <a16:creationId xmlns:a16="http://schemas.microsoft.com/office/drawing/2014/main" id="{80B30EF0-BF49-44C5-839F-F0AEBF56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条件变量唤醒后先处理控制请求，再执行节点图</a:t>
            </a:r>
          </a:p>
        </p:txBody>
      </p:sp>
      <p:sp>
        <p:nvSpPr>
          <p:cNvPr id="4" name="object-221">
            <a:extLst xmlns:a="http://schemas.openxmlformats.org/drawingml/2006/main">
              <a:ext uri="{FF2B5EF4-FFF2-40B4-BE49-F238E27FC236}">
                <a16:creationId xmlns:a16="http://schemas.microsoft.com/office/drawing/2014/main" id="{3EBD1AEA-ECEB-49DA-8A89-16FA7E24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bject-222">
            <a:extLst xmlns:a="http://schemas.openxmlformats.org/drawingml/2006/main">
              <a:ext uri="{FF2B5EF4-FFF2-40B4-BE49-F238E27FC236}">
                <a16:creationId xmlns:a16="http://schemas.microsoft.com/office/drawing/2014/main" id="{53D5A3F6-09FF-401A-B066-51D7D4D8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条件等待</a:t>
            </a:r>
          </a:p>
        </p:txBody>
      </p:sp>
      <p:sp>
        <p:nvSpPr>
          <p:cNvPr id="6" name="object-223">
            <a:extLst xmlns:a="http://schemas.openxmlformats.org/drawingml/2006/main">
              <a:ext uri="{FF2B5EF4-FFF2-40B4-BE49-F238E27FC236}">
                <a16:creationId xmlns:a16="http://schemas.microsoft.com/office/drawing/2014/main" id="{523F142A-84A7-4381-BCA1-7236CD37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6222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bject-224">
            <a:extLst xmlns:a="http://schemas.openxmlformats.org/drawingml/2006/main">
              <a:ext uri="{FF2B5EF4-FFF2-40B4-BE49-F238E27FC236}">
                <a16:creationId xmlns:a16="http://schemas.microsoft.com/office/drawing/2014/main" id="{E36CC236-2E42-4EAA-96F5-5CA3114D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1937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HandleMsg()</a:t>
            </a:r>
          </a:p>
        </p:txBody>
      </p:sp>
      <p:sp>
        <p:nvSpPr>
          <p:cNvPr id="8" name="object-225">
            <a:extLst xmlns:a="http://schemas.openxmlformats.org/drawingml/2006/main">
              <a:ext uri="{FF2B5EF4-FFF2-40B4-BE49-F238E27FC236}">
                <a16:creationId xmlns:a16="http://schemas.microsoft.com/office/drawing/2014/main" id="{3311B795-14B0-4C5D-BEB5-5B4ED92B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62225"/>
            <a:ext cx="2381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bject-226">
            <a:extLst xmlns:a="http://schemas.openxmlformats.org/drawingml/2006/main">
              <a:ext uri="{FF2B5EF4-FFF2-40B4-BE49-F238E27FC236}">
                <a16:creationId xmlns:a16="http://schemas.microsoft.com/office/drawing/2014/main" id="{D8E4E864-4F53-45FB-8944-2DD1D415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19375"/>
            <a:ext cx="215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Process()</a:t>
            </a:r>
          </a:p>
        </p:txBody>
      </p:sp>
      <p:sp>
        <p:nvSpPr>
          <p:cNvPr id="10" name="object-227">
            <a:extLst xmlns:a="http://schemas.openxmlformats.org/drawingml/2006/main">
              <a:ext uri="{FF2B5EF4-FFF2-40B4-BE49-F238E27FC236}">
                <a16:creationId xmlns:a16="http://schemas.microsoft.com/office/drawing/2014/main" id="{181C8BE5-5BBD-4A93-ACC2-CFF29953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62225"/>
            <a:ext cx="25050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bject-228">
            <a:extLst xmlns:a="http://schemas.openxmlformats.org/drawingml/2006/main">
              <a:ext uri="{FF2B5EF4-FFF2-40B4-BE49-F238E27FC236}">
                <a16:creationId xmlns:a16="http://schemas.microsoft.com/office/drawing/2014/main" id="{C242C7B2-2144-4573-B047-886A2CDC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19375"/>
            <a:ext cx="2276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下一轮 / 等待</a:t>
            </a:r>
          </a:p>
        </p:txBody>
      </p:sp>
      <p:sp>
        <p:nvSpPr>
          <p:cNvPr id="12" name="line-229">
            <a:extLst xmlns:a="http://schemas.openxmlformats.org/drawingml/2006/main">
              <a:ext uri="{FF2B5EF4-FFF2-40B4-BE49-F238E27FC236}">
                <a16:creationId xmlns:a16="http://schemas.microsoft.com/office/drawing/2014/main" id="{0CED487B-4A51-4DF2-8E1C-FD6F25AC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76550"/>
            <a:ext cx="438150" cy="9525"/>
          </a:xfrm>
          <a:custGeom xmlns:a="http://schemas.openxmlformats.org/drawingml/2006/main"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3" name="line-230">
            <a:extLst xmlns:a="http://schemas.openxmlformats.org/drawingml/2006/main">
              <a:ext uri="{FF2B5EF4-FFF2-40B4-BE49-F238E27FC236}">
                <a16:creationId xmlns:a16="http://schemas.microsoft.com/office/drawing/2014/main" id="{4DE51B44-F64E-4030-B807-00E6E1A4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32" y="287655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4" name="line-231">
            <a:extLst xmlns:a="http://schemas.openxmlformats.org/drawingml/2006/main">
              <a:ext uri="{FF2B5EF4-FFF2-40B4-BE49-F238E27FC236}">
                <a16:creationId xmlns:a16="http://schemas.microsoft.com/office/drawing/2014/main" id="{A968AE6F-BDD4-4FDA-B1B5-01295B45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32" y="283512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5" name="line-232">
            <a:extLst xmlns:a="http://schemas.openxmlformats.org/drawingml/2006/main">
              <a:ext uri="{FF2B5EF4-FFF2-40B4-BE49-F238E27FC236}">
                <a16:creationId xmlns:a16="http://schemas.microsoft.com/office/drawing/2014/main" id="{07A4366B-0EA9-4586-AE8A-1FBA3218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76550"/>
            <a:ext cx="438150" cy="9525"/>
          </a:xfrm>
          <a:custGeom xmlns:a="http://schemas.openxmlformats.org/drawingml/2006/main"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6" name="line-233">
            <a:extLst xmlns:a="http://schemas.openxmlformats.org/drawingml/2006/main">
              <a:ext uri="{FF2B5EF4-FFF2-40B4-BE49-F238E27FC236}">
                <a16:creationId xmlns:a16="http://schemas.microsoft.com/office/drawing/2014/main" id="{4225D4AD-0882-477D-8FDD-E3DA9500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32" y="287655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7" name="line-234">
            <a:extLst xmlns:a="http://schemas.openxmlformats.org/drawingml/2006/main">
              <a:ext uri="{FF2B5EF4-FFF2-40B4-BE49-F238E27FC236}">
                <a16:creationId xmlns:a16="http://schemas.microsoft.com/office/drawing/2014/main" id="{588C713D-D199-4018-A981-21A9FEF9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32" y="283512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8" name="line-235">
            <a:extLst xmlns:a="http://schemas.openxmlformats.org/drawingml/2006/main">
              <a:ext uri="{FF2B5EF4-FFF2-40B4-BE49-F238E27FC236}">
                <a16:creationId xmlns:a16="http://schemas.microsoft.com/office/drawing/2014/main" id="{C23255A7-E1DA-456C-8546-ECAD8373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76550"/>
            <a:ext cx="438150" cy="9525"/>
          </a:xfrm>
          <a:custGeom xmlns:a="http://schemas.openxmlformats.org/drawingml/2006/main">
            <a:pathLst>
              <a:path w="438150" h="9525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9" name="line-236">
            <a:extLst xmlns:a="http://schemas.openxmlformats.org/drawingml/2006/main">
              <a:ext uri="{FF2B5EF4-FFF2-40B4-BE49-F238E27FC236}">
                <a16:creationId xmlns:a16="http://schemas.microsoft.com/office/drawing/2014/main" id="{F368A0A8-4F41-4AC5-A076-5C7ACD98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32" y="287655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0" name="line-237">
            <a:extLst xmlns:a="http://schemas.openxmlformats.org/drawingml/2006/main">
              <a:ext uri="{FF2B5EF4-FFF2-40B4-BE49-F238E27FC236}">
                <a16:creationId xmlns:a16="http://schemas.microsoft.com/office/drawing/2014/main" id="{BE43082C-8023-4CFD-BC6C-527A15A9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32" y="283512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1" name="object-238">
            <a:extLst xmlns:a="http://schemas.openxmlformats.org/drawingml/2006/main">
              <a:ext uri="{FF2B5EF4-FFF2-40B4-BE49-F238E27FC236}">
                <a16:creationId xmlns:a16="http://schemas.microsoft.com/office/drawing/2014/main" id="{6C276C7A-AE63-4C91-A992-DA3B9816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5095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唤醒谓词（满足任一）</a:t>
            </a:r>
          </a:p>
        </p:txBody>
      </p:sp>
      <p:sp>
        <p:nvSpPr>
          <p:cNvPr id="22" name="object-239">
            <a:extLst xmlns:a="http://schemas.openxmlformats.org/drawingml/2006/main">
              <a:ext uri="{FF2B5EF4-FFF2-40B4-BE49-F238E27FC236}">
                <a16:creationId xmlns:a16="http://schemas.microsoft.com/office/drawing/2014/main" id="{DCA02EB4-63E0-43FF-B341-E1DD5A82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5143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!running_  |  IsRunning()</a:t>
            </a:r>
          </a:p>
          <a:p xmlns:a="http://schemas.openxmlformats.org/drawingml/2006/main">
            <a: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IsMsgProcessing()  |  recvSignal_</a:t>
            </a:r>
          </a:p>
        </p:txBody>
      </p:sp>
      <p:sp>
        <p:nvSpPr>
          <p:cNvPr id="23" name="line-240">
            <a:extLst xmlns:a="http://schemas.openxmlformats.org/drawingml/2006/main">
              <a:ext uri="{FF2B5EF4-FFF2-40B4-BE49-F238E27FC236}">
                <a16:creationId xmlns:a16="http://schemas.microsoft.com/office/drawing/2014/main" id="{9ACAB303-6371-42A4-BDEF-AC5D8C9B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147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24" name="object-241">
            <a:extLst xmlns:a="http://schemas.openxmlformats.org/drawingml/2006/main">
              <a:ext uri="{FF2B5EF4-FFF2-40B4-BE49-F238E27FC236}">
                <a16:creationId xmlns:a16="http://schemas.microsoft.com/office/drawing/2014/main" id="{D5A57D12-8E1C-494D-A40D-84BF33DB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52850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Notify() 仍有锁</a:t>
            </a:r>
          </a:p>
        </p:txBody>
      </p:sp>
      <p:sp>
        <p:nvSpPr>
          <p:cNvPr id="25" name="object-242">
            <a:extLst xmlns:a="http://schemas.openxmlformats.org/drawingml/2006/main">
              <a:ext uri="{FF2B5EF4-FFF2-40B4-BE49-F238E27FC236}">
                <a16:creationId xmlns:a16="http://schemas.microsoft.com/office/drawing/2014/main" id="{C74B56F4-704C-4B73-AFDA-BFC8B420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05300"/>
            <a:ext cx="5048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持 mutex_ 设置 recvSignal_</a:t>
            </a:r>
          </a:p>
          <a:p xmlns:a="http://schemas.openxmlformats.org/drawingml/2006/main">
            <a:pPr algn="l">
              <a:def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condition_.notify_all()</a:t>
            </a:r>
          </a:p>
        </p:txBody>
      </p:sp>
      <p:sp>
        <p:nvSpPr>
          <p:cNvPr id="26" name="object-243">
            <a:extLst xmlns:a="http://schemas.openxmlformats.org/drawingml/2006/main">
              <a:ext uri="{FF2B5EF4-FFF2-40B4-BE49-F238E27FC236}">
                <a16:creationId xmlns:a16="http://schemas.microsoft.com/office/drawing/2014/main" id="{86867B08-B51C-48EE-B2C5-0F70D999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85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没有固定 10ms tick；控制请求先 HandleMsg，随后才 Process 当前输出图</a:t>
            </a:r>
          </a:p>
        </p:txBody>
      </p:sp>
      <p:sp>
        <p:nvSpPr>
          <p:cNvPr id="27" name="object-244">
            <a:extLst xmlns:a="http://schemas.openxmlformats.org/drawingml/2006/main">
              <a:ext uri="{FF2B5EF4-FFF2-40B4-BE49-F238E27FC236}">
                <a16:creationId xmlns:a16="http://schemas.microsoft.com/office/drawing/2014/main" id="{F363EEB6-CE02-4EEB-84AF-596F21F2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Run等待谓词含 IsRunning/IsMsgProcessing/recvSignal；Notify仍持mutex</a:t>
            </a:r>
          </a:p>
        </p:txBody>
      </p:sp>
      <p:sp>
        <p:nvSpPr>
          <p:cNvPr id="28" name="object-245">
            <a:extLst xmlns:a="http://schemas.openxmlformats.org/drawingml/2006/main">
              <a:ext uri="{FF2B5EF4-FFF2-40B4-BE49-F238E27FC236}">
                <a16:creationId xmlns:a16="http://schemas.microsoft.com/office/drawing/2014/main" id="{CACC7FEF-9609-4ADF-BB60-74B4A919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50655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object-246">
            <a:extLst xmlns:a="http://schemas.openxmlformats.org/drawingml/2006/main">
              <a:ext uri="{FF2B5EF4-FFF2-40B4-BE49-F238E27FC236}">
                <a16:creationId xmlns:a16="http://schemas.microsoft.com/office/drawing/2014/main" id="{36896495-F154-4C73-A96E-C2F6EADF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主讲</a:t>
            </a:r>
          </a:p>
        </p:txBody>
      </p:sp>
      <p:sp>
        <p:nvSpPr>
          <p:cNvPr id="2" name="object-247">
            <a:extLst xmlns:a="http://schemas.openxmlformats.org/drawingml/2006/main">
              <a:ext uri="{FF2B5EF4-FFF2-40B4-BE49-F238E27FC236}">
                <a16:creationId xmlns:a16="http://schemas.microsoft.com/office/drawing/2014/main" id="{95410D63-E85E-4017-8285-4180EA36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Buffer 减在哪，仍保留在哪</a:t>
            </a:r>
          </a:p>
        </p:txBody>
      </p:sp>
      <p:sp>
        <p:nvSpPr>
          <p:cNvPr id="3" name="object-248">
            <a:extLst xmlns:a="http://schemas.openxmlformats.org/drawingml/2006/main">
              <a:ext uri="{FF2B5EF4-FFF2-40B4-BE49-F238E27FC236}">
                <a16:creationId xmlns:a16="http://schemas.microsoft.com/office/drawing/2014/main" id="{D0686B2F-6236-4C2F-AAF4-86AA9000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删除旧线程中转，保留转换缓存与设备提交拼帧</a:t>
            </a:r>
          </a:p>
        </p:txBody>
      </p:sp>
      <p:sp>
        <p:nvSpPr>
          <p:cNvPr id="4" name="object-249">
            <a:extLst xmlns:a="http://schemas.openxmlformats.org/drawingml/2006/main">
              <a:ext uri="{FF2B5EF4-FFF2-40B4-BE49-F238E27FC236}">
                <a16:creationId xmlns:a16="http://schemas.microsoft.com/office/drawing/2014/main" id="{7AD939EE-B1F9-4B14-AF31-F0FD3225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bject-250">
            <a:extLst xmlns:a="http://schemas.openxmlformats.org/drawingml/2006/main">
              <a:ext uri="{FF2B5EF4-FFF2-40B4-BE49-F238E27FC236}">
                <a16:creationId xmlns:a16="http://schemas.microsoft.com/office/drawing/2014/main" id="{C2F1FFA0-9C62-49E2-88A5-4EA7F8C7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共享缓冲供数</a:t>
            </a:r>
          </a:p>
        </p:txBody>
      </p:sp>
      <p:sp>
        <p:nvSpPr>
          <p:cNvPr id="6" name="object-251">
            <a:extLst xmlns:a="http://schemas.openxmlformats.org/drawingml/2006/main">
              <a:ext uri="{FF2B5EF4-FFF2-40B4-BE49-F238E27FC236}">
                <a16:creationId xmlns:a16="http://schemas.microsoft.com/office/drawing/2014/main" id="{D8C24DC2-9B71-4E8D-B770-A294AFD0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62225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bject-252">
            <a:extLst xmlns:a="http://schemas.openxmlformats.org/drawingml/2006/main">
              <a:ext uri="{FF2B5EF4-FFF2-40B4-BE49-F238E27FC236}">
                <a16:creationId xmlns:a16="http://schemas.microsoft.com/office/drawing/2014/main" id="{B71405C8-A1B2-4E01-B5F9-05D56942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193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Converter 缓存</a:t>
            </a:r>
          </a:p>
        </p:txBody>
      </p:sp>
      <p:sp>
        <p:nvSpPr>
          <p:cNvPr id="8" name="object-253">
            <a:extLst xmlns:a="http://schemas.openxmlformats.org/drawingml/2006/main">
              <a:ext uri="{FF2B5EF4-FFF2-40B4-BE49-F238E27FC236}">
                <a16:creationId xmlns:a16="http://schemas.microsoft.com/office/drawing/2014/main" id="{1D337471-9D97-49D3-AB7F-1E6EDD38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62225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bject-254">
            <a:extLst xmlns:a="http://schemas.openxmlformats.org/drawingml/2006/main">
              <a:ext uri="{FF2B5EF4-FFF2-40B4-BE49-F238E27FC236}">
                <a16:creationId xmlns:a16="http://schemas.microsoft.com/office/drawing/2014/main" id="{2AE2D6AA-41D0-475D-92DE-D38AB8E3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19375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SinkOutput 拼帧</a:t>
            </a:r>
          </a:p>
        </p:txBody>
      </p:sp>
      <p:sp>
        <p:nvSpPr>
          <p:cNvPr id="10" name="object-255">
            <a:extLst xmlns:a="http://schemas.openxmlformats.org/drawingml/2006/main">
              <a:ext uri="{FF2B5EF4-FFF2-40B4-BE49-F238E27FC236}">
                <a16:creationId xmlns:a16="http://schemas.microsoft.com/office/drawing/2014/main" id="{753723DE-C029-4DC4-A20B-4EA1AB59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62225"/>
            <a:ext cx="1571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bject-256">
            <a:extLst xmlns:a="http://schemas.openxmlformats.org/drawingml/2006/main">
              <a:ext uri="{FF2B5EF4-FFF2-40B4-BE49-F238E27FC236}">
                <a16:creationId xmlns:a16="http://schemas.microsoft.com/office/drawing/2014/main" id="{0E6D2E4B-D40D-461A-A556-46074ADE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19375"/>
            <a:ext cx="1343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RenderFrame</a:t>
            </a:r>
          </a:p>
        </p:txBody>
      </p:sp>
      <p:sp>
        <p:nvSpPr>
          <p:cNvPr id="12" name="line-257">
            <a:extLst xmlns:a="http://schemas.openxmlformats.org/drawingml/2006/main">
              <a:ext uri="{FF2B5EF4-FFF2-40B4-BE49-F238E27FC236}">
                <a16:creationId xmlns:a16="http://schemas.microsoft.com/office/drawing/2014/main" id="{A5617033-8E16-413C-83D7-69D7BC49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47975"/>
            <a:ext cx="571500" cy="9525"/>
          </a:xfrm>
          <a:custGeom xmlns:a="http://schemas.openxmlformats.org/drawingml/2006/main"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3" name="line-258">
            <a:extLst xmlns:a="http://schemas.openxmlformats.org/drawingml/2006/main">
              <a:ext uri="{FF2B5EF4-FFF2-40B4-BE49-F238E27FC236}">
                <a16:creationId xmlns:a16="http://schemas.microsoft.com/office/drawing/2014/main" id="{DA627A4C-9E7A-4E20-8D07-306EDE40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082" y="28479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4" name="line-259">
            <a:extLst xmlns:a="http://schemas.openxmlformats.org/drawingml/2006/main">
              <a:ext uri="{FF2B5EF4-FFF2-40B4-BE49-F238E27FC236}">
                <a16:creationId xmlns:a16="http://schemas.microsoft.com/office/drawing/2014/main" id="{88D8DFC7-9926-4CC0-8D9D-7CC42BA5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082" y="28065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5" name="line-260">
            <a:extLst xmlns:a="http://schemas.openxmlformats.org/drawingml/2006/main">
              <a:ext uri="{FF2B5EF4-FFF2-40B4-BE49-F238E27FC236}">
                <a16:creationId xmlns:a16="http://schemas.microsoft.com/office/drawing/2014/main" id="{6B1753BB-10BC-4541-92CF-63E1D6ED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47975"/>
            <a:ext cx="571500" cy="9525"/>
          </a:xfrm>
          <a:custGeom xmlns:a="http://schemas.openxmlformats.org/drawingml/2006/main"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6" name="line-261">
            <a:extLst xmlns:a="http://schemas.openxmlformats.org/drawingml/2006/main">
              <a:ext uri="{FF2B5EF4-FFF2-40B4-BE49-F238E27FC236}">
                <a16:creationId xmlns:a16="http://schemas.microsoft.com/office/drawing/2014/main" id="{59591BB9-4E29-4574-8C2D-033087D4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32" y="28479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7" name="line-262">
            <a:extLst xmlns:a="http://schemas.openxmlformats.org/drawingml/2006/main">
              <a:ext uri="{FF2B5EF4-FFF2-40B4-BE49-F238E27FC236}">
                <a16:creationId xmlns:a16="http://schemas.microsoft.com/office/drawing/2014/main" id="{3C88CED9-80AF-487A-AEA9-A2FF5A80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32" y="28065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8" name="line-263">
            <a:extLst xmlns:a="http://schemas.openxmlformats.org/drawingml/2006/main">
              <a:ext uri="{FF2B5EF4-FFF2-40B4-BE49-F238E27FC236}">
                <a16:creationId xmlns:a16="http://schemas.microsoft.com/office/drawing/2014/main" id="{629E9E06-372F-4C00-9402-A0DD3DC8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47975"/>
            <a:ext cx="533400" cy="9525"/>
          </a:xfrm>
          <a:custGeom xmlns:a="http://schemas.openxmlformats.org/drawingml/2006/main">
            <a:pathLst>
              <a:path w="533400" h="952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9" name="line-264">
            <a:extLst xmlns:a="http://schemas.openxmlformats.org/drawingml/2006/main">
              <a:ext uri="{FF2B5EF4-FFF2-40B4-BE49-F238E27FC236}">
                <a16:creationId xmlns:a16="http://schemas.microsoft.com/office/drawing/2014/main" id="{6959AD2E-3A2C-4011-B97E-C926E429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482" y="28479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0" name="line-265">
            <a:extLst xmlns:a="http://schemas.openxmlformats.org/drawingml/2006/main">
              <a:ext uri="{FF2B5EF4-FFF2-40B4-BE49-F238E27FC236}">
                <a16:creationId xmlns:a16="http://schemas.microsoft.com/office/drawing/2014/main" id="{7BED771F-1792-483F-8DC0-2E6560C6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482" y="28065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1" name="object-266">
            <a:extLst xmlns:a="http://schemas.openxmlformats.org/drawingml/2006/main">
              <a:ext uri="{FF2B5EF4-FFF2-40B4-BE49-F238E27FC236}">
                <a16:creationId xmlns:a16="http://schemas.microsoft.com/office/drawing/2014/main" id="{EA07AB53-077C-4FD9-A9B3-F355E315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上游处理按需拉取</a:t>
            </a:r>
          </a:p>
        </p:txBody>
      </p:sp>
      <p:sp>
        <p:nvSpPr>
          <p:cNvPr id="22" name="object-267">
            <a:extLst xmlns:a="http://schemas.openxmlformats.org/drawingml/2006/main">
              <a:ext uri="{FF2B5EF4-FFF2-40B4-BE49-F238E27FC236}">
                <a16:creationId xmlns:a16="http://schemas.microsoft.com/office/drawing/2014/main" id="{781F616D-FF21-40F5-B83E-48126713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095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OutputPort 队列空才 DoProcess</a:t>
            </a:r>
          </a:p>
          <a:p xmlns:a="http://schemas.openxmlformats.org/drawingml/2006/main">
            <a: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Converter 需已处理帧足够</a:t>
            </a:r>
          </a:p>
          <a:p xmlns:a="http://schemas.openxmlformats.org/drawingml/2006/main">
            <a: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才可提取并消费缓存</a:t>
            </a:r>
          </a:p>
        </p:txBody>
      </p:sp>
      <p:sp>
        <p:nvSpPr>
          <p:cNvPr id="23" name="line-268">
            <a:extLst xmlns:a="http://schemas.openxmlformats.org/drawingml/2006/main">
              <a:ext uri="{FF2B5EF4-FFF2-40B4-BE49-F238E27FC236}">
                <a16:creationId xmlns:a16="http://schemas.microsoft.com/office/drawing/2014/main" id="{E384554A-E7A7-4DAA-85F4-FC9A7904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14750"/>
            <a:ext cx="9525" cy="1857375"/>
          </a:xfrm>
          <a:custGeom xmlns:a="http://schemas.openxmlformats.org/drawingml/2006/main">
            <a:pathLst>
              <a:path w="9525" h="1857375">
                <a:moveTo>
                  <a:pt x="0" y="0"/>
                </a:moveTo>
                <a:lnTo>
                  <a:pt x="0" y="1857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24" name="object-269">
            <a:extLst xmlns:a="http://schemas.openxmlformats.org/drawingml/2006/main">
              <a:ext uri="{FF2B5EF4-FFF2-40B4-BE49-F238E27FC236}">
                <a16:creationId xmlns:a16="http://schemas.microsoft.com/office/drawing/2014/main" id="{69DE3184-1C89-4A85-8C3B-CE81727A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671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设备提交按块拼满</a:t>
            </a:r>
          </a:p>
        </p:txBody>
      </p:sp>
      <p:sp>
        <p:nvSpPr>
          <p:cNvPr id="25" name="object-270">
            <a:extLst xmlns:a="http://schemas.openxmlformats.org/drawingml/2006/main">
              <a:ext uri="{FF2B5EF4-FFF2-40B4-BE49-F238E27FC236}">
                <a16:creationId xmlns:a16="http://schemas.microsoft.com/office/drawing/2014/main" id="{52C32BA5-0D22-43B0-8B4F-1989EC74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19575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while currentSize_ &lt; renderSize_</a:t>
            </a:r>
          </a:p>
          <a:p xmlns:a="http://schemas.openxmlformats.org/drawingml/2006/main">
            <a: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拉取 → 转换 → 累积字节</a:t>
            </a:r>
          </a:p>
          <a:p xmlns:a="http://schemas.openxmlformats.org/drawingml/2006/main">
            <a: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拼满后调用 RenderFrame</a:t>
            </a:r>
          </a:p>
        </p:txBody>
      </p:sp>
      <p:sp>
        <p:nvSpPr>
          <p:cNvPr id="26" name="object-271">
            <a:extLst xmlns:a="http://schemas.openxmlformats.org/drawingml/2006/main">
              <a:ext uri="{FF2B5EF4-FFF2-40B4-BE49-F238E27FC236}">
                <a16:creationId xmlns:a16="http://schemas.microsoft.com/office/drawing/2014/main" id="{18A44C4E-92AE-4B7B-A0A6-5CF3E7BD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移除旧 primary.dq 中转；保留的缓存承担供数、格式适配和提交拼帧</a:t>
            </a:r>
          </a:p>
        </p:txBody>
      </p:sp>
      <p:sp>
        <p:nvSpPr>
          <p:cNvPr id="27" name="object-272">
            <a:extLst xmlns:a="http://schemas.openxmlformats.org/drawingml/2006/main">
              <a:ext uri="{FF2B5EF4-FFF2-40B4-BE49-F238E27FC236}">
                <a16:creationId xmlns:a16="http://schemas.microsoft.com/office/drawing/2014/main" id="{253F7DCC-7A56-4DA1-8F4F-DC4EF78B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静态源码解释缓存职责，不能证明端到端抗抖动等价</a:t>
            </a:r>
          </a:p>
        </p:txBody>
      </p:sp>
      <p:sp>
        <p:nvSpPr>
          <p:cNvPr id="28" name="object-273">
            <a:extLst xmlns:a="http://schemas.openxmlformats.org/drawingml/2006/main">
              <a:ext uri="{FF2B5EF4-FFF2-40B4-BE49-F238E27FC236}">
                <a16:creationId xmlns:a16="http://schemas.microsoft.com/office/drawing/2014/main" id="{3B51B00B-02F3-4537-A36A-78FB2875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91204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object-274">
            <a:extLst xmlns:a="http://schemas.openxmlformats.org/drawingml/2006/main">
              <a:ext uri="{FF2B5EF4-FFF2-40B4-BE49-F238E27FC236}">
                <a16:creationId xmlns:a16="http://schemas.microsoft.com/office/drawing/2014/main" id="{5C012EBE-4F7F-4D4B-A9B1-E539815C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主讲</a:t>
            </a:r>
          </a:p>
        </p:txBody>
      </p:sp>
      <p:sp>
        <p:nvSpPr>
          <p:cNvPr id="2" name="object-275">
            <a:extLst xmlns:a="http://schemas.openxmlformats.org/drawingml/2006/main">
              <a:ext uri="{FF2B5EF4-FFF2-40B4-BE49-F238E27FC236}">
                <a16:creationId xmlns:a16="http://schemas.microsoft.com/office/drawing/2014/main" id="{A7AD23B7-D104-4750-A007-30F8EA0D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无锁消息队列：CAS 发布与批次消费</a:t>
            </a:r>
          </a:p>
        </p:txBody>
      </p:sp>
      <p:sp>
        <p:nvSpPr>
          <p:cNvPr id="3" name="object-276">
            <a:extLst xmlns:a="http://schemas.openxmlformats.org/drawingml/2006/main">
              <a:ext uri="{FF2B5EF4-FFF2-40B4-BE49-F238E27FC236}">
                <a16:creationId xmlns:a16="http://schemas.microsoft.com/office/drawing/2014/main" id="{190AFD97-F4B7-42E4-B809-7B7FC785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常规链表头用 CAS；消费者摘批后反向遍历执行</a:t>
            </a:r>
          </a:p>
        </p:txBody>
      </p:sp>
      <p:sp>
        <p:nvSpPr>
          <p:cNvPr id="4" name="object-277">
            <a:extLst xmlns:a="http://schemas.openxmlformats.org/drawingml/2006/main">
              <a:ext uri="{FF2B5EF4-FFF2-40B4-BE49-F238E27FC236}">
                <a16:creationId xmlns:a16="http://schemas.microsoft.com/office/drawing/2014/main" id="{26E86498-8717-4216-90F1-C9428F31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生产者：SendRequest</a:t>
            </a:r>
          </a:p>
        </p:txBody>
      </p:sp>
      <p:sp>
        <p:nvSpPr>
          <p:cNvPr id="5" name="object-278">
            <a:extLst xmlns:a="http://schemas.openxmlformats.org/drawingml/2006/main">
              <a:ext uri="{FF2B5EF4-FFF2-40B4-BE49-F238E27FC236}">
                <a16:creationId xmlns:a16="http://schemas.microsoft.com/office/drawing/2014/main" id="{BE2FE036-9D73-4F2A-9A2D-410B6623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28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消费者：HandleRequests</a:t>
            </a:r>
          </a:p>
        </p:txBody>
      </p:sp>
      <p:sp>
        <p:nvSpPr>
          <p:cNvPr id="6" name="line-279">
            <a:extLst xmlns:a="http://schemas.openxmlformats.org/drawingml/2006/main">
              <a:ext uri="{FF2B5EF4-FFF2-40B4-BE49-F238E27FC236}">
                <a16:creationId xmlns:a16="http://schemas.microsoft.com/office/drawing/2014/main" id="{C469D24A-A724-451F-BA12-0B4F9604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28875"/>
            <a:ext cx="9525" cy="3238500"/>
          </a:xfrm>
          <a:custGeom xmlns:a="http://schemas.openxmlformats.org/drawingml/2006/main">
            <a:pathLst>
              <a:path w="9525" h="3238500">
                <a:moveTo>
                  <a:pt x="0" y="0"/>
                </a:moveTo>
                <a:lnTo>
                  <a:pt x="0" y="3238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7" name="object-280">
            <a:extLst xmlns:a="http://schemas.openxmlformats.org/drawingml/2006/main">
              <a:ext uri="{FF2B5EF4-FFF2-40B4-BE49-F238E27FC236}">
                <a16:creationId xmlns:a16="http://schemas.microsoft.com/office/drawing/2014/main" id="{104E0E0C-A990-45C3-9C12-FA525AD8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86100"/>
            <a:ext cx="509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bject-281">
            <a:extLst xmlns:a="http://schemas.openxmlformats.org/drawingml/2006/main">
              <a:ext uri="{FF2B5EF4-FFF2-40B4-BE49-F238E27FC236}">
                <a16:creationId xmlns:a16="http://schemas.microsoft.com/office/drawing/2014/main" id="{F3FF8130-DAAA-4104-8528-93124A71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43250"/>
            <a:ext cx="4867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free node 原子摘取</a:t>
            </a:r>
          </a:p>
        </p:txBody>
      </p:sp>
      <p:sp>
        <p:nvSpPr>
          <p:cNvPr id="9" name="line-282">
            <a:extLst xmlns:a="http://schemas.openxmlformats.org/drawingml/2006/main">
              <a:ext uri="{FF2B5EF4-FFF2-40B4-BE49-F238E27FC236}">
                <a16:creationId xmlns:a16="http://schemas.microsoft.com/office/drawing/2014/main" id="{CA20EFD3-0AB9-4FC8-ACDA-79720C0C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38550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0" name="line-283">
            <a:extLst xmlns:a="http://schemas.openxmlformats.org/drawingml/2006/main">
              <a:ext uri="{FF2B5EF4-FFF2-40B4-BE49-F238E27FC236}">
                <a16:creationId xmlns:a16="http://schemas.microsoft.com/office/drawing/2014/main" id="{110F2341-33DB-4D72-B78D-39AAF2A7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870" y="3733757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1" name="line-284">
            <a:extLst xmlns:a="http://schemas.openxmlformats.org/drawingml/2006/main">
              <a:ext uri="{FF2B5EF4-FFF2-40B4-BE49-F238E27FC236}">
                <a16:creationId xmlns:a16="http://schemas.microsoft.com/office/drawing/2014/main" id="{14E45DFF-CD3F-4975-9419-3767BDF1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33757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2" name="object-285">
            <a:extLst xmlns:a="http://schemas.openxmlformats.org/drawingml/2006/main">
              <a:ext uri="{FF2B5EF4-FFF2-40B4-BE49-F238E27FC236}">
                <a16:creationId xmlns:a16="http://schemas.microsoft.com/office/drawing/2014/main" id="{1CA39CF1-3981-42E3-8F48-5346EC16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9525"/>
            <a:ext cx="509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bject-286">
            <a:extLst xmlns:a="http://schemas.openxmlformats.org/drawingml/2006/main">
              <a:ext uri="{FF2B5EF4-FFF2-40B4-BE49-F238E27FC236}">
                <a16:creationId xmlns:a16="http://schemas.microsoft.com/office/drawing/2014/main" id="{C90B1F2A-7403-4A7F-9157-C6276E30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76675"/>
            <a:ext cx="4867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填入 request lambda</a:t>
            </a:r>
          </a:p>
        </p:txBody>
      </p:sp>
      <p:sp>
        <p:nvSpPr>
          <p:cNvPr id="14" name="line-287">
            <a:extLst xmlns:a="http://schemas.openxmlformats.org/drawingml/2006/main">
              <a:ext uri="{FF2B5EF4-FFF2-40B4-BE49-F238E27FC236}">
                <a16:creationId xmlns:a16="http://schemas.microsoft.com/office/drawing/2014/main" id="{ED710FEF-9B9F-41DA-A522-6B77D691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71975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5" name="line-288">
            <a:extLst xmlns:a="http://schemas.openxmlformats.org/drawingml/2006/main">
              <a:ext uri="{FF2B5EF4-FFF2-40B4-BE49-F238E27FC236}">
                <a16:creationId xmlns:a16="http://schemas.microsoft.com/office/drawing/2014/main" id="{5AD579B2-9902-4C12-9186-CAB695B6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870" y="4467182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6" name="line-289">
            <a:extLst xmlns:a="http://schemas.openxmlformats.org/drawingml/2006/main">
              <a:ext uri="{FF2B5EF4-FFF2-40B4-BE49-F238E27FC236}">
                <a16:creationId xmlns:a16="http://schemas.microsoft.com/office/drawing/2014/main" id="{F668E8C3-1076-4395-8B20-B72C313C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67182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7" name="object-290">
            <a:extLst xmlns:a="http://schemas.openxmlformats.org/drawingml/2006/main">
              <a:ext uri="{FF2B5EF4-FFF2-40B4-BE49-F238E27FC236}">
                <a16:creationId xmlns:a16="http://schemas.microsoft.com/office/drawing/2014/main" id="{AD3A7730-AAF0-48F8-95F4-5441C237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509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bject-291">
            <a:extLst xmlns:a="http://schemas.openxmlformats.org/drawingml/2006/main">
              <a:ext uri="{FF2B5EF4-FFF2-40B4-BE49-F238E27FC236}">
                <a16:creationId xmlns:a16="http://schemas.microsoft.com/office/drawing/2014/main" id="{2A280BC9-B6CE-4A9D-84D5-91D83745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10100"/>
            <a:ext cx="4867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CAS 发布到 requestHead</a:t>
            </a:r>
          </a:p>
        </p:txBody>
      </p:sp>
      <p:sp>
        <p:nvSpPr>
          <p:cNvPr id="19" name="object-292">
            <a:extLst xmlns:a="http://schemas.openxmlformats.org/drawingml/2006/main">
              <a:ext uri="{FF2B5EF4-FFF2-40B4-BE49-F238E27FC236}">
                <a16:creationId xmlns:a16="http://schemas.microsoft.com/office/drawing/2014/main" id="{B65DD1F3-CA44-4CE4-A9D9-BA26A6DE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509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bject-293">
            <a:extLst xmlns:a="http://schemas.openxmlformats.org/drawingml/2006/main">
              <a:ext uri="{FF2B5EF4-FFF2-40B4-BE49-F238E27FC236}">
                <a16:creationId xmlns:a16="http://schemas.microsoft.com/office/drawing/2014/main" id="{F58DF018-554D-4288-8AB0-C135A1D0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4867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CAS 摘取整批请求</a:t>
            </a:r>
          </a:p>
        </p:txBody>
      </p:sp>
      <p:sp>
        <p:nvSpPr>
          <p:cNvPr id="21" name="line-294">
            <a:extLst xmlns:a="http://schemas.openxmlformats.org/drawingml/2006/main">
              <a:ext uri="{FF2B5EF4-FFF2-40B4-BE49-F238E27FC236}">
                <a16:creationId xmlns:a16="http://schemas.microsoft.com/office/drawing/2014/main" id="{7F9D0396-B977-46A2-BD24-D9CC1AAC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38550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2" name="line-295">
            <a:extLst xmlns:a="http://schemas.openxmlformats.org/drawingml/2006/main">
              <a:ext uri="{FF2B5EF4-FFF2-40B4-BE49-F238E27FC236}">
                <a16:creationId xmlns:a16="http://schemas.microsoft.com/office/drawing/2014/main" id="{965D69EB-4EB5-4747-880F-3ECF4E97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995" y="3733757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3" name="line-296">
            <a:extLst xmlns:a="http://schemas.openxmlformats.org/drawingml/2006/main">
              <a:ext uri="{FF2B5EF4-FFF2-40B4-BE49-F238E27FC236}">
                <a16:creationId xmlns:a16="http://schemas.microsoft.com/office/drawing/2014/main" id="{8D9C042C-B7B0-42D6-B69B-81B69194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733757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4" name="object-297">
            <a:extLst xmlns:a="http://schemas.openxmlformats.org/drawingml/2006/main">
              <a:ext uri="{FF2B5EF4-FFF2-40B4-BE49-F238E27FC236}">
                <a16:creationId xmlns:a16="http://schemas.microsoft.com/office/drawing/2014/main" id="{D0E6BA7A-C551-4805-BCF0-8CE73D5C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09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298">
            <a:extLst xmlns:a="http://schemas.openxmlformats.org/drawingml/2006/main">
              <a:ext uri="{FF2B5EF4-FFF2-40B4-BE49-F238E27FC236}">
                <a16:creationId xmlns:a16="http://schemas.microsoft.com/office/drawing/2014/main" id="{521DC39F-E492-44DD-AD05-01B4ED5A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76675"/>
            <a:ext cx="4867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沿链读入临时数组</a:t>
            </a:r>
          </a:p>
        </p:txBody>
      </p:sp>
      <p:sp>
        <p:nvSpPr>
          <p:cNvPr id="26" name="line-299">
            <a:extLst xmlns:a="http://schemas.openxmlformats.org/drawingml/2006/main">
              <a:ext uri="{FF2B5EF4-FFF2-40B4-BE49-F238E27FC236}">
                <a16:creationId xmlns:a16="http://schemas.microsoft.com/office/drawing/2014/main" id="{4F9B33CB-526E-49BE-B6BF-91662598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371975"/>
            <a:ext cx="9525" cy="180975"/>
          </a:xfrm>
          <a:custGeom xmlns:a="http://schemas.openxmlformats.org/drawingml/2006/main">
            <a:pathLst>
              <a:path w="9525" h="180975">
                <a:moveTo>
                  <a:pt x="0" y="0"/>
                </a:moveTo>
                <a:lnTo>
                  <a:pt x="0" y="1809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7" name="line-300">
            <a:extLst xmlns:a="http://schemas.openxmlformats.org/drawingml/2006/main">
              <a:ext uri="{FF2B5EF4-FFF2-40B4-BE49-F238E27FC236}">
                <a16:creationId xmlns:a16="http://schemas.microsoft.com/office/drawing/2014/main" id="{2CE38341-AA74-4D8D-BFB0-338EF89C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995" y="4467182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8" name="line-301">
            <a:extLst xmlns:a="http://schemas.openxmlformats.org/drawingml/2006/main">
              <a:ext uri="{FF2B5EF4-FFF2-40B4-BE49-F238E27FC236}">
                <a16:creationId xmlns:a16="http://schemas.microsoft.com/office/drawing/2014/main" id="{6977ECA5-5D1C-4EED-B399-39B1E634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467182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9" name="object-302">
            <a:extLst xmlns:a="http://schemas.openxmlformats.org/drawingml/2006/main">
              <a:ext uri="{FF2B5EF4-FFF2-40B4-BE49-F238E27FC236}">
                <a16:creationId xmlns:a16="http://schemas.microsoft.com/office/drawing/2014/main" id="{680A85EE-60FD-4453-BEC8-6E6240E8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5095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bject-303">
            <a:extLst xmlns:a="http://schemas.openxmlformats.org/drawingml/2006/main">
              <a:ext uri="{FF2B5EF4-FFF2-40B4-BE49-F238E27FC236}">
                <a16:creationId xmlns:a16="http://schemas.microsoft.com/office/drawing/2014/main" id="{AF11F04E-DDB0-4FBA-84FF-82100206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0100"/>
            <a:ext cx="4867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反向遍历并逐项执行</a:t>
            </a:r>
          </a:p>
        </p:txBody>
      </p:sp>
      <p:sp>
        <p:nvSpPr>
          <p:cNvPr id="31" name="object-304">
            <a:extLst xmlns:a="http://schemas.openxmlformats.org/drawingml/2006/main">
              <a:ext uri="{FF2B5EF4-FFF2-40B4-BE49-F238E27FC236}">
                <a16:creationId xmlns:a16="http://schemas.microsoft.com/office/drawing/2014/main" id="{BC2EABED-7AF4-4949-8E95-3CD987A0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5782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请求发布次序由CAS确定</a:t>
            </a:r>
          </a:p>
        </p:txBody>
      </p:sp>
      <p:sp>
        <p:nvSpPr>
          <p:cNvPr id="32" name="object-305">
            <a:extLst xmlns:a="http://schemas.openxmlformats.org/drawingml/2006/main">
              <a:ext uri="{FF2B5EF4-FFF2-40B4-BE49-F238E27FC236}">
                <a16:creationId xmlns:a16="http://schemas.microsoft.com/office/drawing/2014/main" id="{65D28F98-4B19-43C3-B52E-DD5E96F8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5782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摘批是原子；任务执行不是原子</a:t>
            </a:r>
          </a:p>
        </p:txBody>
      </p:sp>
      <p:sp>
        <p:nvSpPr>
          <p:cNvPr id="33" name="object-306">
            <a:extLst xmlns:a="http://schemas.openxmlformats.org/drawingml/2006/main">
              <a:ext uri="{FF2B5EF4-FFF2-40B4-BE49-F238E27FC236}">
                <a16:creationId xmlns:a16="http://schemas.microsoft.com/office/drawing/2014/main" id="{2AD15C6E-1521-433C-AED1-766C6670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队列耗尽会扩容；扩容使用 mutex 与分配，达到上限仍无空节点会报告并丢弃请求</a:t>
            </a:r>
          </a:p>
        </p:txBody>
      </p:sp>
      <p:sp>
        <p:nvSpPr>
          <p:cNvPr id="34" name="object-307">
            <a:extLst xmlns:a="http://schemas.openxmlformats.org/drawingml/2006/main">
              <a:ext uri="{FF2B5EF4-FFF2-40B4-BE49-F238E27FC236}">
                <a16:creationId xmlns:a16="http://schemas.microsoft.com/office/drawing/2014/main" id="{EAC94A87-2D38-44E6-A1A9-1B941704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CAS决定节点入链，批内逆序遍历恢复发布次序；慢路径有锁与分配</a:t>
            </a:r>
          </a:p>
        </p:txBody>
      </p:sp>
      <p:sp>
        <p:nvSpPr>
          <p:cNvPr id="35" name="object-308">
            <a:extLst xmlns:a="http://schemas.openxmlformats.org/drawingml/2006/main">
              <a:ext uri="{FF2B5EF4-FFF2-40B4-BE49-F238E27FC236}">
                <a16:creationId xmlns:a16="http://schemas.microsoft.com/office/drawing/2014/main" id="{682E77DC-2BD5-4584-A772-E42DCFD8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176778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object-309">
            <a:extLst xmlns:a="http://schemas.openxmlformats.org/drawingml/2006/main">
              <a:ext uri="{FF2B5EF4-FFF2-40B4-BE49-F238E27FC236}">
                <a16:creationId xmlns:a16="http://schemas.microsoft.com/office/drawing/2014/main" id="{26210CC7-13EF-45F0-9F65-9781FDC1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主讲</a:t>
            </a:r>
          </a:p>
        </p:txBody>
      </p:sp>
      <p:sp>
        <p:nvSpPr>
          <p:cNvPr id="2" name="object-310">
            <a:extLst xmlns:a="http://schemas.openxmlformats.org/drawingml/2006/main">
              <a:ext uri="{FF2B5EF4-FFF2-40B4-BE49-F238E27FC236}">
                <a16:creationId xmlns:a16="http://schemas.microsoft.com/office/drawing/2014/main" id="{73FF39A9-7A8D-43E3-9891-92694865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节点图：输出端拉取，处理结果正向返回</a:t>
            </a:r>
          </a:p>
        </p:txBody>
      </p:sp>
      <p:sp>
        <p:nvSpPr>
          <p:cNvPr id="3" name="object-311">
            <a:extLst xmlns:a="http://schemas.openxmlformats.org/drawingml/2006/main">
              <a:ext uri="{FF2B5EF4-FFF2-40B4-BE49-F238E27FC236}">
                <a16:creationId xmlns:a16="http://schemas.microsoft.com/office/drawing/2014/main" id="{04F22314-AC89-4987-8004-DC4D1EED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节点负责处理；簇连接职责；Manager按会话和设备管理图</a:t>
            </a:r>
          </a:p>
        </p:txBody>
      </p:sp>
      <p:sp>
        <p:nvSpPr>
          <p:cNvPr id="4" name="object-312">
            <a:extLst xmlns:a="http://schemas.openxmlformats.org/drawingml/2006/main">
              <a:ext uri="{FF2B5EF4-FFF2-40B4-BE49-F238E27FC236}">
                <a16:creationId xmlns:a16="http://schemas.microsoft.com/office/drawing/2014/main" id="{B21773EE-5912-43B4-B77E-35C0DAF4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ProcessCluster：每路输入建立职责链</a:t>
            </a:r>
          </a:p>
        </p:txBody>
      </p:sp>
      <p:sp>
        <p:nvSpPr>
          <p:cNvPr id="5" name="object-313">
            <a:extLst xmlns:a="http://schemas.openxmlformats.org/drawingml/2006/main">
              <a:ext uri="{FF2B5EF4-FFF2-40B4-BE49-F238E27FC236}">
                <a16:creationId xmlns:a16="http://schemas.microsoft.com/office/drawing/2014/main" id="{CED90D5D-915F-4845-981A-8D25F5CA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52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bject-314">
            <a:extLst xmlns:a="http://schemas.openxmlformats.org/drawingml/2006/main">
              <a:ext uri="{FF2B5EF4-FFF2-40B4-BE49-F238E27FC236}">
                <a16:creationId xmlns:a16="http://schemas.microsoft.com/office/drawing/2014/main" id="{FDC9445E-CC15-4501-AA7C-0818B590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SinkInput</a:t>
            </a:r>
          </a:p>
        </p:txBody>
      </p:sp>
      <p:sp>
        <p:nvSpPr>
          <p:cNvPr id="7" name="line-315">
            <a:extLst xmlns:a="http://schemas.openxmlformats.org/drawingml/2006/main">
              <a:ext uri="{FF2B5EF4-FFF2-40B4-BE49-F238E27FC236}">
                <a16:creationId xmlns:a16="http://schemas.microsoft.com/office/drawing/2014/main" id="{16A1CB46-4F8D-4F4B-8615-0D786EC8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314325" cy="9525"/>
          </a:xfrm>
          <a:custGeom xmlns:a="http://schemas.openxmlformats.org/drawingml/2006/main"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8" name="line-316">
            <a:extLst xmlns:a="http://schemas.openxmlformats.org/drawingml/2006/main">
              <a:ext uri="{FF2B5EF4-FFF2-40B4-BE49-F238E27FC236}">
                <a16:creationId xmlns:a16="http://schemas.microsoft.com/office/drawing/2014/main" id="{2854845C-B256-472D-8B9F-A21AB181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157" y="34290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9" name="line-317">
            <a:extLst xmlns:a="http://schemas.openxmlformats.org/drawingml/2006/main">
              <a:ext uri="{FF2B5EF4-FFF2-40B4-BE49-F238E27FC236}">
                <a16:creationId xmlns:a16="http://schemas.microsoft.com/office/drawing/2014/main" id="{AD91825E-2161-492C-9E8C-031C470A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157" y="33875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0" name="object-318">
            <a:extLst xmlns:a="http://schemas.openxmlformats.org/drawingml/2006/main">
              <a:ext uri="{FF2B5EF4-FFF2-40B4-BE49-F238E27FC236}">
                <a16:creationId xmlns:a16="http://schemas.microsoft.com/office/drawing/2014/main" id="{F8C8E357-B5DF-487C-8FA1-419D735E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143250"/>
            <a:ext cx="152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bject-319">
            <a:extLst xmlns:a="http://schemas.openxmlformats.org/drawingml/2006/main">
              <a:ext uri="{FF2B5EF4-FFF2-40B4-BE49-F238E27FC236}">
                <a16:creationId xmlns:a16="http://schemas.microsoft.com/office/drawing/2014/main" id="{9D6FFE25-12A8-449D-9B87-12C3043E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200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Converter</a:t>
            </a:r>
          </a:p>
        </p:txBody>
      </p:sp>
      <p:sp>
        <p:nvSpPr>
          <p:cNvPr id="12" name="line-320">
            <a:extLst xmlns:a="http://schemas.openxmlformats.org/drawingml/2006/main">
              <a:ext uri="{FF2B5EF4-FFF2-40B4-BE49-F238E27FC236}">
                <a16:creationId xmlns:a16="http://schemas.microsoft.com/office/drawing/2014/main" id="{67AE9305-EEF9-45D9-8A9D-0593F96F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429000"/>
            <a:ext cx="314325" cy="9525"/>
          </a:xfrm>
          <a:custGeom xmlns:a="http://schemas.openxmlformats.org/drawingml/2006/main"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3" name="line-321">
            <a:extLst xmlns:a="http://schemas.openxmlformats.org/drawingml/2006/main">
              <a:ext uri="{FF2B5EF4-FFF2-40B4-BE49-F238E27FC236}">
                <a16:creationId xmlns:a16="http://schemas.microsoft.com/office/drawing/2014/main" id="{7F3DFE41-284B-4F6D-A6BD-A7934D87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482" y="34290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4" name="line-322">
            <a:extLst xmlns:a="http://schemas.openxmlformats.org/drawingml/2006/main">
              <a:ext uri="{FF2B5EF4-FFF2-40B4-BE49-F238E27FC236}">
                <a16:creationId xmlns:a16="http://schemas.microsoft.com/office/drawing/2014/main" id="{32D02986-2486-43A9-A39B-296E90B1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482" y="33875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5" name="object-323">
            <a:extLst xmlns:a="http://schemas.openxmlformats.org/drawingml/2006/main">
              <a:ext uri="{FF2B5EF4-FFF2-40B4-BE49-F238E27FC236}">
                <a16:creationId xmlns:a16="http://schemas.microsoft.com/office/drawing/2014/main" id="{6A2A0D35-2012-4CAB-A557-D10E71BA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152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bject-324">
            <a:extLst xmlns:a="http://schemas.openxmlformats.org/drawingml/2006/main">
              <a:ext uri="{FF2B5EF4-FFF2-40B4-BE49-F238E27FC236}">
                <a16:creationId xmlns:a16="http://schemas.microsoft.com/office/drawing/2014/main" id="{04902208-3B71-4F09-A2D6-DECAB8A9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SessionEffect*</a:t>
            </a:r>
          </a:p>
        </p:txBody>
      </p:sp>
      <p:sp>
        <p:nvSpPr>
          <p:cNvPr id="17" name="line-325">
            <a:extLst xmlns:a="http://schemas.openxmlformats.org/drawingml/2006/main">
              <a:ext uri="{FF2B5EF4-FFF2-40B4-BE49-F238E27FC236}">
                <a16:creationId xmlns:a16="http://schemas.microsoft.com/office/drawing/2014/main" id="{0210B1B9-3FA0-42D0-BF6D-C183A2F0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314325" cy="9525"/>
          </a:xfrm>
          <a:custGeom xmlns:a="http://schemas.openxmlformats.org/drawingml/2006/main"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8" name="line-326">
            <a:extLst xmlns:a="http://schemas.openxmlformats.org/drawingml/2006/main">
              <a:ext uri="{FF2B5EF4-FFF2-40B4-BE49-F238E27FC236}">
                <a16:creationId xmlns:a16="http://schemas.microsoft.com/office/drawing/2014/main" id="{2394CD39-B0B8-4DC6-8252-BCD2D8C5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07" y="34290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9" name="line-327">
            <a:extLst xmlns:a="http://schemas.openxmlformats.org/drawingml/2006/main">
              <a:ext uri="{FF2B5EF4-FFF2-40B4-BE49-F238E27FC236}">
                <a16:creationId xmlns:a16="http://schemas.microsoft.com/office/drawing/2014/main" id="{4C25D97B-9C85-456F-B29B-63BB1495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07" y="33875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0" name="object-328">
            <a:extLst xmlns:a="http://schemas.openxmlformats.org/drawingml/2006/main">
              <a:ext uri="{FF2B5EF4-FFF2-40B4-BE49-F238E27FC236}">
                <a16:creationId xmlns:a16="http://schemas.microsoft.com/office/drawing/2014/main" id="{49261A42-686E-4B23-B6AA-29A3BB66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43250"/>
            <a:ext cx="152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bject-329">
            <a:extLst xmlns:a="http://schemas.openxmlformats.org/drawingml/2006/main">
              <a:ext uri="{FF2B5EF4-FFF2-40B4-BE49-F238E27FC236}">
                <a16:creationId xmlns:a16="http://schemas.microsoft.com/office/drawing/2014/main" id="{9A3D52FE-5BE7-41D1-B697-73DA6BCB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00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LoudnessGain</a:t>
            </a:r>
          </a:p>
        </p:txBody>
      </p:sp>
      <p:sp>
        <p:nvSpPr>
          <p:cNvPr id="22" name="line-330">
            <a:extLst xmlns:a="http://schemas.openxmlformats.org/drawingml/2006/main">
              <a:ext uri="{FF2B5EF4-FFF2-40B4-BE49-F238E27FC236}">
                <a16:creationId xmlns:a16="http://schemas.microsoft.com/office/drawing/2014/main" id="{01EE8787-7D01-4DAC-8979-F71BC62E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429000"/>
            <a:ext cx="314325" cy="9525"/>
          </a:xfrm>
          <a:custGeom xmlns:a="http://schemas.openxmlformats.org/drawingml/2006/main"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3" name="line-331">
            <a:extLst xmlns:a="http://schemas.openxmlformats.org/drawingml/2006/main">
              <a:ext uri="{FF2B5EF4-FFF2-40B4-BE49-F238E27FC236}">
                <a16:creationId xmlns:a16="http://schemas.microsoft.com/office/drawing/2014/main" id="{D9948609-6EAB-4FD4-8445-61D959D2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32" y="34290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4" name="line-332">
            <a:extLst xmlns:a="http://schemas.openxmlformats.org/drawingml/2006/main">
              <a:ext uri="{FF2B5EF4-FFF2-40B4-BE49-F238E27FC236}">
                <a16:creationId xmlns:a16="http://schemas.microsoft.com/office/drawing/2014/main" id="{DB5BE91F-FDD4-401A-B73E-481C41C9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32" y="33875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5" name="object-333">
            <a:extLst xmlns:a="http://schemas.openxmlformats.org/drawingml/2006/main">
              <a:ext uri="{FF2B5EF4-FFF2-40B4-BE49-F238E27FC236}">
                <a16:creationId xmlns:a16="http://schemas.microsoft.com/office/drawing/2014/main" id="{AA0BC325-5442-4F53-9E4E-BB406466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43250"/>
            <a:ext cx="152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bject-334">
            <a:extLst xmlns:a="http://schemas.openxmlformats.org/drawingml/2006/main">
              <a:ext uri="{FF2B5EF4-FFF2-40B4-BE49-F238E27FC236}">
                <a16:creationId xmlns:a16="http://schemas.microsoft.com/office/drawing/2014/main" id="{82D13B5C-4FAC-49C5-B1B1-D445D9D4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00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Gain</a:t>
            </a:r>
          </a:p>
        </p:txBody>
      </p:sp>
      <p:sp>
        <p:nvSpPr>
          <p:cNvPr id="27" name="line-335">
            <a:extLst xmlns:a="http://schemas.openxmlformats.org/drawingml/2006/main">
              <a:ext uri="{FF2B5EF4-FFF2-40B4-BE49-F238E27FC236}">
                <a16:creationId xmlns:a16="http://schemas.microsoft.com/office/drawing/2014/main" id="{3C640507-2ED0-47C7-AF0C-C05A0CBA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29000"/>
            <a:ext cx="314325" cy="9525"/>
          </a:xfrm>
          <a:custGeom xmlns:a="http://schemas.openxmlformats.org/drawingml/2006/main"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8" name="line-336">
            <a:extLst xmlns:a="http://schemas.openxmlformats.org/drawingml/2006/main">
              <a:ext uri="{FF2B5EF4-FFF2-40B4-BE49-F238E27FC236}">
                <a16:creationId xmlns:a16="http://schemas.microsoft.com/office/drawing/2014/main" id="{E3805CA3-A3E6-4CA9-ABA7-B2AE0791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457" y="34290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9" name="line-337">
            <a:extLst xmlns:a="http://schemas.openxmlformats.org/drawingml/2006/main">
              <a:ext uri="{FF2B5EF4-FFF2-40B4-BE49-F238E27FC236}">
                <a16:creationId xmlns:a16="http://schemas.microsoft.com/office/drawing/2014/main" id="{CE1C15D3-8BC7-491A-B2B5-7524AF12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457" y="33875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30" name="object-338">
            <a:extLst xmlns:a="http://schemas.openxmlformats.org/drawingml/2006/main">
              <a:ext uri="{FF2B5EF4-FFF2-40B4-BE49-F238E27FC236}">
                <a16:creationId xmlns:a16="http://schemas.microsoft.com/office/drawing/2014/main" id="{B19C2F6E-4D95-4934-AD20-CE291A51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143250"/>
            <a:ext cx="152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bject-339">
            <a:extLst xmlns:a="http://schemas.openxmlformats.org/drawingml/2006/main">
              <a:ext uri="{FF2B5EF4-FFF2-40B4-BE49-F238E27FC236}">
                <a16:creationId xmlns:a16="http://schemas.microsoft.com/office/drawing/2014/main" id="{3AEEB6CA-1EB4-4CE3-923F-E7998E3A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200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SceneMixer</a:t>
            </a:r>
          </a:p>
        </p:txBody>
      </p:sp>
      <p:sp>
        <p:nvSpPr>
          <p:cNvPr id="32" name="object-340">
            <a:extLst xmlns:a="http://schemas.openxmlformats.org/drawingml/2006/main">
              <a:ext uri="{FF2B5EF4-FFF2-40B4-BE49-F238E27FC236}">
                <a16:creationId xmlns:a16="http://schemas.microsoft.com/office/drawing/2014/main" id="{25B7CBA8-938A-4D9C-9261-BE1614C0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* 音效节点按会话配置可选；RenderEffect 在场景混音后按条件接入</a:t>
            </a:r>
          </a:p>
        </p:txBody>
      </p:sp>
      <p:sp>
        <p:nvSpPr>
          <p:cNvPr id="33" name="object-341">
            <a:extLst xmlns:a="http://schemas.openxmlformats.org/drawingml/2006/main">
              <a:ext uri="{FF2B5EF4-FFF2-40B4-BE49-F238E27FC236}">
                <a16:creationId xmlns:a16="http://schemas.microsoft.com/office/drawing/2014/main" id="{53A13EF5-4BD9-42F9-AC73-0A6F207C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拉取方向</a:t>
            </a:r>
          </a:p>
        </p:txBody>
      </p:sp>
      <p:sp>
        <p:nvSpPr>
          <p:cNvPr id="34" name="line-342">
            <a:extLst xmlns:a="http://schemas.openxmlformats.org/drawingml/2006/main">
              <a:ext uri="{FF2B5EF4-FFF2-40B4-BE49-F238E27FC236}">
                <a16:creationId xmlns:a16="http://schemas.microsoft.com/office/drawing/2014/main" id="{00E245F6-BC4F-4534-B257-3C3F6348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4943475" cy="9525"/>
          </a:xfrm>
          <a:custGeom xmlns:a="http://schemas.openxmlformats.org/drawingml/2006/main">
            <a:pathLst>
              <a:path w="4943475" h="9525">
                <a:moveTo>
                  <a:pt x="49434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5" name="line-343">
            <a:extLst xmlns:a="http://schemas.openxmlformats.org/drawingml/2006/main">
              <a:ext uri="{FF2B5EF4-FFF2-40B4-BE49-F238E27FC236}">
                <a16:creationId xmlns:a16="http://schemas.microsoft.com/office/drawing/2014/main" id="{D40DD1AB-4377-4295-9779-FCA2EC3E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6820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0"/>
                </a:moveTo>
                <a:lnTo>
                  <a:pt x="0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6" name="line-344">
            <a:extLst xmlns:a="http://schemas.openxmlformats.org/drawingml/2006/main">
              <a:ext uri="{FF2B5EF4-FFF2-40B4-BE49-F238E27FC236}">
                <a16:creationId xmlns:a16="http://schemas.microsoft.com/office/drawing/2014/main" id="{B7102CBB-C1A8-4DEC-ADDE-CD921340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48250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41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7" name="object-345">
            <a:extLst xmlns:a="http://schemas.openxmlformats.org/drawingml/2006/main">
              <a:ext uri="{FF2B5EF4-FFF2-40B4-BE49-F238E27FC236}">
                <a16:creationId xmlns:a16="http://schemas.microsoft.com/office/drawing/2014/main" id="{1D693F52-78CB-4A02-B099-B73E105A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76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PCM 结果方向</a:t>
            </a:r>
          </a:p>
        </p:txBody>
      </p:sp>
      <p:sp>
        <p:nvSpPr>
          <p:cNvPr id="38" name="line-346">
            <a:extLst xmlns:a="http://schemas.openxmlformats.org/drawingml/2006/main">
              <a:ext uri="{FF2B5EF4-FFF2-40B4-BE49-F238E27FC236}">
                <a16:creationId xmlns:a16="http://schemas.microsoft.com/office/drawing/2014/main" id="{1DDA098D-4592-45BD-8459-FD364CF9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5124450" cy="9525"/>
          </a:xfrm>
          <a:custGeom xmlns:a="http://schemas.openxmlformats.org/drawingml/2006/main">
            <a:pathLst>
              <a:path w="5124450" h="9525">
                <a:moveTo>
                  <a:pt x="0" y="0"/>
                </a:moveTo>
                <a:lnTo>
                  <a:pt x="5124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39" name="line-347">
            <a:extLst xmlns:a="http://schemas.openxmlformats.org/drawingml/2006/main">
              <a:ext uri="{FF2B5EF4-FFF2-40B4-BE49-F238E27FC236}">
                <a16:creationId xmlns:a16="http://schemas.microsoft.com/office/drawing/2014/main" id="{55E9EA6B-1ADF-4A81-9744-BA6976F8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32" y="504825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40" name="line-348">
            <a:extLst xmlns:a="http://schemas.openxmlformats.org/drawingml/2006/main">
              <a:ext uri="{FF2B5EF4-FFF2-40B4-BE49-F238E27FC236}">
                <a16:creationId xmlns:a16="http://schemas.microsoft.com/office/drawing/2014/main" id="{775A3186-B7DC-4187-8040-324077B9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32" y="500682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41" name="object-349">
            <a:extLst xmlns:a="http://schemas.openxmlformats.org/drawingml/2006/main">
              <a:ext uri="{FF2B5EF4-FFF2-40B4-BE49-F238E27FC236}">
                <a16:creationId xmlns:a16="http://schemas.microsoft.com/office/drawing/2014/main" id="{781F65F2-D5A0-415F-BCBD-7B480E24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OutputCluster：场景转换 → 输出混音 → SinkOutput → RenderFrame</a:t>
            </a:r>
          </a:p>
        </p:txBody>
      </p:sp>
      <p:sp>
        <p:nvSpPr>
          <p:cNvPr id="42" name="object-350">
            <a:extLst xmlns:a="http://schemas.openxmlformats.org/drawingml/2006/main">
              <a:ext uri="{FF2B5EF4-FFF2-40B4-BE49-F238E27FC236}">
                <a16:creationId xmlns:a16="http://schemas.microsoft.com/office/drawing/2014/main" id="{66FBBAE3-1B28-4BC7-B9CA-82695060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蓝色向左表示拉取请求；绿色向右表示处理结果返回</a:t>
            </a:r>
          </a:p>
        </p:txBody>
      </p:sp>
      <p:sp>
        <p:nvSpPr>
          <p:cNvPr id="43" name="object-351">
            <a:extLst xmlns:a="http://schemas.openxmlformats.org/drawingml/2006/main">
              <a:ext uri="{FF2B5EF4-FFF2-40B4-BE49-F238E27FC236}">
                <a16:creationId xmlns:a16="http://schemas.microsoft.com/office/drawing/2014/main" id="{33D3705A-7AC2-46C2-8746-CA7960DE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42498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object-352">
            <a:extLst xmlns:a="http://schemas.openxmlformats.org/drawingml/2006/main">
              <a:ext uri="{FF2B5EF4-FFF2-40B4-BE49-F238E27FC236}">
                <a16:creationId xmlns:a16="http://schemas.microsoft.com/office/drawing/2014/main" id="{0A17ECC7-A018-4D2A-B6BE-9AEC95DC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主讲</a:t>
            </a:r>
          </a:p>
        </p:txBody>
      </p:sp>
      <p:sp>
        <p:nvSpPr>
          <p:cNvPr id="2" name="object-353">
            <a:extLst xmlns:a="http://schemas.openxmlformats.org/drawingml/2006/main">
              <a:ext uri="{FF2B5EF4-FFF2-40B4-BE49-F238E27FC236}">
                <a16:creationId xmlns:a16="http://schemas.microsoft.com/office/drawing/2014/main" id="{94E88B21-DD8B-4B5C-B61F-E3507FC6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接入会话音效：成功创建后才重连</a:t>
            </a:r>
          </a:p>
        </p:txBody>
      </p:sp>
      <p:sp>
        <p:nvSpPr>
          <p:cNvPr id="3" name="object-354">
            <a:extLst xmlns:a="http://schemas.openxmlformats.org/drawingml/2006/main">
              <a:ext uri="{FF2B5EF4-FFF2-40B4-BE49-F238E27FC236}">
                <a16:creationId xmlns:a16="http://schemas.microsoft.com/office/drawing/2014/main" id="{1C4C4972-C791-4E1E-B2DC-153F75BB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先验证与初始化，再修改 Converter 到 LoudnessGain 的局部连接</a:t>
            </a:r>
          </a:p>
        </p:txBody>
      </p:sp>
      <p:sp>
        <p:nvSpPr>
          <p:cNvPr id="4" name="object-355">
            <a:extLst xmlns:a="http://schemas.openxmlformats.org/drawingml/2006/main">
              <a:ext uri="{FF2B5EF4-FFF2-40B4-BE49-F238E27FC236}">
                <a16:creationId xmlns:a16="http://schemas.microsoft.com/office/drawing/2014/main" id="{B2D0BE70-19AD-4A8C-9FFC-743545B6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860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原连接</a:t>
            </a:r>
          </a:p>
        </p:txBody>
      </p:sp>
      <p:sp>
        <p:nvSpPr>
          <p:cNvPr id="5" name="object-356">
            <a:extLst xmlns:a="http://schemas.openxmlformats.org/drawingml/2006/main">
              <a:ext uri="{FF2B5EF4-FFF2-40B4-BE49-F238E27FC236}">
                <a16:creationId xmlns:a16="http://schemas.microsoft.com/office/drawing/2014/main" id="{4A3245EC-DD44-43D4-851E-4A29A0A7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2428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bject-357">
            <a:extLst xmlns:a="http://schemas.openxmlformats.org/drawingml/2006/main">
              <a:ext uri="{FF2B5EF4-FFF2-40B4-BE49-F238E27FC236}">
                <a16:creationId xmlns:a16="http://schemas.microsoft.com/office/drawing/2014/main" id="{578B0AFC-3BFE-4658-BA4E-F962F91F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2200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Converter</a:t>
            </a:r>
          </a:p>
        </p:txBody>
      </p:sp>
      <p:sp>
        <p:nvSpPr>
          <p:cNvPr id="7" name="line-358">
            <a:extLst xmlns:a="http://schemas.openxmlformats.org/drawingml/2006/main">
              <a:ext uri="{FF2B5EF4-FFF2-40B4-BE49-F238E27FC236}">
                <a16:creationId xmlns:a16="http://schemas.microsoft.com/office/drawing/2014/main" id="{1535817B-2D5C-456C-9504-B76FE9DA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314700"/>
            <a:ext cx="1133475" cy="9525"/>
          </a:xfrm>
          <a:custGeom xmlns:a="http://schemas.openxmlformats.org/drawingml/2006/main">
            <a:pathLst>
              <a:path w="1133475" h="9525">
                <a:moveTo>
                  <a:pt x="0" y="0"/>
                </a:moveTo>
                <a:lnTo>
                  <a:pt x="1133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8" name="line-359">
            <a:extLst xmlns:a="http://schemas.openxmlformats.org/drawingml/2006/main">
              <a:ext uri="{FF2B5EF4-FFF2-40B4-BE49-F238E27FC236}">
                <a16:creationId xmlns:a16="http://schemas.microsoft.com/office/drawing/2014/main" id="{FD51C4C1-3BF4-469E-9B3C-05C9B0C7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182" y="33147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9" name="line-360">
            <a:extLst xmlns:a="http://schemas.openxmlformats.org/drawingml/2006/main">
              <a:ext uri="{FF2B5EF4-FFF2-40B4-BE49-F238E27FC236}">
                <a16:creationId xmlns:a16="http://schemas.microsoft.com/office/drawing/2014/main" id="{DDF433EE-1BD3-4B97-92F4-10DC562E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182" y="32732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0" name="object-361">
            <a:extLst xmlns:a="http://schemas.openxmlformats.org/drawingml/2006/main">
              <a:ext uri="{FF2B5EF4-FFF2-40B4-BE49-F238E27FC236}">
                <a16:creationId xmlns:a16="http://schemas.microsoft.com/office/drawing/2014/main" id="{CDF5FC22-C84D-44C0-B800-1DA2270E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19425"/>
            <a:ext cx="304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bject-362">
            <a:extLst xmlns:a="http://schemas.openxmlformats.org/drawingml/2006/main">
              <a:ext uri="{FF2B5EF4-FFF2-40B4-BE49-F238E27FC236}">
                <a16:creationId xmlns:a16="http://schemas.microsoft.com/office/drawing/2014/main" id="{F1B45342-866C-4E50-AFCE-BF0B0261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6575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LoudnessGain</a:t>
            </a:r>
          </a:p>
        </p:txBody>
      </p:sp>
      <p:sp>
        <p:nvSpPr>
          <p:cNvPr id="12" name="object-363">
            <a:extLst xmlns:a="http://schemas.openxmlformats.org/drawingml/2006/main">
              <a:ext uri="{FF2B5EF4-FFF2-40B4-BE49-F238E27FC236}">
                <a16:creationId xmlns:a16="http://schemas.microsoft.com/office/drawing/2014/main" id="{15768AF8-4F1E-47FA-A941-26F83901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6240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局部插入的真正步骤</a:t>
            </a:r>
          </a:p>
        </p:txBody>
      </p:sp>
      <p:sp>
        <p:nvSpPr>
          <p:cNvPr id="13" name="object-364">
            <a:extLst xmlns:a="http://schemas.openxmlformats.org/drawingml/2006/main">
              <a:ext uri="{FF2B5EF4-FFF2-40B4-BE49-F238E27FC236}">
                <a16:creationId xmlns:a16="http://schemas.microsoft.com/office/drawing/2014/main" id="{DBEAD8C8-2C17-4A31-9328-0A1F002A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-365">
            <a:extLst xmlns:a="http://schemas.openxmlformats.org/drawingml/2006/main">
              <a:ext uri="{FF2B5EF4-FFF2-40B4-BE49-F238E27FC236}">
                <a16:creationId xmlns:a16="http://schemas.microsoft.com/office/drawing/2014/main" id="{95A61E27-61A1-487F-8CE0-382E1582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2247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查已有绑定 / 两端节点</a:t>
            </a:r>
          </a:p>
        </p:txBody>
      </p:sp>
      <p:sp>
        <p:nvSpPr>
          <p:cNvPr id="15" name="line-366">
            <a:extLst xmlns:a="http://schemas.openxmlformats.org/drawingml/2006/main">
              <a:ext uri="{FF2B5EF4-FFF2-40B4-BE49-F238E27FC236}">
                <a16:creationId xmlns:a16="http://schemas.microsoft.com/office/drawing/2014/main" id="{7C0C340A-835F-432A-87E3-9AB5BD01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24425"/>
            <a:ext cx="266700" cy="9525"/>
          </a:xfrm>
          <a:custGeom xmlns:a="http://schemas.openxmlformats.org/drawingml/2006/main"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6" name="line-367">
            <a:extLst xmlns:a="http://schemas.openxmlformats.org/drawingml/2006/main">
              <a:ext uri="{FF2B5EF4-FFF2-40B4-BE49-F238E27FC236}">
                <a16:creationId xmlns:a16="http://schemas.microsoft.com/office/drawing/2014/main" id="{1728573D-FFDB-4C60-BAB4-DE1709CB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32" y="492442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7" name="line-368">
            <a:extLst xmlns:a="http://schemas.openxmlformats.org/drawingml/2006/main">
              <a:ext uri="{FF2B5EF4-FFF2-40B4-BE49-F238E27FC236}">
                <a16:creationId xmlns:a16="http://schemas.microsoft.com/office/drawing/2014/main" id="{B2943FA9-14A2-4C57-A0B7-3F58765F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32" y="488299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8" name="object-369">
            <a:extLst xmlns:a="http://schemas.openxmlformats.org/drawingml/2006/main">
              <a:ext uri="{FF2B5EF4-FFF2-40B4-BE49-F238E27FC236}">
                <a16:creationId xmlns:a16="http://schemas.microsoft.com/office/drawing/2014/main" id="{554F6D1B-B2B7-496E-84EF-FE704DCC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19625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bject-370">
            <a:extLst xmlns:a="http://schemas.openxmlformats.org/drawingml/2006/main">
              <a:ext uri="{FF2B5EF4-FFF2-40B4-BE49-F238E27FC236}">
                <a16:creationId xmlns:a16="http://schemas.microsoft.com/office/drawing/2014/main" id="{2C7F6173-E4B2-4461-BA9B-F1743C65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76775"/>
            <a:ext cx="2247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创建并初始化音效</a:t>
            </a:r>
          </a:p>
        </p:txBody>
      </p:sp>
      <p:sp>
        <p:nvSpPr>
          <p:cNvPr id="20" name="line-371">
            <a:extLst xmlns:a="http://schemas.openxmlformats.org/drawingml/2006/main">
              <a:ext uri="{FF2B5EF4-FFF2-40B4-BE49-F238E27FC236}">
                <a16:creationId xmlns:a16="http://schemas.microsoft.com/office/drawing/2014/main" id="{7056E179-7D7E-4B2B-9108-F73C36CC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24425"/>
            <a:ext cx="266700" cy="9525"/>
          </a:xfrm>
          <a:custGeom xmlns:a="http://schemas.openxmlformats.org/drawingml/2006/main"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1" name="line-372">
            <a:extLst xmlns:a="http://schemas.openxmlformats.org/drawingml/2006/main">
              <a:ext uri="{FF2B5EF4-FFF2-40B4-BE49-F238E27FC236}">
                <a16:creationId xmlns:a16="http://schemas.microsoft.com/office/drawing/2014/main" id="{2A48576D-0905-45C4-AED6-BD656A7B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32" y="492442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2" name="line-373">
            <a:extLst xmlns:a="http://schemas.openxmlformats.org/drawingml/2006/main">
              <a:ext uri="{FF2B5EF4-FFF2-40B4-BE49-F238E27FC236}">
                <a16:creationId xmlns:a16="http://schemas.microsoft.com/office/drawing/2014/main" id="{176DE1AA-ED9B-4DF3-B6EC-5A4DEEF4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32" y="488299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3" name="object-374">
            <a:extLst xmlns:a="http://schemas.openxmlformats.org/drawingml/2006/main">
              <a:ext uri="{FF2B5EF4-FFF2-40B4-BE49-F238E27FC236}">
                <a16:creationId xmlns:a16="http://schemas.microsoft.com/office/drawing/2014/main" id="{759607C7-3B0D-4CE7-A56E-A498BF58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9625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bject-375">
            <a:extLst xmlns:a="http://schemas.openxmlformats.org/drawingml/2006/main">
              <a:ext uri="{FF2B5EF4-FFF2-40B4-BE49-F238E27FC236}">
                <a16:creationId xmlns:a16="http://schemas.microsoft.com/office/drawing/2014/main" id="{93FD996F-2E75-4C46-8565-53748D51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76775"/>
            <a:ext cx="2247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成功后断开旧边</a:t>
            </a:r>
          </a:p>
        </p:txBody>
      </p:sp>
      <p:sp>
        <p:nvSpPr>
          <p:cNvPr id="25" name="line-376">
            <a:extLst xmlns:a="http://schemas.openxmlformats.org/drawingml/2006/main">
              <a:ext uri="{FF2B5EF4-FFF2-40B4-BE49-F238E27FC236}">
                <a16:creationId xmlns:a16="http://schemas.microsoft.com/office/drawing/2014/main" id="{FF493E7D-A8A7-4388-B1BE-10C476E2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24425"/>
            <a:ext cx="266700" cy="9525"/>
          </a:xfrm>
          <a:custGeom xmlns:a="http://schemas.openxmlformats.org/drawingml/2006/main"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6" name="line-377">
            <a:extLst xmlns:a="http://schemas.openxmlformats.org/drawingml/2006/main">
              <a:ext uri="{FF2B5EF4-FFF2-40B4-BE49-F238E27FC236}">
                <a16:creationId xmlns:a16="http://schemas.microsoft.com/office/drawing/2014/main" id="{5E73B5FA-1CE0-4B23-990F-176D7AE6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32" y="492442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7" name="line-378">
            <a:extLst xmlns:a="http://schemas.openxmlformats.org/drawingml/2006/main">
              <a:ext uri="{FF2B5EF4-FFF2-40B4-BE49-F238E27FC236}">
                <a16:creationId xmlns:a16="http://schemas.microsoft.com/office/drawing/2014/main" id="{90EE26F9-7F54-429B-93CE-E5946A80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32" y="488299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8" name="object-379">
            <a:extLst xmlns:a="http://schemas.openxmlformats.org/drawingml/2006/main">
              <a:ext uri="{FF2B5EF4-FFF2-40B4-BE49-F238E27FC236}">
                <a16:creationId xmlns:a16="http://schemas.microsoft.com/office/drawing/2014/main" id="{24B59CA9-7347-429D-867A-E23FBADE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19625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object-380">
            <a:extLst xmlns:a="http://schemas.openxmlformats.org/drawingml/2006/main">
              <a:ext uri="{FF2B5EF4-FFF2-40B4-BE49-F238E27FC236}">
                <a16:creationId xmlns:a16="http://schemas.microsoft.com/office/drawing/2014/main" id="{0AFD124C-5936-4100-8297-EA70436E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76775"/>
            <a:ext cx="2247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接两条新边 / 登记映射</a:t>
            </a:r>
          </a:p>
        </p:txBody>
      </p:sp>
      <p:sp>
        <p:nvSpPr>
          <p:cNvPr id="30" name="object-381">
            <a:extLst xmlns:a="http://schemas.openxmlformats.org/drawingml/2006/main">
              <a:ext uri="{FF2B5EF4-FFF2-40B4-BE49-F238E27FC236}">
                <a16:creationId xmlns:a16="http://schemas.microsoft.com/office/drawing/2014/main" id="{14F69EBD-C717-4E98-AAD0-3D792581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911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失败返回发生在断开旧连接之前：既有 Converter → LoudnessGain 保留</a:t>
            </a:r>
          </a:p>
        </p:txBody>
      </p:sp>
      <p:sp>
        <p:nvSpPr>
          <p:cNvPr id="31" name="object-382">
            <a:extLst xmlns:a="http://schemas.openxmlformats.org/drawingml/2006/main">
              <a:ext uri="{FF2B5EF4-FFF2-40B4-BE49-F238E27FC236}">
                <a16:creationId xmlns:a16="http://schemas.microsoft.com/office/drawing/2014/main" id="{1FCB12A9-527D-40DA-B524-CBC3483E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图示真实断边前检查；当前AISS格式有适用条件</a:t>
            </a:r>
          </a:p>
        </p:txBody>
      </p:sp>
      <p:sp>
        <p:nvSpPr>
          <p:cNvPr id="32" name="object-383">
            <a:extLst xmlns:a="http://schemas.openxmlformats.org/drawingml/2006/main">
              <a:ext uri="{FF2B5EF4-FFF2-40B4-BE49-F238E27FC236}">
                <a16:creationId xmlns:a16="http://schemas.microsoft.com/office/drawing/2014/main" id="{558AE4F9-28F0-41FA-B4D0-B8878AB2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661414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object-384">
            <a:extLst xmlns:a="http://schemas.openxmlformats.org/drawingml/2006/main">
              <a:ext uri="{FF2B5EF4-FFF2-40B4-BE49-F238E27FC236}">
                <a16:creationId xmlns:a16="http://schemas.microsoft.com/office/drawing/2014/main" id="{3997BC02-17D1-46ED-ABF4-148C414A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主讲</a:t>
            </a:r>
          </a:p>
        </p:txBody>
      </p:sp>
      <p:sp>
        <p:nvSpPr>
          <p:cNvPr id="2" name="object-385">
            <a:extLst xmlns:a="http://schemas.openxmlformats.org/drawingml/2006/main">
              <a:ext uri="{FF2B5EF4-FFF2-40B4-BE49-F238E27FC236}">
                <a16:creationId xmlns:a16="http://schemas.microsoft.com/office/drawing/2014/main" id="{F65FAC17-1F84-4055-91AE-21AE35C0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Pause / Stop：淡出完成后再断开节点</a:t>
            </a:r>
          </a:p>
        </p:txBody>
      </p:sp>
      <p:sp>
        <p:nvSpPr>
          <p:cNvPr id="3" name="object-386">
            <a:extLst xmlns:a="http://schemas.openxmlformats.org/drawingml/2006/main">
              <a:ext uri="{FF2B5EF4-FFF2-40B4-BE49-F238E27FC236}">
                <a16:creationId xmlns:a16="http://schemas.microsoft.com/office/drawing/2014/main" id="{0B2D3A8A-AD03-40F6-A547-44A9BFDC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中间态把 Gain 渐变、音效暂停和断图衔接起来</a:t>
            </a:r>
          </a:p>
        </p:txBody>
      </p:sp>
      <p:sp>
        <p:nvSpPr>
          <p:cNvPr id="4" name="object-387">
            <a:extLst xmlns:a="http://schemas.openxmlformats.org/drawingml/2006/main">
              <a:ext uri="{FF2B5EF4-FFF2-40B4-BE49-F238E27FC236}">
                <a16:creationId xmlns:a16="http://schemas.microsoft.com/office/drawing/2014/main" id="{4D92FAB3-7CFF-4B9A-A406-7DC870B5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HpaeRendererManager 的内部状态（HPAE_SESSION_ 前缀省略）</a:t>
            </a:r>
          </a:p>
        </p:txBody>
      </p:sp>
      <p:sp>
        <p:nvSpPr>
          <p:cNvPr id="5" name="object-388">
            <a:extLst xmlns:a="http://schemas.openxmlformats.org/drawingml/2006/main">
              <a:ext uri="{FF2B5EF4-FFF2-40B4-BE49-F238E27FC236}">
                <a16:creationId xmlns:a16="http://schemas.microsoft.com/office/drawing/2014/main" id="{B2AB8BB0-21C7-40C0-AB7B-87B42F02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bject-389">
            <a:extLst xmlns:a="http://schemas.openxmlformats.org/drawingml/2006/main">
              <a:ext uri="{FF2B5EF4-FFF2-40B4-BE49-F238E27FC236}">
                <a16:creationId xmlns:a16="http://schemas.microsoft.com/office/drawing/2014/main" id="{71B383C6-A058-4EBB-88C6-E493EA0E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RUNNING</a:t>
            </a:r>
          </a:p>
        </p:txBody>
      </p:sp>
      <p:sp>
        <p:nvSpPr>
          <p:cNvPr id="7" name="object-390">
            <a:extLst xmlns:a="http://schemas.openxmlformats.org/drawingml/2006/main">
              <a:ext uri="{FF2B5EF4-FFF2-40B4-BE49-F238E27FC236}">
                <a16:creationId xmlns:a16="http://schemas.microsoft.com/office/drawing/2014/main" id="{97437296-5A55-4475-A531-C2F5ABB6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95625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bject-391">
            <a:extLst xmlns:a="http://schemas.openxmlformats.org/drawingml/2006/main">
              <a:ext uri="{FF2B5EF4-FFF2-40B4-BE49-F238E27FC236}">
                <a16:creationId xmlns:a16="http://schemas.microsoft.com/office/drawing/2014/main" id="{3A4B2EA5-E0A1-4B65-98B5-C28EF642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52775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PAUSING</a:t>
            </a:r>
          </a:p>
        </p:txBody>
      </p:sp>
      <p:sp>
        <p:nvSpPr>
          <p:cNvPr id="9" name="object-392">
            <a:extLst xmlns:a="http://schemas.openxmlformats.org/drawingml/2006/main">
              <a:ext uri="{FF2B5EF4-FFF2-40B4-BE49-F238E27FC236}">
                <a16:creationId xmlns:a16="http://schemas.microsoft.com/office/drawing/2014/main" id="{DA2B5EE1-4F97-4F5F-BA6E-052EDAEB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95625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bject-393">
            <a:extLst xmlns:a="http://schemas.openxmlformats.org/drawingml/2006/main">
              <a:ext uri="{FF2B5EF4-FFF2-40B4-BE49-F238E27FC236}">
                <a16:creationId xmlns:a16="http://schemas.microsoft.com/office/drawing/2014/main" id="{83BC0FBF-DD6A-414B-9BDD-4A1929B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15277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PAUSED</a:t>
            </a:r>
          </a:p>
        </p:txBody>
      </p:sp>
      <p:sp>
        <p:nvSpPr>
          <p:cNvPr id="11" name="line-394">
            <a:extLst xmlns:a="http://schemas.openxmlformats.org/drawingml/2006/main">
              <a:ext uri="{FF2B5EF4-FFF2-40B4-BE49-F238E27FC236}">
                <a16:creationId xmlns:a16="http://schemas.microsoft.com/office/drawing/2014/main" id="{51F28986-E5C6-47BD-883A-1534DCA1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81375"/>
            <a:ext cx="1914525" cy="9525"/>
          </a:xfrm>
          <a:custGeom xmlns:a="http://schemas.openxmlformats.org/drawingml/2006/main">
            <a:pathLst>
              <a:path w="1914525" h="9525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2" name="line-395">
            <a:extLst xmlns:a="http://schemas.openxmlformats.org/drawingml/2006/main">
              <a:ext uri="{FF2B5EF4-FFF2-40B4-BE49-F238E27FC236}">
                <a16:creationId xmlns:a16="http://schemas.microsoft.com/office/drawing/2014/main" id="{C5D9DE05-FA18-481C-A6D2-FA88A461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07" y="33813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3" name="line-396">
            <a:extLst xmlns:a="http://schemas.openxmlformats.org/drawingml/2006/main">
              <a:ext uri="{FF2B5EF4-FFF2-40B4-BE49-F238E27FC236}">
                <a16:creationId xmlns:a16="http://schemas.microsoft.com/office/drawing/2014/main" id="{F392D49A-42C8-4904-A9D1-BB1EC6E6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07" y="33399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4" name="object-397">
            <a:extLst xmlns:a="http://schemas.openxmlformats.org/drawingml/2006/main">
              <a:ext uri="{FF2B5EF4-FFF2-40B4-BE49-F238E27FC236}">
                <a16:creationId xmlns:a16="http://schemas.microsoft.com/office/drawing/2014/main" id="{D14277A7-E628-4604-8903-F2C30FDB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099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Pause</a:t>
            </a:r>
          </a:p>
        </p:txBody>
      </p:sp>
      <p:sp>
        <p:nvSpPr>
          <p:cNvPr id="15" name="line-398">
            <a:extLst xmlns:a="http://schemas.openxmlformats.org/drawingml/2006/main">
              <a:ext uri="{FF2B5EF4-FFF2-40B4-BE49-F238E27FC236}">
                <a16:creationId xmlns:a16="http://schemas.microsoft.com/office/drawing/2014/main" id="{714F7218-83F2-478A-A764-8F36A6F6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81375"/>
            <a:ext cx="3048000" cy="9525"/>
          </a:xfrm>
          <a:custGeom xmlns:a="http://schemas.openxmlformats.org/drawingml/2006/main"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6" name="line-399">
            <a:extLst xmlns:a="http://schemas.openxmlformats.org/drawingml/2006/main">
              <a:ext uri="{FF2B5EF4-FFF2-40B4-BE49-F238E27FC236}">
                <a16:creationId xmlns:a16="http://schemas.microsoft.com/office/drawing/2014/main" id="{10A201CF-8DE2-443A-A7A0-30BF862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357" y="33813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7" name="line-400">
            <a:extLst xmlns:a="http://schemas.openxmlformats.org/drawingml/2006/main">
              <a:ext uri="{FF2B5EF4-FFF2-40B4-BE49-F238E27FC236}">
                <a16:creationId xmlns:a16="http://schemas.microsoft.com/office/drawing/2014/main" id="{24D3A36C-B65A-4A10-9F65-2ED61925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357" y="33399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8" name="object-401">
            <a:extLst xmlns:a="http://schemas.openxmlformats.org/drawingml/2006/main">
              <a:ext uri="{FF2B5EF4-FFF2-40B4-BE49-F238E27FC236}">
                <a16:creationId xmlns:a16="http://schemas.microsoft.com/office/drawing/2014/main" id="{94F2A225-3B0E-480A-905B-6A24891D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03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OnFadeDone → 再入队</a:t>
            </a:r>
          </a:p>
        </p:txBody>
      </p:sp>
      <p:sp>
        <p:nvSpPr>
          <p:cNvPr id="19" name="object-402">
            <a:extLst xmlns:a="http://schemas.openxmlformats.org/drawingml/2006/main">
              <a:ext uri="{FF2B5EF4-FFF2-40B4-BE49-F238E27FC236}">
                <a16:creationId xmlns:a16="http://schemas.microsoft.com/office/drawing/2014/main" id="{D36B1115-C196-4E16-84E9-76B9230F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bject-403">
            <a:extLst xmlns:a="http://schemas.openxmlformats.org/drawingml/2006/main">
              <a:ext uri="{FF2B5EF4-FFF2-40B4-BE49-F238E27FC236}">
                <a16:creationId xmlns:a16="http://schemas.microsoft.com/office/drawing/2014/main" id="{C1236B26-0F48-459D-8F40-8FE09B91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RUNNING</a:t>
            </a:r>
          </a:p>
        </p:txBody>
      </p:sp>
      <p:sp>
        <p:nvSpPr>
          <p:cNvPr id="21" name="object-404">
            <a:extLst xmlns:a="http://schemas.openxmlformats.org/drawingml/2006/main">
              <a:ext uri="{FF2B5EF4-FFF2-40B4-BE49-F238E27FC236}">
                <a16:creationId xmlns:a16="http://schemas.microsoft.com/office/drawing/2014/main" id="{BAFB79D1-90CD-4A44-940D-1E144B7C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815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405">
            <a:extLst xmlns:a="http://schemas.openxmlformats.org/drawingml/2006/main">
              <a:ext uri="{FF2B5EF4-FFF2-40B4-BE49-F238E27FC236}">
                <a16:creationId xmlns:a16="http://schemas.microsoft.com/office/drawing/2014/main" id="{BF7B4CB8-5EEB-4716-8D17-E1CE819C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386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STOPPING</a:t>
            </a:r>
          </a:p>
        </p:txBody>
      </p:sp>
      <p:sp>
        <p:nvSpPr>
          <p:cNvPr id="23" name="object-406">
            <a:extLst xmlns:a="http://schemas.openxmlformats.org/drawingml/2006/main">
              <a:ext uri="{FF2B5EF4-FFF2-40B4-BE49-F238E27FC236}">
                <a16:creationId xmlns:a16="http://schemas.microsoft.com/office/drawing/2014/main" id="{53B54E51-F2DE-4A25-8199-8D9D8F87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81500"/>
            <a:ext cx="180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object-407">
            <a:extLst xmlns:a="http://schemas.openxmlformats.org/drawingml/2006/main">
              <a:ext uri="{FF2B5EF4-FFF2-40B4-BE49-F238E27FC236}">
                <a16:creationId xmlns:a16="http://schemas.microsoft.com/office/drawing/2014/main" id="{8CE1F5FA-0ABF-4053-9A8E-2739DED3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438650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STOPPED</a:t>
            </a:r>
          </a:p>
        </p:txBody>
      </p:sp>
      <p:sp>
        <p:nvSpPr>
          <p:cNvPr id="25" name="line-408">
            <a:extLst xmlns:a="http://schemas.openxmlformats.org/drawingml/2006/main">
              <a:ext uri="{FF2B5EF4-FFF2-40B4-BE49-F238E27FC236}">
                <a16:creationId xmlns:a16="http://schemas.microsoft.com/office/drawing/2014/main" id="{10C9F315-C080-4A75-BF39-42986868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67250"/>
            <a:ext cx="1914525" cy="9525"/>
          </a:xfrm>
          <a:custGeom xmlns:a="http://schemas.openxmlformats.org/drawingml/2006/main">
            <a:pathLst>
              <a:path w="1914525" h="9525">
                <a:moveTo>
                  <a:pt x="0" y="0"/>
                </a:moveTo>
                <a:lnTo>
                  <a:pt x="1914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6" name="line-409">
            <a:extLst xmlns:a="http://schemas.openxmlformats.org/drawingml/2006/main">
              <a:ext uri="{FF2B5EF4-FFF2-40B4-BE49-F238E27FC236}">
                <a16:creationId xmlns:a16="http://schemas.microsoft.com/office/drawing/2014/main" id="{B9E8ACA8-1A2D-4030-A252-005BD3E3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07" y="466725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7" name="line-410">
            <a:extLst xmlns:a="http://schemas.openxmlformats.org/drawingml/2006/main">
              <a:ext uri="{FF2B5EF4-FFF2-40B4-BE49-F238E27FC236}">
                <a16:creationId xmlns:a16="http://schemas.microsoft.com/office/drawing/2014/main" id="{2B03FC15-6282-4533-96B2-E145ECB1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07" y="462582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8" name="object-411">
            <a:extLst xmlns:a="http://schemas.openxmlformats.org/drawingml/2006/main">
              <a:ext uri="{FF2B5EF4-FFF2-40B4-BE49-F238E27FC236}">
                <a16:creationId xmlns:a16="http://schemas.microsoft.com/office/drawing/2014/main" id="{EC3C9132-8CC2-4AEB-885B-F8E143DC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957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Stop</a:t>
            </a:r>
          </a:p>
        </p:txBody>
      </p:sp>
      <p:sp>
        <p:nvSpPr>
          <p:cNvPr id="29" name="line-412">
            <a:extLst xmlns:a="http://schemas.openxmlformats.org/drawingml/2006/main">
              <a:ext uri="{FF2B5EF4-FFF2-40B4-BE49-F238E27FC236}">
                <a16:creationId xmlns:a16="http://schemas.microsoft.com/office/drawing/2014/main" id="{EFD1D20D-4AD2-4992-8D00-DF813CD3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67250"/>
            <a:ext cx="3048000" cy="9525"/>
          </a:xfrm>
          <a:custGeom xmlns:a="http://schemas.openxmlformats.org/drawingml/2006/main"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30" name="line-413">
            <a:extLst xmlns:a="http://schemas.openxmlformats.org/drawingml/2006/main">
              <a:ext uri="{FF2B5EF4-FFF2-40B4-BE49-F238E27FC236}">
                <a16:creationId xmlns:a16="http://schemas.microsoft.com/office/drawing/2014/main" id="{675C0B60-A106-49B9-BD10-1F022C99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357" y="466725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31" name="line-414">
            <a:extLst xmlns:a="http://schemas.openxmlformats.org/drawingml/2006/main">
              <a:ext uri="{FF2B5EF4-FFF2-40B4-BE49-F238E27FC236}">
                <a16:creationId xmlns:a16="http://schemas.microsoft.com/office/drawing/2014/main" id="{F9DD9527-8021-4292-AC82-0B913E94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357" y="462582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32" name="object-415">
            <a:extLst xmlns:a="http://schemas.openxmlformats.org/drawingml/2006/main">
              <a:ext uri="{FF2B5EF4-FFF2-40B4-BE49-F238E27FC236}">
                <a16:creationId xmlns:a16="http://schemas.microsoft.com/office/drawing/2014/main" id="{E5F49A01-6C85-4E15-8F4F-56BB47ED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OnFadeDone → 再入队</a:t>
            </a:r>
          </a:p>
        </p:txBody>
      </p:sp>
      <p:sp>
        <p:nvSpPr>
          <p:cNvPr id="33" name="object-416">
            <a:extLst xmlns:a="http://schemas.openxmlformats.org/drawingml/2006/main">
              <a:ext uri="{FF2B5EF4-FFF2-40B4-BE49-F238E27FC236}">
                <a16:creationId xmlns:a16="http://schemas.microsoft.com/office/drawing/2014/main" id="{2933B417-C834-4C01-A5F8-25A4BF2B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5095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无 Gain / standby 等条件</a:t>
            </a:r>
          </a:p>
          <a:p xmlns:a="http://schemas.openxmlformats.org/drawingml/2006/main">
            <a: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可直接设置终态与回调</a:t>
            </a:r>
          </a:p>
        </p:txBody>
      </p:sp>
      <p:sp>
        <p:nvSpPr>
          <p:cNvPr id="34" name="object-417">
            <a:extLst xmlns:a="http://schemas.openxmlformats.org/drawingml/2006/main">
              <a:ext uri="{FF2B5EF4-FFF2-40B4-BE49-F238E27FC236}">
                <a16:creationId xmlns:a16="http://schemas.microsoft.com/office/drawing/2014/main" id="{FD3DB861-EA51-42ED-8706-92E9BA4D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57825"/>
            <a:ext cx="5381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过时淡出回调发现已 RUNNING</a:t>
            </a:r>
          </a:p>
          <a:p xmlns:a="http://schemas.openxmlformats.org/drawingml/2006/main">
            <a:pPr algn="l">
              <a:def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立即退出，避免拆掉恢复后的连接</a:t>
            </a:r>
          </a:p>
        </p:txBody>
      </p:sp>
      <p:sp>
        <p:nvSpPr>
          <p:cNvPr id="35" name="object-418">
            <a:extLst xmlns:a="http://schemas.openxmlformats.org/drawingml/2006/main">
              <a:ext uri="{FF2B5EF4-FFF2-40B4-BE49-F238E27FC236}">
                <a16:creationId xmlns:a16="http://schemas.microsoft.com/office/drawing/2014/main" id="{4DD1B9E1-4FDD-450D-8D60-8B7AAE2F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普通活跃流正常路径；实际条件旁路在下方；状态属于设备RendererManager</a:t>
            </a:r>
          </a:p>
        </p:txBody>
      </p:sp>
      <p:sp>
        <p:nvSpPr>
          <p:cNvPr id="36" name="object-419">
            <a:extLst xmlns:a="http://schemas.openxmlformats.org/drawingml/2006/main">
              <a:ext uri="{FF2B5EF4-FFF2-40B4-BE49-F238E27FC236}">
                <a16:creationId xmlns:a16="http://schemas.microsoft.com/office/drawing/2014/main" id="{CA7EA299-91CA-48E1-880D-93D6B45B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175977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object-420">
            <a:extLst xmlns:a="http://schemas.openxmlformats.org/drawingml/2006/main">
              <a:ext uri="{FF2B5EF4-FFF2-40B4-BE49-F238E27FC236}">
                <a16:creationId xmlns:a16="http://schemas.microsoft.com/office/drawing/2014/main" id="{7F7057B4-C3A4-4EA9-B242-92C5D61D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主讲</a:t>
            </a:r>
          </a:p>
        </p:txBody>
      </p:sp>
      <p:sp>
        <p:nvSpPr>
          <p:cNvPr id="2" name="object-421">
            <a:extLst xmlns:a="http://schemas.openxmlformats.org/drawingml/2006/main">
              <a:ext uri="{FF2B5EF4-FFF2-40B4-BE49-F238E27FC236}">
                <a16:creationId xmlns:a16="http://schemas.microsoft.com/office/drawing/2014/main" id="{F913FF42-DD4A-4B58-813B-6FF21EFB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切换设备：迁移输入对象，重建目标连接</a:t>
            </a:r>
          </a:p>
        </p:txBody>
      </p:sp>
      <p:sp>
        <p:nvSpPr>
          <p:cNvPr id="3" name="object-422">
            <a:extLst xmlns:a="http://schemas.openxmlformats.org/drawingml/2006/main">
              <a:ext uri="{FF2B5EF4-FFF2-40B4-BE49-F238E27FC236}">
                <a16:creationId xmlns:a16="http://schemas.microsoft.com/office/drawing/2014/main" id="{B434F567-856C-4CBC-9E95-92DA1AE3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路由选择落实为跨 Manager 的拆连、接入与状态衔接</a:t>
            </a:r>
          </a:p>
        </p:txBody>
      </p:sp>
      <p:sp>
        <p:nvSpPr>
          <p:cNvPr id="4" name="object-423">
            <a:extLst xmlns:a="http://schemas.openxmlformats.org/drawingml/2006/main">
              <a:ext uri="{FF2B5EF4-FFF2-40B4-BE49-F238E27FC236}">
                <a16:creationId xmlns:a16="http://schemas.microsoft.com/office/drawing/2014/main" id="{9D267DFD-976A-4718-9EE7-A6C87564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33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策略 / 路由</a:t>
            </a:r>
          </a:p>
        </p:txBody>
      </p:sp>
      <p:sp>
        <p:nvSpPr>
          <p:cNvPr id="5" name="line-424">
            <a:extLst xmlns:a="http://schemas.openxmlformats.org/drawingml/2006/main">
              <a:ext uri="{FF2B5EF4-FFF2-40B4-BE49-F238E27FC236}">
                <a16:creationId xmlns:a16="http://schemas.microsoft.com/office/drawing/2014/main" id="{49B26294-8F6E-4BE1-9298-5313F662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57500"/>
            <a:ext cx="9525" cy="2857500"/>
          </a:xfrm>
          <a:custGeom xmlns:a="http://schemas.openxmlformats.org/drawingml/2006/main">
            <a:pathLst>
              <a:path w="9525" h="2857500">
                <a:moveTo>
                  <a:pt x="0" y="0"/>
                </a:moveTo>
                <a:lnTo>
                  <a:pt x="0" y="2857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6" name="object-425">
            <a:extLst xmlns:a="http://schemas.openxmlformats.org/drawingml/2006/main">
              <a:ext uri="{FF2B5EF4-FFF2-40B4-BE49-F238E27FC236}">
                <a16:creationId xmlns:a16="http://schemas.microsoft.com/office/drawing/2014/main" id="{587A292C-4746-46EB-8E08-507CA31E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33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HpaeManager</a:t>
            </a:r>
          </a:p>
        </p:txBody>
      </p:sp>
      <p:sp>
        <p:nvSpPr>
          <p:cNvPr id="7" name="line-426">
            <a:extLst xmlns:a="http://schemas.openxmlformats.org/drawingml/2006/main">
              <a:ext uri="{FF2B5EF4-FFF2-40B4-BE49-F238E27FC236}">
                <a16:creationId xmlns:a16="http://schemas.microsoft.com/office/drawing/2014/main" id="{134ADD05-218F-4F1E-9D6D-D7579555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57500"/>
            <a:ext cx="9525" cy="2857500"/>
          </a:xfrm>
          <a:custGeom xmlns:a="http://schemas.openxmlformats.org/drawingml/2006/main">
            <a:pathLst>
              <a:path w="9525" h="2857500">
                <a:moveTo>
                  <a:pt x="0" y="0"/>
                </a:moveTo>
                <a:lnTo>
                  <a:pt x="0" y="2857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8" name="object-427">
            <a:extLst xmlns:a="http://schemas.openxmlformats.org/drawingml/2006/main">
              <a:ext uri="{FF2B5EF4-FFF2-40B4-BE49-F238E27FC236}">
                <a16:creationId xmlns:a16="http://schemas.microsoft.com/office/drawing/2014/main" id="{97B714F3-70C4-4B3D-99E1-EE905071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33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旧 Renderer</a:t>
            </a:r>
          </a:p>
        </p:txBody>
      </p:sp>
      <p:sp>
        <p:nvSpPr>
          <p:cNvPr id="9" name="line-428">
            <a:extLst xmlns:a="http://schemas.openxmlformats.org/drawingml/2006/main">
              <a:ext uri="{FF2B5EF4-FFF2-40B4-BE49-F238E27FC236}">
                <a16:creationId xmlns:a16="http://schemas.microsoft.com/office/drawing/2014/main" id="{ECEB0F60-7CC9-4D5D-B5EC-361774B3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9525" cy="2857500"/>
          </a:xfrm>
          <a:custGeom xmlns:a="http://schemas.openxmlformats.org/drawingml/2006/main">
            <a:pathLst>
              <a:path w="9525" h="2857500">
                <a:moveTo>
                  <a:pt x="0" y="0"/>
                </a:moveTo>
                <a:lnTo>
                  <a:pt x="0" y="2857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0" name="object-429">
            <a:extLst xmlns:a="http://schemas.openxmlformats.org/drawingml/2006/main">
              <a:ext uri="{FF2B5EF4-FFF2-40B4-BE49-F238E27FC236}">
                <a16:creationId xmlns:a16="http://schemas.microsoft.com/office/drawing/2014/main" id="{ADD086C0-E384-4646-9DF7-79CE4EFF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SinkInput 对象</a:t>
            </a:r>
          </a:p>
        </p:txBody>
      </p:sp>
      <p:sp>
        <p:nvSpPr>
          <p:cNvPr id="11" name="line-430">
            <a:extLst xmlns:a="http://schemas.openxmlformats.org/drawingml/2006/main">
              <a:ext uri="{FF2B5EF4-FFF2-40B4-BE49-F238E27FC236}">
                <a16:creationId xmlns:a16="http://schemas.microsoft.com/office/drawing/2014/main" id="{5D4CE0C9-8DF4-48C1-A484-64A4179D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9525" cy="2857500"/>
          </a:xfrm>
          <a:custGeom xmlns:a="http://schemas.openxmlformats.org/drawingml/2006/main">
            <a:pathLst>
              <a:path w="9525" h="2857500">
                <a:moveTo>
                  <a:pt x="0" y="0"/>
                </a:moveTo>
                <a:lnTo>
                  <a:pt x="0" y="2857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2" name="object-431">
            <a:extLst xmlns:a="http://schemas.openxmlformats.org/drawingml/2006/main">
              <a:ext uri="{FF2B5EF4-FFF2-40B4-BE49-F238E27FC236}">
                <a16:creationId xmlns:a16="http://schemas.microsoft.com/office/drawing/2014/main" id="{BBDA28DD-E564-4B5D-8B77-6AB99F82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目标 Renderer</a:t>
            </a:r>
          </a:p>
        </p:txBody>
      </p:sp>
      <p:sp>
        <p:nvSpPr>
          <p:cNvPr id="13" name="line-432">
            <a:extLst xmlns:a="http://schemas.openxmlformats.org/drawingml/2006/main">
              <a:ext uri="{FF2B5EF4-FFF2-40B4-BE49-F238E27FC236}">
                <a16:creationId xmlns:a16="http://schemas.microsoft.com/office/drawing/2014/main" id="{FDD8F23A-88B1-42CA-A0C0-2886C5FB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57500"/>
            <a:ext cx="9525" cy="2857500"/>
          </a:xfrm>
          <a:custGeom xmlns:a="http://schemas.openxmlformats.org/drawingml/2006/main">
            <a:pathLst>
              <a:path w="9525" h="2857500">
                <a:moveTo>
                  <a:pt x="0" y="0"/>
                </a:moveTo>
                <a:lnTo>
                  <a:pt x="0" y="2857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4" name="line-433">
            <a:extLst xmlns:a="http://schemas.openxmlformats.org/drawingml/2006/main">
              <a:ext uri="{FF2B5EF4-FFF2-40B4-BE49-F238E27FC236}">
                <a16:creationId xmlns:a16="http://schemas.microsoft.com/office/drawing/2014/main" id="{27534F19-BA21-49D4-8CBA-A89A3901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2333625" cy="9525"/>
          </a:xfrm>
          <a:custGeom xmlns:a="http://schemas.openxmlformats.org/drawingml/2006/main">
            <a:pathLst>
              <a:path w="2333625" h="9525">
                <a:moveTo>
                  <a:pt x="0" y="0"/>
                </a:moveTo>
                <a:lnTo>
                  <a:pt x="2333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87798"/>
            </a:solidFill>
            <a:prstDash val="solid"/>
          </a:ln>
        </p:spPr>
      </p:sp>
      <p:sp>
        <p:nvSpPr>
          <p:cNvPr id="15" name="line-434">
            <a:extLst xmlns:a="http://schemas.openxmlformats.org/drawingml/2006/main">
              <a:ext uri="{FF2B5EF4-FFF2-40B4-BE49-F238E27FC236}">
                <a16:creationId xmlns:a16="http://schemas.microsoft.com/office/drawing/2014/main" id="{1D224310-F9E5-40D4-9B8B-85B11185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857" y="30480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87798"/>
            </a:solidFill>
            <a:prstDash val="solid"/>
          </a:ln>
        </p:spPr>
      </p:sp>
      <p:sp>
        <p:nvSpPr>
          <p:cNvPr id="16" name="line-435">
            <a:extLst xmlns:a="http://schemas.openxmlformats.org/drawingml/2006/main">
              <a:ext uri="{FF2B5EF4-FFF2-40B4-BE49-F238E27FC236}">
                <a16:creationId xmlns:a16="http://schemas.microsoft.com/office/drawing/2014/main" id="{1873EC53-BDE3-4909-AA22-431BE4B3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857" y="30065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87798"/>
            </a:solidFill>
            <a:prstDash val="solid"/>
          </a:ln>
        </p:spPr>
      </p:sp>
      <p:sp>
        <p:nvSpPr>
          <p:cNvPr id="17" name="object-436">
            <a:extLst xmlns:a="http://schemas.openxmlformats.org/drawingml/2006/main">
              <a:ext uri="{FF2B5EF4-FFF2-40B4-BE49-F238E27FC236}">
                <a16:creationId xmlns:a16="http://schemas.microsoft.com/office/drawing/2014/main" id="{2B70757E-7969-4840-BB9F-8EFFDD23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87798"/>
                </a:solidFill>
                <a:latin typeface="Microsoft YaHei"/>
                <a:ea typeface="Microsoft YaHei"/>
                <a:cs typeface="Microsoft YaHei"/>
              </a:rPr>
              <a:t>选择目标后发起 Move</a:t>
            </a:r>
          </a:p>
        </p:txBody>
      </p:sp>
      <p:sp>
        <p:nvSpPr>
          <p:cNvPr id="18" name="line-437">
            <a:extLst xmlns:a="http://schemas.openxmlformats.org/drawingml/2006/main">
              <a:ext uri="{FF2B5EF4-FFF2-40B4-BE49-F238E27FC236}">
                <a16:creationId xmlns:a16="http://schemas.microsoft.com/office/drawing/2014/main" id="{E9562217-BE62-4ED3-8DD3-7FADC02E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71875"/>
            <a:ext cx="2333625" cy="9525"/>
          </a:xfrm>
          <a:custGeom xmlns:a="http://schemas.openxmlformats.org/drawingml/2006/main">
            <a:pathLst>
              <a:path w="2333625" h="9525">
                <a:moveTo>
                  <a:pt x="0" y="0"/>
                </a:moveTo>
                <a:lnTo>
                  <a:pt x="2333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9" name="line-438">
            <a:extLst xmlns:a="http://schemas.openxmlformats.org/drawingml/2006/main">
              <a:ext uri="{FF2B5EF4-FFF2-40B4-BE49-F238E27FC236}">
                <a16:creationId xmlns:a16="http://schemas.microsoft.com/office/drawing/2014/main" id="{E9D813F7-A348-4D01-935C-0B6FBE17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482" y="35718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0" name="line-439">
            <a:extLst xmlns:a="http://schemas.openxmlformats.org/drawingml/2006/main">
              <a:ext uri="{FF2B5EF4-FFF2-40B4-BE49-F238E27FC236}">
                <a16:creationId xmlns:a16="http://schemas.microsoft.com/office/drawing/2014/main" id="{93A80D5F-2FA2-4068-805B-23B58BF7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482" y="35304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1" name="object-440">
            <a:extLst xmlns:a="http://schemas.openxmlformats.org/drawingml/2006/main">
              <a:ext uri="{FF2B5EF4-FFF2-40B4-BE49-F238E27FC236}">
                <a16:creationId xmlns:a16="http://schemas.microsoft.com/office/drawing/2014/main" id="{69358A9D-0974-4ED7-B579-4EECA41D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257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MoveStream 请求</a:t>
            </a:r>
          </a:p>
        </p:txBody>
      </p:sp>
      <p:sp>
        <p:nvSpPr>
          <p:cNvPr id="22" name="line-441">
            <a:extLst xmlns:a="http://schemas.openxmlformats.org/drawingml/2006/main">
              <a:ext uri="{FF2B5EF4-FFF2-40B4-BE49-F238E27FC236}">
                <a16:creationId xmlns:a16="http://schemas.microsoft.com/office/drawing/2014/main" id="{74830169-7E14-426F-B4D7-71F65235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381250" cy="9525"/>
          </a:xfrm>
          <a:custGeom xmlns:a="http://schemas.openxmlformats.org/drawingml/2006/main"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23" name="line-442">
            <a:extLst xmlns:a="http://schemas.openxmlformats.org/drawingml/2006/main">
              <a:ext uri="{FF2B5EF4-FFF2-40B4-BE49-F238E27FC236}">
                <a16:creationId xmlns:a16="http://schemas.microsoft.com/office/drawing/2014/main" id="{FBABBFA6-F507-47D3-ACE8-31F74054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32" y="409575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24" name="line-443">
            <a:extLst xmlns:a="http://schemas.openxmlformats.org/drawingml/2006/main">
              <a:ext uri="{FF2B5EF4-FFF2-40B4-BE49-F238E27FC236}">
                <a16:creationId xmlns:a16="http://schemas.microsoft.com/office/drawing/2014/main" id="{388AA7AF-42EF-4E23-8EA9-97D78720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32" y="405432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25" name="object-444">
            <a:extLst xmlns:a="http://schemas.openxmlformats.org/drawingml/2006/main">
              <a:ext uri="{FF2B5EF4-FFF2-40B4-BE49-F238E27FC236}">
                <a16:creationId xmlns:a16="http://schemas.microsoft.com/office/drawing/2014/main" id="{96A9672B-9887-43C7-B64B-B4DC0094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8142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保留对象 / 拆旧连接</a:t>
            </a:r>
          </a:p>
        </p:txBody>
      </p:sp>
      <p:sp>
        <p:nvSpPr>
          <p:cNvPr id="26" name="line-445">
            <a:extLst xmlns:a="http://schemas.openxmlformats.org/drawingml/2006/main">
              <a:ext uri="{FF2B5EF4-FFF2-40B4-BE49-F238E27FC236}">
                <a16:creationId xmlns:a16="http://schemas.microsoft.com/office/drawing/2014/main" id="{9BDC115C-3E33-459C-BF00-41F01C8C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19625"/>
            <a:ext cx="2333625" cy="9525"/>
          </a:xfrm>
          <a:custGeom xmlns:a="http://schemas.openxmlformats.org/drawingml/2006/main">
            <a:pathLst>
              <a:path w="2333625" h="9525">
                <a:moveTo>
                  <a:pt x="23336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7" name="line-446">
            <a:extLst xmlns:a="http://schemas.openxmlformats.org/drawingml/2006/main">
              <a:ext uri="{FF2B5EF4-FFF2-40B4-BE49-F238E27FC236}">
                <a16:creationId xmlns:a16="http://schemas.microsoft.com/office/drawing/2014/main" id="{808F022D-5FE7-4357-AA61-B1656FAA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578195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0"/>
                </a:moveTo>
                <a:lnTo>
                  <a:pt x="0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8" name="line-447">
            <a:extLst xmlns:a="http://schemas.openxmlformats.org/drawingml/2006/main">
              <a:ext uri="{FF2B5EF4-FFF2-40B4-BE49-F238E27FC236}">
                <a16:creationId xmlns:a16="http://schemas.microsoft.com/office/drawing/2014/main" id="{99CCCC7C-019B-48EF-89A5-EAB97E4F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19625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41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9" name="object-448">
            <a:extLst xmlns:a="http://schemas.openxmlformats.org/drawingml/2006/main">
              <a:ext uri="{FF2B5EF4-FFF2-40B4-BE49-F238E27FC236}">
                <a16:creationId xmlns:a16="http://schemas.microsoft.com/office/drawing/2014/main" id="{D39A2A2F-C931-4B67-B15A-A59495A9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05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MOVE_SINK_INPUT</a:t>
            </a:r>
          </a:p>
        </p:txBody>
      </p:sp>
      <p:sp>
        <p:nvSpPr>
          <p:cNvPr id="30" name="line-449">
            <a:extLst xmlns:a="http://schemas.openxmlformats.org/drawingml/2006/main">
              <a:ext uri="{FF2B5EF4-FFF2-40B4-BE49-F238E27FC236}">
                <a16:creationId xmlns:a16="http://schemas.microsoft.com/office/drawing/2014/main" id="{21CFDA43-2A1C-4EF8-9CFB-AB7CA9AC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24450"/>
            <a:ext cx="6810375" cy="9525"/>
          </a:xfrm>
          <a:custGeom xmlns:a="http://schemas.openxmlformats.org/drawingml/2006/main">
            <a:pathLst>
              <a:path w="6810375" h="9525">
                <a:moveTo>
                  <a:pt x="0" y="0"/>
                </a:moveTo>
                <a:lnTo>
                  <a:pt x="6810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1" name="line-450">
            <a:extLst xmlns:a="http://schemas.openxmlformats.org/drawingml/2006/main">
              <a:ext uri="{FF2B5EF4-FFF2-40B4-BE49-F238E27FC236}">
                <a16:creationId xmlns:a16="http://schemas.microsoft.com/office/drawing/2014/main" id="{39A96BF2-3F86-45C3-B9DE-8CD74640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32" y="512445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2" name="line-451">
            <a:extLst xmlns:a="http://schemas.openxmlformats.org/drawingml/2006/main">
              <a:ext uri="{FF2B5EF4-FFF2-40B4-BE49-F238E27FC236}">
                <a16:creationId xmlns:a16="http://schemas.microsoft.com/office/drawing/2014/main" id="{B237F13B-45EA-4D43-BDAA-5637C0E7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32" y="508302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3" name="object-452">
            <a:extLst xmlns:a="http://schemas.openxmlformats.org/drawingml/2006/main">
              <a:ext uri="{FF2B5EF4-FFF2-40B4-BE49-F238E27FC236}">
                <a16:creationId xmlns:a16="http://schemas.microsoft.com/office/drawing/2014/main" id="{A8C2CC4A-E120-4BFE-B7EF-C6BE0360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81012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AddNodeToSink → 目标队列</a:t>
            </a:r>
          </a:p>
        </p:txBody>
      </p:sp>
      <p:sp>
        <p:nvSpPr>
          <p:cNvPr id="34" name="object-453">
            <a:extLst xmlns:a="http://schemas.openxmlformats.org/drawingml/2006/main">
              <a:ext uri="{FF2B5EF4-FFF2-40B4-BE49-F238E27FC236}">
                <a16:creationId xmlns:a16="http://schemas.microsoft.com/office/drawing/2014/main" id="{51C2293B-65F6-471B-9B64-43DF2454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86400"/>
            <a:ext cx="5000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更新设备 / span；RUNNING 才连接</a:t>
            </a:r>
          </a:p>
        </p:txBody>
      </p:sp>
      <p:sp>
        <p:nvSpPr>
          <p:cNvPr id="35" name="object-454">
            <a:extLst xmlns:a="http://schemas.openxmlformats.org/drawingml/2006/main">
              <a:ext uri="{FF2B5EF4-FFF2-40B4-BE49-F238E27FC236}">
                <a16:creationId xmlns:a16="http://schemas.microsoft.com/office/drawing/2014/main" id="{E4B48B38-FB7B-4D5C-869D-8E56F99F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对象身份保留，设备信息与处理连接重建；管理成功仍不代表声学切换完成</a:t>
            </a:r>
          </a:p>
        </p:txBody>
      </p:sp>
      <p:sp>
        <p:nvSpPr>
          <p:cNvPr id="36" name="object-455">
            <a:extLst xmlns:a="http://schemas.openxmlformats.org/drawingml/2006/main">
              <a:ext uri="{FF2B5EF4-FFF2-40B4-BE49-F238E27FC236}">
                <a16:creationId xmlns:a16="http://schemas.microsoft.com/office/drawing/2014/main" id="{FBE9B7B2-9BFC-4BAF-831B-70E759B0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展开已有目标sink的可迁移播放会话；上游策略调用折叠</a:t>
            </a:r>
          </a:p>
        </p:txBody>
      </p:sp>
      <p:sp>
        <p:nvSpPr>
          <p:cNvPr id="37" name="object-456">
            <a:extLst xmlns:a="http://schemas.openxmlformats.org/drawingml/2006/main">
              <a:ext uri="{FF2B5EF4-FFF2-40B4-BE49-F238E27FC236}">
                <a16:creationId xmlns:a16="http://schemas.microsoft.com/office/drawing/2014/main" id="{01BE7F17-DF1B-4C72-895E-F013E43C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175587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object-457">
            <a:extLst xmlns:a="http://schemas.openxmlformats.org/drawingml/2006/main">
              <a:ext uri="{FF2B5EF4-FFF2-40B4-BE49-F238E27FC236}">
                <a16:creationId xmlns:a16="http://schemas.microsoft.com/office/drawing/2014/main" id="{05DCB5F1-75F3-4ED0-9734-1743C957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主讲</a:t>
            </a:r>
          </a:p>
        </p:txBody>
      </p:sp>
      <p:sp>
        <p:nvSpPr>
          <p:cNvPr id="2" name="object-458">
            <a:extLst xmlns:a="http://schemas.openxmlformats.org/drawingml/2006/main">
              <a:ext uri="{FF2B5EF4-FFF2-40B4-BE49-F238E27FC236}">
                <a16:creationId xmlns:a16="http://schemas.microsoft.com/office/drawing/2014/main" id="{5FDEE07A-AD60-4CE5-BEA2-14FDA409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性能观测：分别记录控制确认和数据执行</a:t>
            </a:r>
          </a:p>
        </p:txBody>
      </p:sp>
      <p:sp>
        <p:nvSpPr>
          <p:cNvPr id="3" name="object-459">
            <a:extLst xmlns:a="http://schemas.openxmlformats.org/drawingml/2006/main">
              <a:ext uri="{FF2B5EF4-FFF2-40B4-BE49-F238E27FC236}">
                <a16:creationId xmlns:a16="http://schemas.microsoft.com/office/drawing/2014/main" id="{E9768A46-8D76-4C9A-9A24-84D5E419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用真实事件定位排队、供数与设备开销，再讨论整机收益</a:t>
            </a:r>
          </a:p>
        </p:txBody>
      </p:sp>
      <p:sp>
        <p:nvSpPr>
          <p:cNvPr id="4" name="object-460">
            <a:extLst xmlns:a="http://schemas.openxmlformats.org/drawingml/2006/main">
              <a:ext uri="{FF2B5EF4-FFF2-40B4-BE49-F238E27FC236}">
                <a16:creationId xmlns:a16="http://schemas.microsoft.com/office/drawing/2014/main" id="{48D11558-C274-41FB-B36B-5C4C45F7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0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控制事件</a:t>
            </a:r>
          </a:p>
        </p:txBody>
      </p:sp>
      <p:sp>
        <p:nvSpPr>
          <p:cNvPr id="5" name="object-461">
            <a:extLst xmlns:a="http://schemas.openxmlformats.org/drawingml/2006/main">
              <a:ext uri="{FF2B5EF4-FFF2-40B4-BE49-F238E27FC236}">
                <a16:creationId xmlns:a16="http://schemas.microsoft.com/office/drawing/2014/main" id="{8038F309-FFEB-42BF-AE0D-7D72C341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数据与声学事件</a:t>
            </a:r>
          </a:p>
        </p:txBody>
      </p:sp>
      <p:sp>
        <p:nvSpPr>
          <p:cNvPr id="6" name="line-462">
            <a:extLst xmlns:a="http://schemas.openxmlformats.org/drawingml/2006/main">
              <a:ext uri="{FF2B5EF4-FFF2-40B4-BE49-F238E27FC236}">
                <a16:creationId xmlns:a16="http://schemas.microsoft.com/office/drawing/2014/main" id="{7359A062-341A-4730-A061-DB601B11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28875"/>
            <a:ext cx="9525" cy="3238500"/>
          </a:xfrm>
          <a:custGeom xmlns:a="http://schemas.openxmlformats.org/drawingml/2006/main">
            <a:pathLst>
              <a:path w="9525" h="3238500">
                <a:moveTo>
                  <a:pt x="0" y="0"/>
                </a:moveTo>
                <a:lnTo>
                  <a:pt x="0" y="3238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7" name="object-463">
            <a:extLst xmlns:a="http://schemas.openxmlformats.org/drawingml/2006/main">
              <a:ext uri="{FF2B5EF4-FFF2-40B4-BE49-F238E27FC236}">
                <a16:creationId xmlns:a16="http://schemas.microsoft.com/office/drawing/2014/main" id="{D242C1DA-874F-4E50-B45D-F63058A9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5095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bject-464">
            <a:extLst xmlns:a="http://schemas.openxmlformats.org/drawingml/2006/main">
              <a:ext uri="{FF2B5EF4-FFF2-40B4-BE49-F238E27FC236}">
                <a16:creationId xmlns:a16="http://schemas.microsoft.com/office/drawing/2014/main" id="{6F02E2C9-62CE-40D3-9DBB-DD74761D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StartAudioStream 入口</a:t>
            </a:r>
          </a:p>
        </p:txBody>
      </p:sp>
      <p:sp>
        <p:nvSpPr>
          <p:cNvPr id="9" name="object-465">
            <a:extLst xmlns:a="http://schemas.openxmlformats.org/drawingml/2006/main">
              <a:ext uri="{FF2B5EF4-FFF2-40B4-BE49-F238E27FC236}">
                <a16:creationId xmlns:a16="http://schemas.microsoft.com/office/drawing/2014/main" id="{BEB81DB9-B4B7-47FB-AF7A-3BF15CA7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095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bject-466">
            <a:extLst xmlns:a="http://schemas.openxmlformats.org/drawingml/2006/main">
              <a:ext uri="{FF2B5EF4-FFF2-40B4-BE49-F238E27FC236}">
                <a16:creationId xmlns:a16="http://schemas.microsoft.com/office/drawing/2014/main" id="{E7913185-5B21-48BD-AD7B-7CB64D78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IPC Start 返回</a:t>
            </a:r>
          </a:p>
        </p:txBody>
      </p:sp>
      <p:sp>
        <p:nvSpPr>
          <p:cNvPr id="11" name="object-467">
            <a:extLst xmlns:a="http://schemas.openxmlformats.org/drawingml/2006/main">
              <a:ext uri="{FF2B5EF4-FFF2-40B4-BE49-F238E27FC236}">
                <a16:creationId xmlns:a16="http://schemas.microsoft.com/office/drawing/2014/main" id="{66743C38-293D-4F97-B2D7-27312D42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095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bject-468">
            <a:extLst xmlns:a="http://schemas.openxmlformats.org/drawingml/2006/main">
              <a:ext uri="{FF2B5EF4-FFF2-40B4-BE49-F238E27FC236}">
                <a16:creationId xmlns:a16="http://schemas.microsoft.com/office/drawing/2014/main" id="{16380039-88FE-48F3-9E54-AC9DCA2E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OnOperationHandled → RUNNING</a:t>
            </a:r>
          </a:p>
        </p:txBody>
      </p:sp>
      <p:sp>
        <p:nvSpPr>
          <p:cNvPr id="13" name="object-469">
            <a:extLst xmlns:a="http://schemas.openxmlformats.org/drawingml/2006/main">
              <a:ext uri="{FF2B5EF4-FFF2-40B4-BE49-F238E27FC236}">
                <a16:creationId xmlns:a16="http://schemas.microsoft.com/office/drawing/2014/main" id="{EC8993D8-4A40-4186-9042-5CA6AE17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5625"/>
            <a:ext cx="5095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-470">
            <a:extLst xmlns:a="http://schemas.openxmlformats.org/drawingml/2006/main">
              <a:ext uri="{FF2B5EF4-FFF2-40B4-BE49-F238E27FC236}">
                <a16:creationId xmlns:a16="http://schemas.microsoft.com/office/drawing/2014/main" id="{B766064D-A24E-482C-B88A-84BEC08C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52775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SinkInput 首次消费数据</a:t>
            </a:r>
          </a:p>
        </p:txBody>
      </p:sp>
      <p:sp>
        <p:nvSpPr>
          <p:cNvPr id="15" name="object-471">
            <a:extLst xmlns:a="http://schemas.openxmlformats.org/drawingml/2006/main">
              <a:ext uri="{FF2B5EF4-FFF2-40B4-BE49-F238E27FC236}">
                <a16:creationId xmlns:a16="http://schemas.microsoft.com/office/drawing/2014/main" id="{4FB1DF48-AA94-4737-9E77-7FD779DB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5095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bject-472">
            <a:extLst xmlns:a="http://schemas.openxmlformats.org/drawingml/2006/main">
              <a:ext uri="{FF2B5EF4-FFF2-40B4-BE49-F238E27FC236}">
                <a16:creationId xmlns:a16="http://schemas.microsoft.com/office/drawing/2014/main" id="{31BBBEA9-BE74-4113-B868-BAD401EC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86200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SinkOutput 首次 RenderFrame</a:t>
            </a:r>
          </a:p>
        </p:txBody>
      </p:sp>
      <p:sp>
        <p:nvSpPr>
          <p:cNvPr id="17" name="object-473">
            <a:extLst xmlns:a="http://schemas.openxmlformats.org/drawingml/2006/main">
              <a:ext uri="{FF2B5EF4-FFF2-40B4-BE49-F238E27FC236}">
                <a16:creationId xmlns:a16="http://schemas.microsoft.com/office/drawing/2014/main" id="{2A0BC2D0-734A-486F-A108-AC03CD53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62475"/>
            <a:ext cx="5095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bject-474">
            <a:extLst xmlns:a="http://schemas.openxmlformats.org/drawingml/2006/main">
              <a:ext uri="{FF2B5EF4-FFF2-40B4-BE49-F238E27FC236}">
                <a16:creationId xmlns:a16="http://schemas.microsoft.com/office/drawing/2014/main" id="{222DBE53-741C-4FA5-A0FA-27533D26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19625"/>
            <a:ext cx="4867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外部检测实际出声</a:t>
            </a:r>
          </a:p>
        </p:txBody>
      </p:sp>
      <p:sp>
        <p:nvSpPr>
          <p:cNvPr id="19" name="object-475">
            <a:extLst xmlns:a="http://schemas.openxmlformats.org/drawingml/2006/main">
              <a:ext uri="{FF2B5EF4-FFF2-40B4-BE49-F238E27FC236}">
                <a16:creationId xmlns:a16="http://schemas.microsoft.com/office/drawing/2014/main" id="{C3DD0767-C63B-4C93-A3FF-611F837C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入口到 RUNNING：管理响应</a:t>
            </a:r>
          </a:p>
          <a:p xmlns:a="http://schemas.openxmlformats.org/drawingml/2006/main">
            <a: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另记录队列发布 / 消费时间</a:t>
            </a:r>
          </a:p>
        </p:txBody>
      </p:sp>
      <p:sp>
        <p:nvSpPr>
          <p:cNvPr id="20" name="object-476">
            <a:extLst xmlns:a="http://schemas.openxmlformats.org/drawingml/2006/main">
              <a:ext uri="{FF2B5EF4-FFF2-40B4-BE49-F238E27FC236}">
                <a16:creationId xmlns:a16="http://schemas.microsoft.com/office/drawing/2014/main" id="{D3015BB8-445D-4741-A35E-2C34BC75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14975"/>
            <a:ext cx="5095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入口到出声：端到端时延</a:t>
            </a:r>
          </a:p>
          <a:p xmlns:a="http://schemas.openxmlformats.org/drawingml/2006/main">
            <a: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提交到出声：下游设备路径</a:t>
            </a:r>
          </a:p>
        </p:txBody>
      </p:sp>
      <p:sp>
        <p:nvSpPr>
          <p:cNvPr id="21" name="object-477">
            <a:extLst xmlns:a="http://schemas.openxmlformats.org/drawingml/2006/main">
              <a:ext uri="{FF2B5EF4-FFF2-40B4-BE49-F238E27FC236}">
                <a16:creationId xmlns:a16="http://schemas.microsoft.com/office/drawing/2014/main" id="{1E9585AF-0CFD-4505-9DDB-AEACDFD2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观测设计，尚未执行产品测量；左右并列不构成跨线程总序</a:t>
            </a:r>
          </a:p>
        </p:txBody>
      </p:sp>
      <p:sp>
        <p:nvSpPr>
          <p:cNvPr id="22" name="object-478">
            <a:extLst xmlns:a="http://schemas.openxmlformats.org/drawingml/2006/main">
              <a:ext uri="{FF2B5EF4-FFF2-40B4-BE49-F238E27FC236}">
                <a16:creationId xmlns:a16="http://schemas.microsoft.com/office/drawing/2014/main" id="{C3B32EF3-65AA-41A2-B7EA-D42FF08D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365976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object-479">
            <a:extLst xmlns:a="http://schemas.openxmlformats.org/drawingml/2006/main">
              <a:ext uri="{FF2B5EF4-FFF2-40B4-BE49-F238E27FC236}">
                <a16:creationId xmlns:a16="http://schemas.microsoft.com/office/drawing/2014/main" id="{D870B945-78C9-4D06-A3F6-319E5071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主讲</a:t>
            </a:r>
          </a:p>
        </p:txBody>
      </p:sp>
      <p:sp>
        <p:nvSpPr>
          <p:cNvPr id="2" name="object-480">
            <a:extLst xmlns:a="http://schemas.openxmlformats.org/drawingml/2006/main">
              <a:ext uri="{FF2B5EF4-FFF2-40B4-BE49-F238E27FC236}">
                <a16:creationId xmlns:a16="http://schemas.microsoft.com/office/drawing/2014/main" id="{2D129F4C-38A5-4323-A55F-5DF79493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自研的技术价值，落在可验证的执行设计上</a:t>
            </a:r>
          </a:p>
        </p:txBody>
      </p:sp>
      <p:sp>
        <p:nvSpPr>
          <p:cNvPr id="3" name="object-481">
            <a:extLst xmlns:a="http://schemas.openxmlformats.org/drawingml/2006/main">
              <a:ext uri="{FF2B5EF4-FFF2-40B4-BE49-F238E27FC236}">
                <a16:creationId xmlns:a16="http://schemas.microsoft.com/office/drawing/2014/main" id="{ADFD58FB-5FAF-4F7E-99C4-2B931188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线程、消息和节点生命周期共同支撑底座演进</a:t>
            </a:r>
          </a:p>
        </p:txBody>
      </p:sp>
      <p:sp>
        <p:nvSpPr>
          <p:cNvPr id="4" name="object-482">
            <a:extLst xmlns:a="http://schemas.openxmlformats.org/drawingml/2006/main">
              <a:ext uri="{FF2B5EF4-FFF2-40B4-BE49-F238E27FC236}">
                <a16:creationId xmlns:a16="http://schemas.microsoft.com/office/drawing/2014/main" id="{86AE6649-8BE8-4ED2-8341-AD31CC5A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5.1 执行组织</a:t>
            </a:r>
          </a:p>
        </p:txBody>
      </p:sp>
      <p:sp>
        <p:nvSpPr>
          <p:cNvPr id="5" name="object-483">
            <a:extLst xmlns:a="http://schemas.openxmlformats.org/drawingml/2006/main">
              <a:ext uri="{FF2B5EF4-FFF2-40B4-BE49-F238E27FC236}">
                <a16:creationId xmlns:a16="http://schemas.microsoft.com/office/drawing/2014/main" id="{673E70D4-465C-4824-8C44-01B8CF64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当前自研执行组织</a:t>
            </a:r>
          </a:p>
        </p:txBody>
      </p:sp>
      <p:sp>
        <p:nvSpPr>
          <p:cNvPr id="6" name="object-484">
            <a:extLst xmlns:a="http://schemas.openxmlformats.org/drawingml/2006/main">
              <a:ext uri="{FF2B5EF4-FFF2-40B4-BE49-F238E27FC236}">
                <a16:creationId xmlns:a16="http://schemas.microsoft.com/office/drawing/2014/main" id="{98069F7D-A3C9-4A05-BD71-68A07C37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可定位的改变</a:t>
            </a:r>
          </a:p>
        </p:txBody>
      </p:sp>
      <p:sp>
        <p:nvSpPr>
          <p:cNvPr id="7" name="line-485">
            <a:extLst xmlns:a="http://schemas.openxmlformats.org/drawingml/2006/main">
              <a:ext uri="{FF2B5EF4-FFF2-40B4-BE49-F238E27FC236}">
                <a16:creationId xmlns:a16="http://schemas.microsoft.com/office/drawing/2014/main" id="{E36E5822-19AE-4FB6-B496-580EE7C1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963275" cy="9525"/>
          </a:xfrm>
          <a:custGeom xmlns:a="http://schemas.openxmlformats.org/drawingml/2006/main">
            <a:pathLst>
              <a:path w="10963275" h="9525">
                <a:moveTo>
                  <a:pt x="0" y="0"/>
                </a:moveTo>
                <a:lnTo>
                  <a:pt x="10963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8" name="object-486">
            <a:extLst xmlns:a="http://schemas.openxmlformats.org/drawingml/2006/main">
              <a:ext uri="{FF2B5EF4-FFF2-40B4-BE49-F238E27FC236}">
                <a16:creationId xmlns:a16="http://schemas.microsoft.com/office/drawing/2014/main" id="{6FACFD5C-AE47-49DB-8E5F-FA4F3F00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render → dq → HDI写线程</a:t>
            </a:r>
          </a:p>
        </p:txBody>
      </p:sp>
      <p:sp>
        <p:nvSpPr>
          <p:cNvPr id="9" name="object-487">
            <a:extLst xmlns:a="http://schemas.openxmlformats.org/drawingml/2006/main">
              <a:ext uri="{FF2B5EF4-FFF2-40B4-BE49-F238E27FC236}">
                <a16:creationId xmlns:a16="http://schemas.microsoft.com/office/drawing/2014/main" id="{5C2D0AFB-1DDD-4FB8-93D8-29825F22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同线程拉图后 RenderFrame</a:t>
            </a:r>
          </a:p>
        </p:txBody>
      </p:sp>
      <p:sp>
        <p:nvSpPr>
          <p:cNvPr id="10" name="object-488">
            <a:extLst xmlns:a="http://schemas.openxmlformats.org/drawingml/2006/main">
              <a:ext uri="{FF2B5EF4-FFF2-40B4-BE49-F238E27FC236}">
                <a16:creationId xmlns:a16="http://schemas.microsoft.com/office/drawing/2014/main" id="{7BB1F237-BAB8-450F-A0BA-EADB683D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收拢线程交接</a:t>
            </a:r>
          </a:p>
        </p:txBody>
      </p:sp>
      <p:sp>
        <p:nvSpPr>
          <p:cNvPr id="11" name="line-489">
            <a:extLst xmlns:a="http://schemas.openxmlformats.org/drawingml/2006/main">
              <a:ext uri="{FF2B5EF4-FFF2-40B4-BE49-F238E27FC236}">
                <a16:creationId xmlns:a16="http://schemas.microsoft.com/office/drawing/2014/main" id="{5634F5FC-C7EF-4388-8E61-90444F2B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63275" cy="9525"/>
          </a:xfrm>
          <a:custGeom xmlns:a="http://schemas.openxmlformats.org/drawingml/2006/main">
            <a:pathLst>
              <a:path w="10963275" h="9525">
                <a:moveTo>
                  <a:pt x="0" y="0"/>
                </a:moveTo>
                <a:lnTo>
                  <a:pt x="10963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2" name="object-490">
            <a:extLst xmlns:a="http://schemas.openxmlformats.org/drawingml/2006/main">
              <a:ext uri="{FF2B5EF4-FFF2-40B4-BE49-F238E27FC236}">
                <a16:creationId xmlns:a16="http://schemas.microsoft.com/office/drawing/2014/main" id="{3CEFBFE7-4E2C-4FA2-928F-0F7B269E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PaLockGuard + cork</a:t>
            </a:r>
          </a:p>
        </p:txBody>
      </p:sp>
      <p:sp>
        <p:nvSpPr>
          <p:cNvPr id="13" name="object-491">
            <a:extLst xmlns:a="http://schemas.openxmlformats.org/drawingml/2006/main">
              <a:ext uri="{FF2B5EF4-FFF2-40B4-BE49-F238E27FC236}">
                <a16:creationId xmlns:a16="http://schemas.microsoft.com/office/drawing/2014/main" id="{91369215-9389-4FCD-8EB6-A4AC3582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CAS发布 + 消费侧执行</a:t>
            </a:r>
          </a:p>
        </p:txBody>
      </p:sp>
      <p:sp>
        <p:nvSpPr>
          <p:cNvPr id="14" name="object-492">
            <a:extLst xmlns:a="http://schemas.openxmlformats.org/drawingml/2006/main">
              <a:ext uri="{FF2B5EF4-FFF2-40B4-BE49-F238E27FC236}">
                <a16:creationId xmlns:a16="http://schemas.microsoft.com/office/drawing/2014/main" id="{168B00E0-7196-4D6A-8CD4-4BDA1E41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290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重组控制同步</a:t>
            </a:r>
          </a:p>
        </p:txBody>
      </p:sp>
      <p:sp>
        <p:nvSpPr>
          <p:cNvPr id="15" name="line-493">
            <a:extLst xmlns:a="http://schemas.openxmlformats.org/drawingml/2006/main">
              <a:ext uri="{FF2B5EF4-FFF2-40B4-BE49-F238E27FC236}">
                <a16:creationId xmlns:a16="http://schemas.microsoft.com/office/drawing/2014/main" id="{CE99D452-5E97-4C05-9771-C633E3DC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63275" cy="9525"/>
          </a:xfrm>
          <a:custGeom xmlns:a="http://schemas.openxmlformats.org/drawingml/2006/main">
            <a:pathLst>
              <a:path w="10963275" h="9525">
                <a:moveTo>
                  <a:pt x="0" y="0"/>
                </a:moveTo>
                <a:lnTo>
                  <a:pt x="10963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6" name="object-494">
            <a:extLst xmlns:a="http://schemas.openxmlformats.org/drawingml/2006/main">
              <a:ext uri="{FF2B5EF4-FFF2-40B4-BE49-F238E27FC236}">
                <a16:creationId xmlns:a16="http://schemas.microsoft.com/office/drawing/2014/main" id="{DE796718-40EA-4DBE-8EFF-3CF24600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专用hdi_sink处理路径</a:t>
            </a:r>
          </a:p>
        </p:txBody>
      </p:sp>
      <p:sp>
        <p:nvSpPr>
          <p:cNvPr id="17" name="object-495">
            <a:extLst xmlns:a="http://schemas.openxmlformats.org/drawingml/2006/main">
              <a:ext uri="{FF2B5EF4-FFF2-40B4-BE49-F238E27FC236}">
                <a16:creationId xmlns:a16="http://schemas.microsoft.com/office/drawing/2014/main" id="{70025BFD-667E-42C0-A05F-6D6C4470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148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Node / Cluster 连接职责</a:t>
            </a:r>
          </a:p>
        </p:txBody>
      </p:sp>
      <p:sp>
        <p:nvSpPr>
          <p:cNvPr id="18" name="object-496">
            <a:extLst xmlns:a="http://schemas.openxmlformats.org/drawingml/2006/main">
              <a:ext uri="{FF2B5EF4-FFF2-40B4-BE49-F238E27FC236}">
                <a16:creationId xmlns:a16="http://schemas.microsoft.com/office/drawing/2014/main" id="{D152D084-3C6B-4B1C-B79C-E0DA8847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14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复用转换与处理单元</a:t>
            </a:r>
          </a:p>
        </p:txBody>
      </p:sp>
      <p:sp>
        <p:nvSpPr>
          <p:cNvPr id="19" name="line-497">
            <a:extLst xmlns:a="http://schemas.openxmlformats.org/drawingml/2006/main">
              <a:ext uri="{FF2B5EF4-FFF2-40B4-BE49-F238E27FC236}">
                <a16:creationId xmlns:a16="http://schemas.microsoft.com/office/drawing/2014/main" id="{2CB40DA8-81EB-440E-8346-AAEFC79C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63275" cy="9525"/>
          </a:xfrm>
          <a:custGeom xmlns:a="http://schemas.openxmlformats.org/drawingml/2006/main">
            <a:pathLst>
              <a:path w="10963275" h="9525">
                <a:moveTo>
                  <a:pt x="0" y="0"/>
                </a:moveTo>
                <a:lnTo>
                  <a:pt x="10963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20" name="object-498">
            <a:extLst xmlns:a="http://schemas.openxmlformats.org/drawingml/2006/main">
              <a:ext uri="{FF2B5EF4-FFF2-40B4-BE49-F238E27FC236}">
                <a16:creationId xmlns:a16="http://schemas.microsoft.com/office/drawing/2014/main" id="{DD51F1EE-3039-4C7D-AC33-3F4A5BE0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3476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PA操作回调管理状态</a:t>
            </a:r>
          </a:p>
        </p:txBody>
      </p:sp>
      <p:sp>
        <p:nvSpPr>
          <p:cNvPr id="21" name="object-499">
            <a:extLst xmlns:a="http://schemas.openxmlformats.org/drawingml/2006/main">
              <a:ext uri="{FF2B5EF4-FFF2-40B4-BE49-F238E27FC236}">
                <a16:creationId xmlns:a16="http://schemas.microsoft.com/office/drawing/2014/main" id="{01164613-5954-4485-9099-592979F2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00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内部状态 + Gain完成回调</a:t>
            </a:r>
          </a:p>
        </p:txBody>
      </p:sp>
      <p:sp>
        <p:nvSpPr>
          <p:cNvPr id="22" name="object-500">
            <a:extLst xmlns:a="http://schemas.openxmlformats.org/drawingml/2006/main">
              <a:ext uri="{FF2B5EF4-FFF2-40B4-BE49-F238E27FC236}">
                <a16:creationId xmlns:a16="http://schemas.microsoft.com/office/drawing/2014/main" id="{5FD96BDE-0E96-4D07-9E85-2D8670DF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006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状态与节点生命周期衔接</a:t>
            </a:r>
          </a:p>
        </p:txBody>
      </p:sp>
      <p:sp>
        <p:nvSpPr>
          <p:cNvPr id="23" name="object-501">
            <a:extLst xmlns:a="http://schemas.openxmlformats.org/drawingml/2006/main">
              <a:ext uri="{FF2B5EF4-FFF2-40B4-BE49-F238E27FC236}">
                <a16:creationId xmlns:a16="http://schemas.microsoft.com/office/drawing/2014/main" id="{792AB9A0-F7DD-48D5-9F6D-1942C5DA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团队定性结果：时延降低、性能提升、功耗降低；量化幅度等待同口径产品数据</a:t>
            </a:r>
          </a:p>
        </p:txBody>
      </p:sp>
      <p:sp>
        <p:nvSpPr>
          <p:cNvPr id="24" name="object-502">
            <a:extLst xmlns:a="http://schemas.openxmlformats.org/drawingml/2006/main">
              <a:ext uri="{FF2B5EF4-FFF2-40B4-BE49-F238E27FC236}">
                <a16:creationId xmlns:a16="http://schemas.microsoft.com/office/drawing/2014/main" id="{10D056F1-0A02-45FA-947B-6F2E921D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对照固定版本与具体路径；机制说明不替代产品指标</a:t>
            </a:r>
          </a:p>
        </p:txBody>
      </p:sp>
      <p:sp>
        <p:nvSpPr>
          <p:cNvPr id="25" name="object-503">
            <a:extLst xmlns:a="http://schemas.openxmlformats.org/drawingml/2006/main">
              <a:ext uri="{FF2B5EF4-FFF2-40B4-BE49-F238E27FC236}">
                <a16:creationId xmlns:a16="http://schemas.microsoft.com/office/drawing/2014/main" id="{4960AD7B-DD28-4244-9ECB-6E16B11F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095735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object-504">
            <a:extLst xmlns:a="http://schemas.openxmlformats.org/drawingml/2006/main">
              <a:ext uri="{FF2B5EF4-FFF2-40B4-BE49-F238E27FC236}">
                <a16:creationId xmlns:a16="http://schemas.microsoft.com/office/drawing/2014/main" id="{CD8ABEF0-59A2-407D-9879-886CCBF2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条件与边界</a:t>
            </a:r>
          </a:p>
        </p:txBody>
      </p:sp>
      <p:sp>
        <p:nvSpPr>
          <p:cNvPr id="2" name="object-505">
            <a:extLst xmlns:a="http://schemas.openxmlformats.org/drawingml/2006/main">
              <a:ext uri="{FF2B5EF4-FFF2-40B4-BE49-F238E27FC236}">
                <a16:creationId xmlns:a16="http://schemas.microsoft.com/office/drawing/2014/main" id="{49C9E2D2-105A-449F-8D43-CAAC3084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A1  Buffer 参数怎样避免比错</a:t>
            </a:r>
          </a:p>
        </p:txBody>
      </p:sp>
      <p:sp>
        <p:nvSpPr>
          <p:cNvPr id="3" name="object-506">
            <a:extLst xmlns:a="http://schemas.openxmlformats.org/drawingml/2006/main">
              <a:ext uri="{FF2B5EF4-FFF2-40B4-BE49-F238E27FC236}">
                <a16:creationId xmlns:a16="http://schemas.microsoft.com/office/drawing/2014/main" id="{8B789EDE-AFBF-445E-A336-72E3F091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旧 PA 请求值与新引擎的帧粒度、字节提交块不能直接相减</a:t>
            </a:r>
          </a:p>
        </p:txBody>
      </p:sp>
      <p:sp>
        <p:nvSpPr>
          <p:cNvPr id="4" name="object-507">
            <a:extLst xmlns:a="http://schemas.openxmlformats.org/drawingml/2006/main">
              <a:ext uri="{FF2B5EF4-FFF2-40B4-BE49-F238E27FC236}">
                <a16:creationId xmlns:a16="http://schemas.microsoft.com/office/drawing/2014/main" id="{61749752-73EC-41CE-BDA8-B4819A10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5.1 普通 PA 流：请求的属性</a:t>
            </a:r>
          </a:p>
        </p:txBody>
      </p:sp>
      <p:sp>
        <p:nvSpPr>
          <p:cNvPr id="5" name="object-508">
            <a:extLst xmlns:a="http://schemas.openxmlformats.org/drawingml/2006/main">
              <a:ext uri="{FF2B5EF4-FFF2-40B4-BE49-F238E27FC236}">
                <a16:creationId xmlns:a16="http://schemas.microsoft.com/office/drawing/2014/main" id="{EB6C040E-D5F0-4B3B-A60D-53675179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7172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当前 HPAE：区分三种量</a:t>
            </a:r>
          </a:p>
        </p:txBody>
      </p:sp>
      <p:sp>
        <p:nvSpPr>
          <p:cNvPr id="6" name="line-509">
            <a:extLst xmlns:a="http://schemas.openxmlformats.org/drawingml/2006/main">
              <a:ext uri="{FF2B5EF4-FFF2-40B4-BE49-F238E27FC236}">
                <a16:creationId xmlns:a16="http://schemas.microsoft.com/office/drawing/2014/main" id="{27873FB0-D16F-47C9-81B0-2653DA42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9525" cy="3343275"/>
          </a:xfrm>
          <a:custGeom xmlns:a="http://schemas.openxmlformats.org/drawingml/2006/main">
            <a:pathLst>
              <a:path w="9525" h="3343275">
                <a:moveTo>
                  <a:pt x="0" y="0"/>
                </a:moveTo>
                <a:lnTo>
                  <a:pt x="0" y="3343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7" name="object-510">
            <a:extLst xmlns:a="http://schemas.openxmlformats.org/drawingml/2006/main">
              <a:ext uri="{FF2B5EF4-FFF2-40B4-BE49-F238E27FC236}">
                <a16:creationId xmlns:a16="http://schemas.microsoft.com/office/drawing/2014/main" id="{FA63DCB6-102B-4C45-9486-10D63AC0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prebuf</a:t>
            </a:r>
          </a:p>
        </p:txBody>
      </p:sp>
      <p:sp>
        <p:nvSpPr>
          <p:cNvPr id="8" name="object-511">
            <a:extLst xmlns:a="http://schemas.openxmlformats.org/drawingml/2006/main">
              <a:ext uri="{FF2B5EF4-FFF2-40B4-BE49-F238E27FC236}">
                <a16:creationId xmlns:a16="http://schemas.microsoft.com/office/drawing/2014/main" id="{9C643BFA-FBED-4FAD-B226-82D0F961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527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20ms 对应字节数</a:t>
            </a:r>
          </a:p>
        </p:txBody>
      </p:sp>
      <p:sp>
        <p:nvSpPr>
          <p:cNvPr id="9" name="object-512">
            <a:extLst xmlns:a="http://schemas.openxmlformats.org/drawingml/2006/main">
              <a:ext uri="{FF2B5EF4-FFF2-40B4-BE49-F238E27FC236}">
                <a16:creationId xmlns:a16="http://schemas.microsoft.com/office/drawing/2014/main" id="{2B0EDD28-D43B-4CD5-B854-EE048373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minreq</a:t>
            </a:r>
          </a:p>
        </p:txBody>
      </p:sp>
      <p:sp>
        <p:nvSpPr>
          <p:cNvPr id="10" name="object-513">
            <a:extLst xmlns:a="http://schemas.openxmlformats.org/drawingml/2006/main">
              <a:ext uri="{FF2B5EF4-FFF2-40B4-BE49-F238E27FC236}">
                <a16:creationId xmlns:a16="http://schemas.microsoft.com/office/drawing/2014/main" id="{9C58D386-12EB-4E67-8F87-6C4EF873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9572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20ms 对应字节数</a:t>
            </a:r>
          </a:p>
        </p:txBody>
      </p:sp>
      <p:sp>
        <p:nvSpPr>
          <p:cNvPr id="11" name="object-514">
            <a:extLst xmlns:a="http://schemas.openxmlformats.org/drawingml/2006/main">
              <a:ext uri="{FF2B5EF4-FFF2-40B4-BE49-F238E27FC236}">
                <a16:creationId xmlns:a16="http://schemas.microsoft.com/office/drawing/2014/main" id="{BC04E392-F699-4990-A381-41AFB623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tlength / maxlength</a:t>
            </a:r>
          </a:p>
        </p:txBody>
      </p:sp>
      <p:sp>
        <p:nvSpPr>
          <p:cNvPr id="12" name="object-515">
            <a:extLst xmlns:a="http://schemas.openxmlformats.org/drawingml/2006/main">
              <a:ext uri="{FF2B5EF4-FFF2-40B4-BE49-F238E27FC236}">
                <a16:creationId xmlns:a16="http://schemas.microsoft.com/office/drawing/2014/main" id="{C879EB8E-6472-47AC-BA57-62CBEFDB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38675"/>
            <a:ext cx="2714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80ms 对应字节数</a:t>
            </a:r>
          </a:p>
        </p:txBody>
      </p:sp>
      <p:sp>
        <p:nvSpPr>
          <p:cNvPr id="13" name="object-516">
            <a:extLst xmlns:a="http://schemas.openxmlformats.org/drawingml/2006/main">
              <a:ext uri="{FF2B5EF4-FFF2-40B4-BE49-F238E27FC236}">
                <a16:creationId xmlns:a16="http://schemas.microsoft.com/office/drawing/2014/main" id="{3181D8DC-B223-43B9-A801-6AF60904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527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frameLen / span</a:t>
            </a:r>
          </a:p>
        </p:txBody>
      </p:sp>
      <p:sp>
        <p:nvSpPr>
          <p:cNvPr id="14" name="object-517">
            <a:extLst xmlns:a="http://schemas.openxmlformats.org/drawingml/2006/main">
              <a:ext uri="{FF2B5EF4-FFF2-40B4-BE49-F238E27FC236}">
                <a16:creationId xmlns:a16="http://schemas.microsoft.com/office/drawing/2014/main" id="{7CAD61C6-C0FD-47BA-B3A3-86992953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5277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以帧为单位的处理粒度</a:t>
            </a:r>
          </a:p>
        </p:txBody>
      </p:sp>
      <p:sp>
        <p:nvSpPr>
          <p:cNvPr id="15" name="object-518">
            <a:extLst xmlns:a="http://schemas.openxmlformats.org/drawingml/2006/main">
              <a:ext uri="{FF2B5EF4-FFF2-40B4-BE49-F238E27FC236}">
                <a16:creationId xmlns:a16="http://schemas.microsoft.com/office/drawing/2014/main" id="{06FE89D3-56FE-4BFD-9BBF-1873F2F2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957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renderSize_</a:t>
            </a:r>
          </a:p>
        </p:txBody>
      </p:sp>
      <p:sp>
        <p:nvSpPr>
          <p:cNvPr id="16" name="object-519">
            <a:extLst xmlns:a="http://schemas.openxmlformats.org/drawingml/2006/main">
              <a:ext uri="{FF2B5EF4-FFF2-40B4-BE49-F238E27FC236}">
                <a16:creationId xmlns:a16="http://schemas.microsoft.com/office/drawing/2014/main" id="{3BCF1965-0849-4D8F-8A9E-14085FCD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9572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设备提交块的字节数</a:t>
            </a:r>
          </a:p>
        </p:txBody>
      </p:sp>
      <p:sp>
        <p:nvSpPr>
          <p:cNvPr id="17" name="object-520">
            <a:extLst xmlns:a="http://schemas.openxmlformats.org/drawingml/2006/main">
              <a:ext uri="{FF2B5EF4-FFF2-40B4-BE49-F238E27FC236}">
                <a16:creationId xmlns:a16="http://schemas.microsoft.com/office/drawing/2014/main" id="{11231F78-8C2D-4922-91BF-6FD657E6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386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实际库存</a:t>
            </a:r>
          </a:p>
        </p:txBody>
      </p:sp>
      <p:sp>
        <p:nvSpPr>
          <p:cNvPr id="18" name="object-521">
            <a:extLst xmlns:a="http://schemas.openxmlformats.org/drawingml/2006/main">
              <a:ext uri="{FF2B5EF4-FFF2-40B4-BE49-F238E27FC236}">
                <a16:creationId xmlns:a16="http://schemas.microsoft.com/office/drawing/2014/main" id="{A03C6289-1895-4A7D-A73D-9754D216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38675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运行时排队数据量</a:t>
            </a:r>
          </a:p>
        </p:txBody>
      </p:sp>
      <p:sp>
        <p:nvSpPr>
          <p:cNvPr id="19" name="object-522">
            <a:extLst xmlns:a="http://schemas.openxmlformats.org/drawingml/2006/main">
              <a:ext uri="{FF2B5EF4-FFF2-40B4-BE49-F238E27FC236}">
                <a16:creationId xmlns:a16="http://schemas.microsoft.com/office/drawing/2014/main" id="{8109B926-730C-471E-8873-F93964A1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属性请求、处理粒度、实际库存、端到端时延，是不同的测量对象</a:t>
            </a:r>
          </a:p>
        </p:txBody>
      </p:sp>
      <p:sp>
        <p:nvSpPr>
          <p:cNvPr id="20" name="object-523">
            <a:extLst xmlns:a="http://schemas.openxmlformats.org/drawingml/2006/main">
              <a:ext uri="{FF2B5EF4-FFF2-40B4-BE49-F238E27FC236}">
                <a16:creationId xmlns:a16="http://schemas.microsoft.com/office/drawing/2014/main" id="{637FA2A7-B368-4DEA-BCF9-2A572461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5.1普通流请求值；DUP/DUAL配置另有分支</a:t>
            </a:r>
          </a:p>
        </p:txBody>
      </p:sp>
      <p:sp>
        <p:nvSpPr>
          <p:cNvPr id="21" name="object-524">
            <a:extLst xmlns:a="http://schemas.openxmlformats.org/drawingml/2006/main">
              <a:ext uri="{FF2B5EF4-FFF2-40B4-BE49-F238E27FC236}">
                <a16:creationId xmlns:a16="http://schemas.microsoft.com/office/drawing/2014/main" id="{C07E65D0-1359-4D6D-A65E-5B3158FF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</p:spTree>
    <p:extLst>
      <p:ext uri="{BB962C8B-B14F-4D97-AF65-F5344CB8AC3E}">
        <p14:creationId xmlns:p14="http://schemas.microsoft.com/office/powerpoint/2010/main" val="5377485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object-525">
            <a:extLst xmlns:a="http://schemas.openxmlformats.org/drawingml/2006/main">
              <a:ext uri="{FF2B5EF4-FFF2-40B4-BE49-F238E27FC236}">
                <a16:creationId xmlns:a16="http://schemas.microsoft.com/office/drawing/2014/main" id="{915624D0-3452-4D74-A4DC-B3C6C375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条件与边界</a:t>
            </a:r>
          </a:p>
        </p:txBody>
      </p:sp>
      <p:sp>
        <p:nvSpPr>
          <p:cNvPr id="2" name="object-526">
            <a:extLst xmlns:a="http://schemas.openxmlformats.org/drawingml/2006/main">
              <a:ext uri="{FF2B5EF4-FFF2-40B4-BE49-F238E27FC236}">
                <a16:creationId xmlns:a16="http://schemas.microsoft.com/office/drawing/2014/main" id="{0FF0321A-8760-483E-8BEA-DF7A7F5E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A2  队列容量与耗尽路径</a:t>
            </a:r>
          </a:p>
        </p:txBody>
      </p:sp>
      <p:sp>
        <p:nvSpPr>
          <p:cNvPr id="3" name="object-527">
            <a:extLst xmlns:a="http://schemas.openxmlformats.org/drawingml/2006/main">
              <a:ext uri="{FF2B5EF4-FFF2-40B4-BE49-F238E27FC236}">
                <a16:creationId xmlns:a16="http://schemas.microsoft.com/office/drawing/2014/main" id="{F7CB5D77-1D23-45E6-A973-4DC28B28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常规原子操作之外，扩容和容量耗尽必须纳入设计</a:t>
            </a:r>
          </a:p>
        </p:txBody>
      </p:sp>
      <p:sp>
        <p:nvSpPr>
          <p:cNvPr id="4" name="object-528">
            <a:extLst xmlns:a="http://schemas.openxmlformats.org/drawingml/2006/main">
              <a:ext uri="{FF2B5EF4-FFF2-40B4-BE49-F238E27FC236}">
                <a16:creationId xmlns:a16="http://schemas.microsoft.com/office/drawing/2014/main" id="{506CDD6C-8473-4DC5-BFF9-C6D1F02F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524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bject-529">
            <a:extLst xmlns:a="http://schemas.openxmlformats.org/drawingml/2006/main">
              <a:ext uri="{FF2B5EF4-FFF2-40B4-BE49-F238E27FC236}">
                <a16:creationId xmlns:a16="http://schemas.microsoft.com/office/drawing/2014/main" id="{F8256BCF-CFFC-443A-9673-C1E78D77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22955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初始 1000 节点</a:t>
            </a:r>
          </a:p>
        </p:txBody>
      </p:sp>
      <p:sp>
        <p:nvSpPr>
          <p:cNvPr id="6" name="object-530">
            <a:extLst xmlns:a="http://schemas.openxmlformats.org/drawingml/2006/main">
              <a:ext uri="{FF2B5EF4-FFF2-40B4-BE49-F238E27FC236}">
                <a16:creationId xmlns:a16="http://schemas.microsoft.com/office/drawing/2014/main" id="{8193E7AD-2387-4731-B8B6-B0A0797D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62250"/>
            <a:ext cx="3143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bject-531">
            <a:extLst xmlns:a="http://schemas.openxmlformats.org/drawingml/2006/main">
              <a:ext uri="{FF2B5EF4-FFF2-40B4-BE49-F238E27FC236}">
                <a16:creationId xmlns:a16="http://schemas.microsoft.com/office/drawing/2014/main" id="{B6117F89-6E99-4045-A94A-5EA7072B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819400"/>
            <a:ext cx="2914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使用量 ≥ 容量 × 90%</a:t>
            </a:r>
          </a:p>
        </p:txBody>
      </p:sp>
      <p:sp>
        <p:nvSpPr>
          <p:cNvPr id="8" name="object-532">
            <a:extLst xmlns:a="http://schemas.openxmlformats.org/drawingml/2006/main">
              <a:ext uri="{FF2B5EF4-FFF2-40B4-BE49-F238E27FC236}">
                <a16:creationId xmlns:a16="http://schemas.microsoft.com/office/drawing/2014/main" id="{1FA8B126-3A09-4CAC-ADE0-219EA886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762250"/>
            <a:ext cx="30289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bject-533">
            <a:extLst xmlns:a="http://schemas.openxmlformats.org/drawingml/2006/main">
              <a:ext uri="{FF2B5EF4-FFF2-40B4-BE49-F238E27FC236}">
                <a16:creationId xmlns:a16="http://schemas.microsoft.com/office/drawing/2014/main" id="{03A90BB5-D51E-45A4-9DF9-196B2CDD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19400"/>
            <a:ext cx="2800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尝试扩容 +1000</a:t>
            </a:r>
          </a:p>
        </p:txBody>
      </p:sp>
      <p:sp>
        <p:nvSpPr>
          <p:cNvPr id="10" name="line-534">
            <a:extLst xmlns:a="http://schemas.openxmlformats.org/drawingml/2006/main">
              <a:ext uri="{FF2B5EF4-FFF2-40B4-BE49-F238E27FC236}">
                <a16:creationId xmlns:a16="http://schemas.microsoft.com/office/drawing/2014/main" id="{BBA341D4-C0AB-4633-B8E0-2422751B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67050"/>
            <a:ext cx="1104900" cy="9525"/>
          </a:xfrm>
          <a:custGeom xmlns:a="http://schemas.openxmlformats.org/drawingml/2006/main">
            <a:pathLst>
              <a:path w="1104900" h="9525">
                <a:moveTo>
                  <a:pt x="0" y="0"/>
                </a:moveTo>
                <a:lnTo>
                  <a:pt x="1104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1" name="line-535">
            <a:extLst xmlns:a="http://schemas.openxmlformats.org/drawingml/2006/main">
              <a:ext uri="{FF2B5EF4-FFF2-40B4-BE49-F238E27FC236}">
                <a16:creationId xmlns:a16="http://schemas.microsoft.com/office/drawing/2014/main" id="{D5E82D26-1141-4BD1-8E27-CBA58C70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857" y="306705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2" name="line-536">
            <a:extLst xmlns:a="http://schemas.openxmlformats.org/drawingml/2006/main">
              <a:ext uri="{FF2B5EF4-FFF2-40B4-BE49-F238E27FC236}">
                <a16:creationId xmlns:a16="http://schemas.microsoft.com/office/drawing/2014/main" id="{E175E009-EA4F-452B-94B9-F5E26B59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857" y="302562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3" name="line-537">
            <a:extLst xmlns:a="http://schemas.openxmlformats.org/drawingml/2006/main">
              <a:ext uri="{FF2B5EF4-FFF2-40B4-BE49-F238E27FC236}">
                <a16:creationId xmlns:a16="http://schemas.microsoft.com/office/drawing/2014/main" id="{045FDDED-210D-49A4-BD27-847997C6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67050"/>
            <a:ext cx="1162050" cy="9525"/>
          </a:xfrm>
          <a:custGeom xmlns:a="http://schemas.openxmlformats.org/drawingml/2006/main">
            <a:pathLst>
              <a:path w="1162050" h="9525">
                <a:moveTo>
                  <a:pt x="0" y="0"/>
                </a:moveTo>
                <a:lnTo>
                  <a:pt x="116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4" name="line-538">
            <a:extLst xmlns:a="http://schemas.openxmlformats.org/drawingml/2006/main">
              <a:ext uri="{FF2B5EF4-FFF2-40B4-BE49-F238E27FC236}">
                <a16:creationId xmlns:a16="http://schemas.microsoft.com/office/drawing/2014/main" id="{9C26989F-C381-4D7C-900C-E6BE3DB0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57" y="306705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5" name="line-539">
            <a:extLst xmlns:a="http://schemas.openxmlformats.org/drawingml/2006/main">
              <a:ext uri="{FF2B5EF4-FFF2-40B4-BE49-F238E27FC236}">
                <a16:creationId xmlns:a16="http://schemas.microsoft.com/office/drawing/2014/main" id="{0E55F5E7-5355-42E2-A702-E46BB165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157" y="302562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6" name="object-540">
            <a:extLst xmlns:a="http://schemas.openxmlformats.org/drawingml/2006/main">
              <a:ext uri="{FF2B5EF4-FFF2-40B4-BE49-F238E27FC236}">
                <a16:creationId xmlns:a16="http://schemas.microsoft.com/office/drawing/2014/main" id="{9AD385D8-3BE0-4612-9298-AF30DD1D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57575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expandMutex_ 锁内分配</a:t>
            </a:r>
          </a:p>
          <a:p xmlns:a="http://schemas.openxmlformats.org/drawingml/2006/main">
            <a:pPr algn="l">
              <a:def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容量最多 5000 节点</a:t>
            </a:r>
          </a:p>
        </p:txBody>
      </p:sp>
      <p:sp>
        <p:nvSpPr>
          <p:cNvPr id="17" name="object-541">
            <a:extLst xmlns:a="http://schemas.openxmlformats.org/drawingml/2006/main">
              <a:ext uri="{FF2B5EF4-FFF2-40B4-BE49-F238E27FC236}">
                <a16:creationId xmlns:a16="http://schemas.microsoft.com/office/drawing/2014/main" id="{E3B521D7-C1BC-4FD6-B0B1-FE00AB4F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没有空闲节点：强制尝试扩容</a:t>
            </a:r>
          </a:p>
        </p:txBody>
      </p:sp>
      <p:sp>
        <p:nvSpPr>
          <p:cNvPr id="18" name="line-542">
            <a:extLst xmlns:a="http://schemas.openxmlformats.org/drawingml/2006/main">
              <a:ext uri="{FF2B5EF4-FFF2-40B4-BE49-F238E27FC236}">
                <a16:creationId xmlns:a16="http://schemas.microsoft.com/office/drawing/2014/main" id="{6CFB35BA-36F8-48BB-A982-E6D69214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2381250" cy="9525"/>
          </a:xfrm>
          <a:custGeom xmlns:a="http://schemas.openxmlformats.org/drawingml/2006/main"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19" name="line-543">
            <a:extLst xmlns:a="http://schemas.openxmlformats.org/drawingml/2006/main">
              <a:ext uri="{FF2B5EF4-FFF2-40B4-BE49-F238E27FC236}">
                <a16:creationId xmlns:a16="http://schemas.microsoft.com/office/drawing/2014/main" id="{F3DA92C4-ACD4-40E6-BEDA-B2FC4AC1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32" y="44577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20" name="line-544">
            <a:extLst xmlns:a="http://schemas.openxmlformats.org/drawingml/2006/main">
              <a:ext uri="{FF2B5EF4-FFF2-40B4-BE49-F238E27FC236}">
                <a16:creationId xmlns:a16="http://schemas.microsoft.com/office/drawing/2014/main" id="{D7DEA02C-5378-4A7A-BB95-81BDB2AE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32" y="44162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21" name="object-545">
            <a:extLst xmlns:a="http://schemas.openxmlformats.org/drawingml/2006/main">
              <a:ext uri="{FF2B5EF4-FFF2-40B4-BE49-F238E27FC236}">
                <a16:creationId xmlns:a16="http://schemas.microsoft.com/office/drawing/2014/main" id="{FF6396EE-4DD3-4924-BAEB-443999AF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200525"/>
            <a:ext cx="3028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bject-546">
            <a:extLst xmlns:a="http://schemas.openxmlformats.org/drawingml/2006/main">
              <a:ext uri="{FF2B5EF4-FFF2-40B4-BE49-F238E27FC236}">
                <a16:creationId xmlns:a16="http://schemas.microsoft.com/office/drawing/2014/main" id="{0A6F2AE2-D33F-4FC7-BA6F-DCED1729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257675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扩容后仍取不到空节点</a:t>
            </a:r>
          </a:p>
        </p:txBody>
      </p:sp>
      <p:sp>
        <p:nvSpPr>
          <p:cNvPr id="23" name="object-547">
            <a:extLst xmlns:a="http://schemas.openxmlformats.org/drawingml/2006/main">
              <a:ext uri="{FF2B5EF4-FFF2-40B4-BE49-F238E27FC236}">
                <a16:creationId xmlns:a16="http://schemas.microsoft.com/office/drawing/2014/main" id="{9825268B-524D-401E-BDD1-648517BA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095875"/>
            <a:ext cx="30289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报告队列异常</a:t>
            </a:r>
          </a:p>
          <a:p xmlns:a="http://schemas.openxmlformats.org/drawingml/2006/main">
            <a:pPr algn="l">
              <a:defRPr sz="18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丢弃本次 request</a:t>
            </a:r>
          </a:p>
        </p:txBody>
      </p:sp>
      <p:sp>
        <p:nvSpPr>
          <p:cNvPr id="24" name="object-548">
            <a:extLst xmlns:a="http://schemas.openxmlformats.org/drawingml/2006/main">
              <a:ext uri="{FF2B5EF4-FFF2-40B4-BE49-F238E27FC236}">
                <a16:creationId xmlns:a16="http://schemas.microsoft.com/office/drawing/2014/main" id="{5203FFAF-2C6E-4F2A-BEBB-8F549F4F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已有空闲节点的常规路径用原子操作</a:t>
            </a:r>
          </a:p>
          <a:p xmlns:a="http://schemas.openxmlformats.org/drawingml/2006/main">
            <a:pPr algn="l">
              <a:def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TryExpandQueue 内仍有锁、分配与二次条件检查</a:t>
            </a:r>
          </a:p>
        </p:txBody>
      </p:sp>
      <p:sp>
        <p:nvSpPr>
          <p:cNvPr id="25" name="object-549">
            <a:extLst xmlns:a="http://schemas.openxmlformats.org/drawingml/2006/main">
              <a:ext uri="{FF2B5EF4-FFF2-40B4-BE49-F238E27FC236}">
                <a16:creationId xmlns:a16="http://schemas.microsoft.com/office/drawing/2014/main" id="{C32BC3DA-C2F8-489B-B636-18FB93CB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容量单位为请求节点；90%触发尝试，非无条件扩容</a:t>
            </a:r>
          </a:p>
        </p:txBody>
      </p:sp>
      <p:sp>
        <p:nvSpPr>
          <p:cNvPr id="26" name="object-550">
            <a:extLst xmlns:a="http://schemas.openxmlformats.org/drawingml/2006/main">
              <a:ext uri="{FF2B5EF4-FFF2-40B4-BE49-F238E27FC236}">
                <a16:creationId xmlns:a16="http://schemas.microsoft.com/office/drawing/2014/main" id="{EFEFEC07-D23F-40E5-A15D-FBE52328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</p:spTree>
    <p:extLst>
      <p:ext uri="{BB962C8B-B14F-4D97-AF65-F5344CB8AC3E}">
        <p14:creationId xmlns:p14="http://schemas.microsoft.com/office/powerpoint/2010/main" val="18814240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object-551">
            <a:extLst xmlns:a="http://schemas.openxmlformats.org/drawingml/2006/main">
              <a:ext uri="{FF2B5EF4-FFF2-40B4-BE49-F238E27FC236}">
                <a16:creationId xmlns:a16="http://schemas.microsoft.com/office/drawing/2014/main" id="{ECFDE26B-20DD-4FEF-BB60-C5A08D65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条件与边界</a:t>
            </a:r>
          </a:p>
        </p:txBody>
      </p:sp>
      <p:sp>
        <p:nvSpPr>
          <p:cNvPr id="2" name="object-552">
            <a:extLst xmlns:a="http://schemas.openxmlformats.org/drawingml/2006/main">
              <a:ext uri="{FF2B5EF4-FFF2-40B4-BE49-F238E27FC236}">
                <a16:creationId xmlns:a16="http://schemas.microsoft.com/office/drawing/2014/main" id="{565CFD9F-338A-4D0E-A775-9D00D2BC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A3  一次 Pull：有结果就取，空队列才计算</a:t>
            </a:r>
          </a:p>
        </p:txBody>
      </p:sp>
      <p:sp>
        <p:nvSpPr>
          <p:cNvPr id="3" name="object-553">
            <a:extLst xmlns:a="http://schemas.openxmlformats.org/drawingml/2006/main">
              <a:ext uri="{FF2B5EF4-FFF2-40B4-BE49-F238E27FC236}">
                <a16:creationId xmlns:a16="http://schemas.microsoft.com/office/drawing/2014/main" id="{559E3C97-7050-438B-A29B-4BED6FCA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OutputPort 的队列条件决定是否触发前驱节点处理</a:t>
            </a:r>
          </a:p>
        </p:txBody>
      </p:sp>
      <p:sp>
        <p:nvSpPr>
          <p:cNvPr id="4" name="object-554">
            <a:extLst xmlns:a="http://schemas.openxmlformats.org/drawingml/2006/main">
              <a:ext uri="{FF2B5EF4-FFF2-40B4-BE49-F238E27FC236}">
                <a16:creationId xmlns:a16="http://schemas.microsoft.com/office/drawing/2014/main" id="{06C5C1DA-6E54-48C8-92A7-FFE6C901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下游 InputPort</a:t>
            </a:r>
          </a:p>
        </p:txBody>
      </p:sp>
      <p:sp>
        <p:nvSpPr>
          <p:cNvPr id="5" name="line-555">
            <a:extLst xmlns:a="http://schemas.openxmlformats.org/drawingml/2006/main">
              <a:ext uri="{FF2B5EF4-FFF2-40B4-BE49-F238E27FC236}">
                <a16:creationId xmlns:a16="http://schemas.microsoft.com/office/drawing/2014/main" id="{C4B8C0C5-CD8C-48A4-890F-7B19AA67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57500"/>
            <a:ext cx="9525" cy="2857500"/>
          </a:xfrm>
          <a:custGeom xmlns:a="http://schemas.openxmlformats.org/drawingml/2006/main">
            <a:pathLst>
              <a:path w="9525" h="2857500">
                <a:moveTo>
                  <a:pt x="0" y="0"/>
                </a:moveTo>
                <a:lnTo>
                  <a:pt x="0" y="2857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6" name="object-556">
            <a:extLst xmlns:a="http://schemas.openxmlformats.org/drawingml/2006/main">
              <a:ext uri="{FF2B5EF4-FFF2-40B4-BE49-F238E27FC236}">
                <a16:creationId xmlns:a16="http://schemas.microsoft.com/office/drawing/2014/main" id="{BF49B5CE-66F9-4EE2-BB48-DC1D2F8B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33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前驱 OutputPort</a:t>
            </a:r>
          </a:p>
        </p:txBody>
      </p:sp>
      <p:sp>
        <p:nvSpPr>
          <p:cNvPr id="7" name="line-557">
            <a:extLst xmlns:a="http://schemas.openxmlformats.org/drawingml/2006/main">
              <a:ext uri="{FF2B5EF4-FFF2-40B4-BE49-F238E27FC236}">
                <a16:creationId xmlns:a16="http://schemas.microsoft.com/office/drawing/2014/main" id="{6F804A59-CC53-4DF9-A572-1D52A7FD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9525" cy="2857500"/>
          </a:xfrm>
          <a:custGeom xmlns:a="http://schemas.openxmlformats.org/drawingml/2006/main">
            <a:pathLst>
              <a:path w="9525" h="2857500">
                <a:moveTo>
                  <a:pt x="0" y="0"/>
                </a:moveTo>
                <a:lnTo>
                  <a:pt x="0" y="2857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8" name="object-558">
            <a:extLst xmlns:a="http://schemas.openxmlformats.org/drawingml/2006/main">
              <a:ext uri="{FF2B5EF4-FFF2-40B4-BE49-F238E27FC236}">
                <a16:creationId xmlns:a16="http://schemas.microsoft.com/office/drawing/2014/main" id="{D0292DBA-B8C8-4C57-98F8-BF9A313A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前驱 Node</a:t>
            </a:r>
          </a:p>
        </p:txBody>
      </p:sp>
      <p:sp>
        <p:nvSpPr>
          <p:cNvPr id="9" name="line-559">
            <a:extLst xmlns:a="http://schemas.openxmlformats.org/drawingml/2006/main">
              <a:ext uri="{FF2B5EF4-FFF2-40B4-BE49-F238E27FC236}">
                <a16:creationId xmlns:a16="http://schemas.microsoft.com/office/drawing/2014/main" id="{1F6AE226-DD2B-4BF2-B58E-E676440C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0"/>
            <a:ext cx="9525" cy="2857500"/>
          </a:xfrm>
          <a:custGeom xmlns:a="http://schemas.openxmlformats.org/drawingml/2006/main">
            <a:pathLst>
              <a:path w="9525" h="2857500">
                <a:moveTo>
                  <a:pt x="0" y="0"/>
                </a:moveTo>
                <a:lnTo>
                  <a:pt x="0" y="2857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0" name="line-560">
            <a:extLst xmlns:a="http://schemas.openxmlformats.org/drawingml/2006/main">
              <a:ext uri="{FF2B5EF4-FFF2-40B4-BE49-F238E27FC236}">
                <a16:creationId xmlns:a16="http://schemas.microsoft.com/office/drawing/2014/main" id="{499BBD9B-FEAA-4497-9C43-89302539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33725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1" name="line-561">
            <a:extLst xmlns:a="http://schemas.openxmlformats.org/drawingml/2006/main">
              <a:ext uri="{FF2B5EF4-FFF2-40B4-BE49-F238E27FC236}">
                <a16:creationId xmlns:a16="http://schemas.microsoft.com/office/drawing/2014/main" id="{35B86B80-8CC3-48B8-83EA-D47D80AF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32" y="313372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2" name="line-562">
            <a:extLst xmlns:a="http://schemas.openxmlformats.org/drawingml/2006/main">
              <a:ext uri="{FF2B5EF4-FFF2-40B4-BE49-F238E27FC236}">
                <a16:creationId xmlns:a16="http://schemas.microsoft.com/office/drawing/2014/main" id="{8971BE66-339A-471E-A604-DA508414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32" y="309229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3" name="object-563">
            <a:extLst xmlns:a="http://schemas.openxmlformats.org/drawingml/2006/main">
              <a:ext uri="{FF2B5EF4-FFF2-40B4-BE49-F238E27FC236}">
                <a16:creationId xmlns:a16="http://schemas.microsoft.com/office/drawing/2014/main" id="{A1F0FA7C-FCF2-4A24-8FE9-5D568947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ReadPreOutputData → PullOutputData</a:t>
            </a:r>
          </a:p>
        </p:txBody>
      </p:sp>
      <p:sp>
        <p:nvSpPr>
          <p:cNvPr id="14" name="object-564">
            <a:extLst xmlns:a="http://schemas.openxmlformats.org/drawingml/2006/main">
              <a:ext uri="{FF2B5EF4-FFF2-40B4-BE49-F238E27FC236}">
                <a16:creationId xmlns:a16="http://schemas.microsoft.com/office/drawing/2014/main" id="{5C937E6C-FD6C-41BB-AFCD-DE1E262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1472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if outputData_.empty()</a:t>
            </a:r>
          </a:p>
        </p:txBody>
      </p:sp>
      <p:sp>
        <p:nvSpPr>
          <p:cNvPr id="15" name="line-565">
            <a:extLst xmlns:a="http://schemas.openxmlformats.org/drawingml/2006/main">
              <a:ext uri="{FF2B5EF4-FFF2-40B4-BE49-F238E27FC236}">
                <a16:creationId xmlns:a16="http://schemas.microsoft.com/office/drawing/2014/main" id="{627494C4-6D62-41C6-A9F3-1594D5DF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16" name="line-566">
            <a:extLst xmlns:a="http://schemas.openxmlformats.org/drawingml/2006/main">
              <a:ext uri="{FF2B5EF4-FFF2-40B4-BE49-F238E27FC236}">
                <a16:creationId xmlns:a16="http://schemas.microsoft.com/office/drawing/2014/main" id="{05E7A9E2-07B6-4505-BD47-E8E03F64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32" y="408622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17" name="line-567">
            <a:extLst xmlns:a="http://schemas.openxmlformats.org/drawingml/2006/main">
              <a:ext uri="{FF2B5EF4-FFF2-40B4-BE49-F238E27FC236}">
                <a16:creationId xmlns:a16="http://schemas.microsoft.com/office/drawing/2014/main" id="{9C3C0A7C-C301-4613-AE0F-54C707A0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32" y="404479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18" name="object-568">
            <a:extLst xmlns:a="http://schemas.openxmlformats.org/drawingml/2006/main">
              <a:ext uri="{FF2B5EF4-FFF2-40B4-BE49-F238E27FC236}">
                <a16:creationId xmlns:a16="http://schemas.microsoft.com/office/drawing/2014/main" id="{633EF3F3-CA82-4FAE-B7BA-1FB64F0A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7190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为空才调用 DoProcess()</a:t>
            </a:r>
          </a:p>
        </p:txBody>
      </p:sp>
      <p:sp>
        <p:nvSpPr>
          <p:cNvPr id="19" name="line-569">
            <a:extLst xmlns:a="http://schemas.openxmlformats.org/drawingml/2006/main">
              <a:ext uri="{FF2B5EF4-FFF2-40B4-BE49-F238E27FC236}">
                <a16:creationId xmlns:a16="http://schemas.microsoft.com/office/drawing/2014/main" id="{FEA88121-1672-4B09-AC19-AC8A2C58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95825"/>
            <a:ext cx="4000500" cy="9525"/>
          </a:xfrm>
          <a:custGeom xmlns:a="http://schemas.openxmlformats.org/drawingml/2006/main">
            <a:pathLst>
              <a:path w="4000500" h="9525">
                <a:moveTo>
                  <a:pt x="4000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0" name="line-570">
            <a:extLst xmlns:a="http://schemas.openxmlformats.org/drawingml/2006/main">
              <a:ext uri="{FF2B5EF4-FFF2-40B4-BE49-F238E27FC236}">
                <a16:creationId xmlns:a16="http://schemas.microsoft.com/office/drawing/2014/main" id="{33335B84-9D83-4937-94FE-F6225F16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54395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0"/>
                </a:moveTo>
                <a:lnTo>
                  <a:pt x="0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1" name="line-571">
            <a:extLst xmlns:a="http://schemas.openxmlformats.org/drawingml/2006/main">
              <a:ext uri="{FF2B5EF4-FFF2-40B4-BE49-F238E27FC236}">
                <a16:creationId xmlns:a16="http://schemas.microsoft.com/office/drawing/2014/main" id="{EF004F93-E933-4B6F-9904-88328C83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95825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41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2" name="object-572">
            <a:extLst xmlns:a="http://schemas.openxmlformats.org/drawingml/2006/main">
              <a:ext uri="{FF2B5EF4-FFF2-40B4-BE49-F238E27FC236}">
                <a16:creationId xmlns:a16="http://schemas.microsoft.com/office/drawing/2014/main" id="{19E879F0-F86F-432B-93E2-7AC7A4D6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结果写入输出队列</a:t>
            </a:r>
          </a:p>
        </p:txBody>
      </p:sp>
      <p:sp>
        <p:nvSpPr>
          <p:cNvPr id="23" name="line-573">
            <a:extLst xmlns:a="http://schemas.openxmlformats.org/drawingml/2006/main">
              <a:ext uri="{FF2B5EF4-FFF2-40B4-BE49-F238E27FC236}">
                <a16:creationId xmlns:a16="http://schemas.microsoft.com/office/drawing/2014/main" id="{8E81E540-984B-4CF6-9DBE-0127FA6E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67325"/>
            <a:ext cx="4000500" cy="9525"/>
          </a:xfrm>
          <a:custGeom xmlns:a="http://schemas.openxmlformats.org/drawingml/2006/main">
            <a:pathLst>
              <a:path w="4000500" h="9525">
                <a:moveTo>
                  <a:pt x="4000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4" name="line-574">
            <a:extLst xmlns:a="http://schemas.openxmlformats.org/drawingml/2006/main">
              <a:ext uri="{FF2B5EF4-FFF2-40B4-BE49-F238E27FC236}">
                <a16:creationId xmlns:a16="http://schemas.microsoft.com/office/drawing/2014/main" id="{2CF39C01-0993-4A93-8CAE-4483848F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25895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0"/>
                </a:moveTo>
                <a:lnTo>
                  <a:pt x="0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5" name="line-575">
            <a:extLst xmlns:a="http://schemas.openxmlformats.org/drawingml/2006/main">
              <a:ext uri="{FF2B5EF4-FFF2-40B4-BE49-F238E27FC236}">
                <a16:creationId xmlns:a16="http://schemas.microsoft.com/office/drawing/2014/main" id="{D199FA05-A0B1-48CF-A8CC-A4045C66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67325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41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6" name="object-576">
            <a:extLst xmlns:a="http://schemas.openxmlformats.org/drawingml/2006/main">
              <a:ext uri="{FF2B5EF4-FFF2-40B4-BE49-F238E27FC236}">
                <a16:creationId xmlns:a16="http://schemas.microsoft.com/office/drawing/2014/main" id="{A797BFA8-3DCD-4770-9B2F-35C88C3D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取 back() 并 pop_back()</a:t>
            </a:r>
          </a:p>
        </p:txBody>
      </p:sp>
      <p:sp>
        <p:nvSpPr>
          <p:cNvPr id="27" name="object-577">
            <a:extLst xmlns:a="http://schemas.openxmlformats.org/drawingml/2006/main">
              <a:ext uri="{FF2B5EF4-FFF2-40B4-BE49-F238E27FC236}">
                <a16:creationId xmlns:a16="http://schemas.microsoft.com/office/drawing/2014/main" id="{2F437AFF-8535-48D5-B10B-53915719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队列已有结果时跳过 DoProcess；仍为空返回 nullptr，InputPort 只收集非空结果</a:t>
            </a:r>
          </a:p>
        </p:txBody>
      </p:sp>
      <p:sp>
        <p:nvSpPr>
          <p:cNvPr id="28" name="object-578">
            <a:extLst xmlns:a="http://schemas.openxmlformats.org/drawingml/2006/main">
              <a:ext uri="{FF2B5EF4-FFF2-40B4-BE49-F238E27FC236}">
                <a16:creationId xmlns:a16="http://schemas.microsoft.com/office/drawing/2014/main" id="{32C806F8-DDFA-431F-B8E6-79667624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橙色调用仅在空队列时发生；实际InputPort可有多个前驱</a:t>
            </a:r>
          </a:p>
        </p:txBody>
      </p:sp>
      <p:sp>
        <p:nvSpPr>
          <p:cNvPr id="29" name="object-579">
            <a:extLst xmlns:a="http://schemas.openxmlformats.org/drawingml/2006/main">
              <a:ext uri="{FF2B5EF4-FFF2-40B4-BE49-F238E27FC236}">
                <a16:creationId xmlns:a16="http://schemas.microsoft.com/office/drawing/2014/main" id="{E4729542-0B06-4E97-8CB5-9B0F2D17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A3</a:t>
            </a:r>
          </a:p>
        </p:txBody>
      </p:sp>
    </p:spTree>
    <p:extLst>
      <p:ext uri="{BB962C8B-B14F-4D97-AF65-F5344CB8AC3E}">
        <p14:creationId xmlns:p14="http://schemas.microsoft.com/office/powerpoint/2010/main" val="7477480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object-580">
            <a:extLst xmlns:a="http://schemas.openxmlformats.org/drawingml/2006/main">
              <a:ext uri="{FF2B5EF4-FFF2-40B4-BE49-F238E27FC236}">
                <a16:creationId xmlns:a16="http://schemas.microsoft.com/office/drawing/2014/main" id="{1D836D5B-8399-4E69-8ADB-6658F53D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条件与边界</a:t>
            </a:r>
          </a:p>
        </p:txBody>
      </p:sp>
      <p:sp>
        <p:nvSpPr>
          <p:cNvPr id="2" name="object-581">
            <a:extLst xmlns:a="http://schemas.openxmlformats.org/drawingml/2006/main">
              <a:ext uri="{FF2B5EF4-FFF2-40B4-BE49-F238E27FC236}">
                <a16:creationId xmlns:a16="http://schemas.microsoft.com/office/drawing/2014/main" id="{2D38CADC-DCDF-4D15-9E89-6CDC8136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A4  迟到的 Drain 回调，怎样避免复活已停流</a:t>
            </a:r>
          </a:p>
        </p:txBody>
      </p:sp>
      <p:sp>
        <p:nvSpPr>
          <p:cNvPr id="3" name="object-582">
            <a:extLst xmlns:a="http://schemas.openxmlformats.org/drawingml/2006/main">
              <a:ext uri="{FF2B5EF4-FFF2-40B4-BE49-F238E27FC236}">
                <a16:creationId xmlns:a16="http://schemas.microsoft.com/office/drawing/2014/main" id="{E5F91117-E29B-46B7-8F95-0B92B2B9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服务状态检查挡住过时完成事件，体现跨层异步正确性</a:t>
            </a:r>
          </a:p>
        </p:txBody>
      </p:sp>
      <p:sp>
        <p:nvSpPr>
          <p:cNvPr id="4" name="object-583">
            <a:extLst xmlns:a="http://schemas.openxmlformats.org/drawingml/2006/main">
              <a:ext uri="{FF2B5EF4-FFF2-40B4-BE49-F238E27FC236}">
                <a16:creationId xmlns:a16="http://schemas.microsoft.com/office/drawing/2014/main" id="{7B4B81C6-2C96-439C-A1ED-1197462B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客户端</a:t>
            </a:r>
          </a:p>
        </p:txBody>
      </p:sp>
      <p:sp>
        <p:nvSpPr>
          <p:cNvPr id="5" name="line-584">
            <a:extLst xmlns:a="http://schemas.openxmlformats.org/drawingml/2006/main">
              <a:ext uri="{FF2B5EF4-FFF2-40B4-BE49-F238E27FC236}">
                <a16:creationId xmlns:a16="http://schemas.microsoft.com/office/drawing/2014/main" id="{02EE5E55-9F8E-4EA1-B050-6F0AEA10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57500"/>
            <a:ext cx="9525" cy="2952750"/>
          </a:xfrm>
          <a:custGeom xmlns:a="http://schemas.openxmlformats.org/drawingml/2006/main">
            <a:pathLst>
              <a:path w="9525" h="2952750">
                <a:moveTo>
                  <a:pt x="0" y="0"/>
                </a:moveTo>
                <a:lnTo>
                  <a:pt x="0" y="2952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6" name="object-585">
            <a:extLst xmlns:a="http://schemas.openxmlformats.org/drawingml/2006/main">
              <a:ext uri="{FF2B5EF4-FFF2-40B4-BE49-F238E27FC236}">
                <a16:creationId xmlns:a16="http://schemas.microsoft.com/office/drawing/2014/main" id="{14AFEAA5-A7BC-4F41-B99C-77964007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33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RendererInServer</a:t>
            </a:r>
          </a:p>
        </p:txBody>
      </p:sp>
      <p:sp>
        <p:nvSpPr>
          <p:cNvPr id="7" name="line-586">
            <a:extLst xmlns:a="http://schemas.openxmlformats.org/drawingml/2006/main">
              <a:ext uri="{FF2B5EF4-FFF2-40B4-BE49-F238E27FC236}">
                <a16:creationId xmlns:a16="http://schemas.microsoft.com/office/drawing/2014/main" id="{DCE49B06-E9CE-48AB-BAB1-3E0039D4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9525" cy="2952750"/>
          </a:xfrm>
          <a:custGeom xmlns:a="http://schemas.openxmlformats.org/drawingml/2006/main">
            <a:pathLst>
              <a:path w="9525" h="2952750">
                <a:moveTo>
                  <a:pt x="0" y="0"/>
                </a:moveTo>
                <a:lnTo>
                  <a:pt x="0" y="2952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8" name="object-587">
            <a:extLst xmlns:a="http://schemas.openxmlformats.org/drawingml/2006/main">
              <a:ext uri="{FF2B5EF4-FFF2-40B4-BE49-F238E27FC236}">
                <a16:creationId xmlns:a16="http://schemas.microsoft.com/office/drawing/2014/main" id="{4FFF07F0-A385-4261-9C0E-CECF3A83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33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引擎回调</a:t>
            </a:r>
          </a:p>
        </p:txBody>
      </p:sp>
      <p:sp>
        <p:nvSpPr>
          <p:cNvPr id="9" name="line-588">
            <a:extLst xmlns:a="http://schemas.openxmlformats.org/drawingml/2006/main">
              <a:ext uri="{FF2B5EF4-FFF2-40B4-BE49-F238E27FC236}">
                <a16:creationId xmlns:a16="http://schemas.microsoft.com/office/drawing/2014/main" id="{4BB51469-1F4C-4CC0-B4F7-CE8CE68C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0"/>
            <a:ext cx="9525" cy="2952750"/>
          </a:xfrm>
          <a:custGeom xmlns:a="http://schemas.openxmlformats.org/drawingml/2006/main">
            <a:pathLst>
              <a:path w="9525" h="2952750">
                <a:moveTo>
                  <a:pt x="0" y="0"/>
                </a:moveTo>
                <a:lnTo>
                  <a:pt x="0" y="29527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0" name="line-589">
            <a:extLst xmlns:a="http://schemas.openxmlformats.org/drawingml/2006/main">
              <a:ext uri="{FF2B5EF4-FFF2-40B4-BE49-F238E27FC236}">
                <a16:creationId xmlns:a16="http://schemas.microsoft.com/office/drawing/2014/main" id="{AA7C0357-C423-47E4-9FE2-10727854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0375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1" name="line-590">
            <a:extLst xmlns:a="http://schemas.openxmlformats.org/drawingml/2006/main">
              <a:ext uri="{FF2B5EF4-FFF2-40B4-BE49-F238E27FC236}">
                <a16:creationId xmlns:a16="http://schemas.microsoft.com/office/drawing/2014/main" id="{3DAE050C-4D62-4E77-BD49-8215B487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32" y="300037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2" name="line-591">
            <a:extLst xmlns:a="http://schemas.openxmlformats.org/drawingml/2006/main">
              <a:ext uri="{FF2B5EF4-FFF2-40B4-BE49-F238E27FC236}">
                <a16:creationId xmlns:a16="http://schemas.microsoft.com/office/drawing/2014/main" id="{BE067C87-9055-4DED-8655-A1386F86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32" y="295894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3" name="object-592">
            <a:extLst xmlns:a="http://schemas.openxmlformats.org/drawingml/2006/main">
              <a:ext uri="{FF2B5EF4-FFF2-40B4-BE49-F238E27FC236}">
                <a16:creationId xmlns:a16="http://schemas.microsoft.com/office/drawing/2014/main" id="{E3D8279F-A566-4442-9F5E-1BF92ED1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8605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Drain → I_STATUS_DRAINING</a:t>
            </a:r>
          </a:p>
        </p:txBody>
      </p:sp>
      <p:sp>
        <p:nvSpPr>
          <p:cNvPr id="14" name="object-593">
            <a:extLst xmlns:a="http://schemas.openxmlformats.org/drawingml/2006/main">
              <a:ext uri="{FF2B5EF4-FFF2-40B4-BE49-F238E27FC236}">
                <a16:creationId xmlns:a16="http://schemas.microsoft.com/office/drawing/2014/main" id="{F8B8223B-0E00-47E6-8F8F-A9462F41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Drain等待超时；继续 Stop</a:t>
            </a:r>
          </a:p>
        </p:txBody>
      </p:sp>
      <p:sp>
        <p:nvSpPr>
          <p:cNvPr id="15" name="line-594">
            <a:extLst xmlns:a="http://schemas.openxmlformats.org/drawingml/2006/main">
              <a:ext uri="{FF2B5EF4-FFF2-40B4-BE49-F238E27FC236}">
                <a16:creationId xmlns:a16="http://schemas.microsoft.com/office/drawing/2014/main" id="{0A76FBD5-7446-4341-B1AC-D33DADBA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6" name="line-595">
            <a:extLst xmlns:a="http://schemas.openxmlformats.org/drawingml/2006/main">
              <a:ext uri="{FF2B5EF4-FFF2-40B4-BE49-F238E27FC236}">
                <a16:creationId xmlns:a16="http://schemas.microsoft.com/office/drawing/2014/main" id="{CAAF1687-8070-4FD4-9AD4-C0CE0CD5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32" y="390525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7" name="line-596">
            <a:extLst xmlns:a="http://schemas.openxmlformats.org/drawingml/2006/main">
              <a:ext uri="{FF2B5EF4-FFF2-40B4-BE49-F238E27FC236}">
                <a16:creationId xmlns:a16="http://schemas.microsoft.com/office/drawing/2014/main" id="{81080EEA-1E22-413D-BAED-D07674A5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32" y="386382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8" name="object-597">
            <a:extLst xmlns:a="http://schemas.openxmlformats.org/drawingml/2006/main">
              <a:ext uri="{FF2B5EF4-FFF2-40B4-BE49-F238E27FC236}">
                <a16:creationId xmlns:a16="http://schemas.microsoft.com/office/drawing/2014/main" id="{2ACEB2B8-3B62-456A-B43F-9DF3760A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9092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Stop 请求 → I_STATUS_STOPPING</a:t>
            </a:r>
          </a:p>
        </p:txBody>
      </p:sp>
      <p:sp>
        <p:nvSpPr>
          <p:cNvPr id="19" name="line-598">
            <a:extLst xmlns:a="http://schemas.openxmlformats.org/drawingml/2006/main">
              <a:ext uri="{FF2B5EF4-FFF2-40B4-BE49-F238E27FC236}">
                <a16:creationId xmlns:a16="http://schemas.microsoft.com/office/drawing/2014/main" id="{5D767741-8062-431A-96D2-E701DE67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29125"/>
            <a:ext cx="4000500" cy="9525"/>
          </a:xfrm>
          <a:custGeom xmlns:a="http://schemas.openxmlformats.org/drawingml/2006/main">
            <a:pathLst>
              <a:path w="4000500" h="9525">
                <a:moveTo>
                  <a:pt x="4000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0" name="line-599">
            <a:extLst xmlns:a="http://schemas.openxmlformats.org/drawingml/2006/main">
              <a:ext uri="{FF2B5EF4-FFF2-40B4-BE49-F238E27FC236}">
                <a16:creationId xmlns:a16="http://schemas.microsoft.com/office/drawing/2014/main" id="{AB5D33BB-354F-4F28-86C6-76733D5A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7695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0"/>
                </a:moveTo>
                <a:lnTo>
                  <a:pt x="0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1" name="line-600">
            <a:extLst xmlns:a="http://schemas.openxmlformats.org/drawingml/2006/main">
              <a:ext uri="{FF2B5EF4-FFF2-40B4-BE49-F238E27FC236}">
                <a16:creationId xmlns:a16="http://schemas.microsoft.com/office/drawing/2014/main" id="{FC61F640-EB69-417A-8083-F86D2623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29125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41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2" name="object-601">
            <a:extLst xmlns:a="http://schemas.openxmlformats.org/drawingml/2006/main">
              <a:ext uri="{FF2B5EF4-FFF2-40B4-BE49-F238E27FC236}">
                <a16:creationId xmlns:a16="http://schemas.microsoft.com/office/drawing/2014/main" id="{6515B293-BE6A-4DF9-A11D-0ACCC4C5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OPERATION_STOPPED → STOPPED</a:t>
            </a:r>
          </a:p>
        </p:txBody>
      </p:sp>
      <p:sp>
        <p:nvSpPr>
          <p:cNvPr id="23" name="line-602">
            <a:extLst xmlns:a="http://schemas.openxmlformats.org/drawingml/2006/main">
              <a:ext uri="{FF2B5EF4-FFF2-40B4-BE49-F238E27FC236}">
                <a16:creationId xmlns:a16="http://schemas.microsoft.com/office/drawing/2014/main" id="{E21D8BA4-FB87-4D15-BF14-F8DF826B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4000500" cy="9525"/>
          </a:xfrm>
          <a:custGeom xmlns:a="http://schemas.openxmlformats.org/drawingml/2006/main">
            <a:pathLst>
              <a:path w="4000500" h="9525">
                <a:moveTo>
                  <a:pt x="4000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24" name="line-603">
            <a:extLst xmlns:a="http://schemas.openxmlformats.org/drawingml/2006/main">
              <a:ext uri="{FF2B5EF4-FFF2-40B4-BE49-F238E27FC236}">
                <a16:creationId xmlns:a16="http://schemas.microsoft.com/office/drawing/2014/main" id="{B689009B-2F46-4FA9-964C-B5800740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11570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0"/>
                </a:moveTo>
                <a:lnTo>
                  <a:pt x="0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25" name="line-604">
            <a:extLst xmlns:a="http://schemas.openxmlformats.org/drawingml/2006/main">
              <a:ext uri="{FF2B5EF4-FFF2-40B4-BE49-F238E27FC236}">
                <a16:creationId xmlns:a16="http://schemas.microsoft.com/office/drawing/2014/main" id="{E63088F6-BB8E-4765-9474-D30548B0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53000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41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26" name="object-605">
            <a:extLst xmlns:a="http://schemas.openxmlformats.org/drawingml/2006/main">
              <a:ext uri="{FF2B5EF4-FFF2-40B4-BE49-F238E27FC236}">
                <a16:creationId xmlns:a16="http://schemas.microsoft.com/office/drawing/2014/main" id="{84DC1550-2623-4FFC-88DD-CBF7A0C3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38675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迟到的 OPERATION_DRAINED</a:t>
            </a:r>
          </a:p>
        </p:txBody>
      </p:sp>
      <p:sp>
        <p:nvSpPr>
          <p:cNvPr id="27" name="object-606">
            <a:extLst xmlns:a="http://schemas.openxmlformats.org/drawingml/2006/main">
              <a:ext uri="{FF2B5EF4-FFF2-40B4-BE49-F238E27FC236}">
                <a16:creationId xmlns:a16="http://schemas.microsoft.com/office/drawing/2014/main" id="{B4AF8C85-ADF7-446C-A234-D32E851F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86375"/>
            <a:ext cx="5353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bject-607">
            <a:extLst xmlns:a="http://schemas.openxmlformats.org/drawingml/2006/main">
              <a:ext uri="{FF2B5EF4-FFF2-40B4-BE49-F238E27FC236}">
                <a16:creationId xmlns:a16="http://schemas.microsoft.com/office/drawing/2014/main" id="{1595BDE4-CECE-4208-9F99-33852125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43525"/>
            <a:ext cx="512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仅 status_ == I_STATUS_DRAINING 才恢复 STARTED</a:t>
            </a:r>
          </a:p>
        </p:txBody>
      </p:sp>
      <p:sp>
        <p:nvSpPr>
          <p:cNvPr id="29" name="object-608">
            <a:extLst xmlns:a="http://schemas.openxmlformats.org/drawingml/2006/main">
              <a:ext uri="{FF2B5EF4-FFF2-40B4-BE49-F238E27FC236}">
                <a16:creationId xmlns:a16="http://schemas.microsoft.com/office/drawing/2014/main" id="{D40D9B58-FBB5-490C-8145-A9675C3E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Stop 请求先进入 STOPPING；完成回调设置 STOPPED 后，迟到 Drain 不再恢复状态</a:t>
            </a:r>
          </a:p>
        </p:txBody>
      </p:sp>
      <p:sp>
        <p:nvSpPr>
          <p:cNvPr id="30" name="object-609">
            <a:extLst xmlns:a="http://schemas.openxmlformats.org/drawingml/2006/main">
              <a:ext uri="{FF2B5EF4-FFF2-40B4-BE49-F238E27FC236}">
                <a16:creationId xmlns:a16="http://schemas.microsoft.com/office/drawing/2014/main" id="{C6FF7C6E-0D8D-4ABB-A9D3-C8C7F1F5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示例为可能的并发交错；I_STATUS_属于服务端，非客户端RUNNING</a:t>
            </a:r>
          </a:p>
        </p:txBody>
      </p:sp>
      <p:sp>
        <p:nvSpPr>
          <p:cNvPr id="31" name="object-610">
            <a:extLst xmlns:a="http://schemas.openxmlformats.org/drawingml/2006/main">
              <a:ext uri="{FF2B5EF4-FFF2-40B4-BE49-F238E27FC236}">
                <a16:creationId xmlns:a16="http://schemas.microsoft.com/office/drawing/2014/main" id="{14218F00-B11E-4229-8CEA-FB824A07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A4</a:t>
            </a:r>
          </a:p>
        </p:txBody>
      </p:sp>
    </p:spTree>
    <p:extLst>
      <p:ext uri="{BB962C8B-B14F-4D97-AF65-F5344CB8AC3E}">
        <p14:creationId xmlns:p14="http://schemas.microsoft.com/office/powerpoint/2010/main" val="156566169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object-611">
            <a:extLst xmlns:a="http://schemas.openxmlformats.org/drawingml/2006/main">
              <a:ext uri="{FF2B5EF4-FFF2-40B4-BE49-F238E27FC236}">
                <a16:creationId xmlns:a16="http://schemas.microsoft.com/office/drawing/2014/main" id="{B382F2D1-34A5-48DF-933B-5977938B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条件与边界</a:t>
            </a:r>
          </a:p>
        </p:txBody>
      </p:sp>
      <p:sp>
        <p:nvSpPr>
          <p:cNvPr id="2" name="object-612">
            <a:extLst xmlns:a="http://schemas.openxmlformats.org/drawingml/2006/main">
              <a:ext uri="{FF2B5EF4-FFF2-40B4-BE49-F238E27FC236}">
                <a16:creationId xmlns:a16="http://schemas.microsoft.com/office/drawing/2014/main" id="{86EA9171-4775-4CDF-9398-A3633B1B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A5  设备迁移：PA 与 HPAE 的真实设计对照</a:t>
            </a:r>
          </a:p>
        </p:txBody>
      </p:sp>
      <p:sp>
        <p:nvSpPr>
          <p:cNvPr id="3" name="object-613">
            <a:extLst xmlns:a="http://schemas.openxmlformats.org/drawingml/2006/main">
              <a:ext uri="{FF2B5EF4-FFF2-40B4-BE49-F238E27FC236}">
                <a16:creationId xmlns:a16="http://schemas.microsoft.com/office/drawing/2014/main" id="{9B8E54CB-8137-4B21-9941-1529D8F7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旧方案已有输入对象复用，自研用 Manager 与节点图组织迁移</a:t>
            </a:r>
          </a:p>
        </p:txBody>
      </p:sp>
      <p:sp>
        <p:nvSpPr>
          <p:cNvPr id="4" name="object-614">
            <a:extLst xmlns:a="http://schemas.openxmlformats.org/drawingml/2006/main">
              <a:ext uri="{FF2B5EF4-FFF2-40B4-BE49-F238E27FC236}">
                <a16:creationId xmlns:a16="http://schemas.microsoft.com/office/drawing/2014/main" id="{3B7FA9EE-17AC-4F94-AD56-B7BDF2BA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5.1 PA：控制与 sink I/O 握手</a:t>
            </a:r>
          </a:p>
        </p:txBody>
      </p:sp>
      <p:sp>
        <p:nvSpPr>
          <p:cNvPr id="5" name="object-615">
            <a:extLst xmlns:a="http://schemas.openxmlformats.org/drawingml/2006/main">
              <a:ext uri="{FF2B5EF4-FFF2-40B4-BE49-F238E27FC236}">
                <a16:creationId xmlns:a16="http://schemas.microsoft.com/office/drawing/2014/main" id="{4019355B-3CB7-4EB5-BD93-F7C6B7F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90775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当前 HPAE：跨 Manager 接图</a:t>
            </a:r>
          </a:p>
        </p:txBody>
      </p:sp>
      <p:sp>
        <p:nvSpPr>
          <p:cNvPr id="6" name="line-616">
            <a:extLst xmlns:a="http://schemas.openxmlformats.org/drawingml/2006/main">
              <a:ext uri="{FF2B5EF4-FFF2-40B4-BE49-F238E27FC236}">
                <a16:creationId xmlns:a16="http://schemas.microsoft.com/office/drawing/2014/main" id="{A9D72E82-1D79-4BE5-B3FA-E87ECD93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9525" cy="3343275"/>
          </a:xfrm>
          <a:custGeom xmlns:a="http://schemas.openxmlformats.org/drawingml/2006/main">
            <a:pathLst>
              <a:path w="9525" h="3343275">
                <a:moveTo>
                  <a:pt x="0" y="0"/>
                </a:moveTo>
                <a:lnTo>
                  <a:pt x="0" y="3343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7" name="object-617">
            <a:extLst xmlns:a="http://schemas.openxmlformats.org/drawingml/2006/main">
              <a:ext uri="{FF2B5EF4-FFF2-40B4-BE49-F238E27FC236}">
                <a16:creationId xmlns:a16="http://schemas.microsoft.com/office/drawing/2014/main" id="{079B0EA6-9CA7-4B5D-A944-E7E10B5C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09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bject-618">
            <a:extLst xmlns:a="http://schemas.openxmlformats.org/drawingml/2006/main">
              <a:ext uri="{FF2B5EF4-FFF2-40B4-BE49-F238E27FC236}">
                <a16:creationId xmlns:a16="http://schemas.microsoft.com/office/drawing/2014/main" id="{DDC48285-FECC-495F-8199-3199040E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4867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MOVE 命令 → pa_sink_input_move_to</a:t>
            </a:r>
          </a:p>
        </p:txBody>
      </p:sp>
      <p:sp>
        <p:nvSpPr>
          <p:cNvPr id="9" name="line-619">
            <a:extLst xmlns:a="http://schemas.openxmlformats.org/drawingml/2006/main">
              <a:ext uri="{FF2B5EF4-FFF2-40B4-BE49-F238E27FC236}">
                <a16:creationId xmlns:a16="http://schemas.microsoft.com/office/drawing/2014/main" id="{4414F790-C53F-40E8-A192-6D9508FA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58140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0" name="line-620">
            <a:extLst xmlns:a="http://schemas.openxmlformats.org/drawingml/2006/main">
              <a:ext uri="{FF2B5EF4-FFF2-40B4-BE49-F238E27FC236}">
                <a16:creationId xmlns:a16="http://schemas.microsoft.com/office/drawing/2014/main" id="{CB77838E-BD1A-42FA-AF17-FE712384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345" y="3648032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1" name="line-621">
            <a:extLst xmlns:a="http://schemas.openxmlformats.org/drawingml/2006/main">
              <a:ext uri="{FF2B5EF4-FFF2-40B4-BE49-F238E27FC236}">
                <a16:creationId xmlns:a16="http://schemas.microsoft.com/office/drawing/2014/main" id="{80BB3050-20D6-4C1F-A898-69281EF4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48032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2" name="object-622">
            <a:extLst xmlns:a="http://schemas.openxmlformats.org/drawingml/2006/main">
              <a:ext uri="{FF2B5EF4-FFF2-40B4-BE49-F238E27FC236}">
                <a16:creationId xmlns:a16="http://schemas.microsoft.com/office/drawing/2014/main" id="{B083A300-948A-48FE-9532-BEB61D64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09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bject-623">
            <a:extLst xmlns:a="http://schemas.openxmlformats.org/drawingml/2006/main">
              <a:ext uri="{FF2B5EF4-FFF2-40B4-BE49-F238E27FC236}">
                <a16:creationId xmlns:a16="http://schemas.microsoft.com/office/drawing/2014/main" id="{3D5499B3-948C-4335-830B-7D556AFF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4867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START_MOVE 同步到旧 I/O：detach</a:t>
            </a:r>
          </a:p>
        </p:txBody>
      </p:sp>
      <p:sp>
        <p:nvSpPr>
          <p:cNvPr id="14" name="line-624">
            <a:extLst xmlns:a="http://schemas.openxmlformats.org/drawingml/2006/main">
              <a:ext uri="{FF2B5EF4-FFF2-40B4-BE49-F238E27FC236}">
                <a16:creationId xmlns:a16="http://schemas.microsoft.com/office/drawing/2014/main" id="{427EC148-4196-456C-9470-6A9597EC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9100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5" name="line-625">
            <a:extLst xmlns:a="http://schemas.openxmlformats.org/drawingml/2006/main">
              <a:ext uri="{FF2B5EF4-FFF2-40B4-BE49-F238E27FC236}">
                <a16:creationId xmlns:a16="http://schemas.microsoft.com/office/drawing/2014/main" id="{7EA19DEB-E1D9-47CA-A37C-C6FA73F7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345" y="4257632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6" name="line-626">
            <a:extLst xmlns:a="http://schemas.openxmlformats.org/drawingml/2006/main">
              <a:ext uri="{FF2B5EF4-FFF2-40B4-BE49-F238E27FC236}">
                <a16:creationId xmlns:a16="http://schemas.microsoft.com/office/drawing/2014/main" id="{90677582-A29E-4F9B-BC00-57774072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57632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17" name="object-627">
            <a:extLst xmlns:a="http://schemas.openxmlformats.org/drawingml/2006/main">
              <a:ext uri="{FF2B5EF4-FFF2-40B4-BE49-F238E27FC236}">
                <a16:creationId xmlns:a16="http://schemas.microsoft.com/office/drawing/2014/main" id="{3D6DD5F6-7B8B-45F6-BDA0-6AD3FF9F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509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bject-628">
            <a:extLst xmlns:a="http://schemas.openxmlformats.org/drawingml/2006/main">
              <a:ext uri="{FF2B5EF4-FFF2-40B4-BE49-F238E27FC236}">
                <a16:creationId xmlns:a16="http://schemas.microsoft.com/office/drawing/2014/main" id="{F7B39B07-535C-488D-9B4C-3D3140AF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867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更新 sink / resampler / volume</a:t>
            </a:r>
          </a:p>
        </p:txBody>
      </p:sp>
      <p:sp>
        <p:nvSpPr>
          <p:cNvPr id="19" name="line-629">
            <a:extLst xmlns:a="http://schemas.openxmlformats.org/drawingml/2006/main">
              <a:ext uri="{FF2B5EF4-FFF2-40B4-BE49-F238E27FC236}">
                <a16:creationId xmlns:a16="http://schemas.microsoft.com/office/drawing/2014/main" id="{EB553789-DAE8-4B8F-A717-4FC350EE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0060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20" name="line-630">
            <a:extLst xmlns:a="http://schemas.openxmlformats.org/drawingml/2006/main">
              <a:ext uri="{FF2B5EF4-FFF2-40B4-BE49-F238E27FC236}">
                <a16:creationId xmlns:a16="http://schemas.microsoft.com/office/drawing/2014/main" id="{F95ADF1B-6446-47D5-B6F7-2F0B18BC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345" y="4867232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21" name="line-631">
            <a:extLst xmlns:a="http://schemas.openxmlformats.org/drawingml/2006/main">
              <a:ext uri="{FF2B5EF4-FFF2-40B4-BE49-F238E27FC236}">
                <a16:creationId xmlns:a16="http://schemas.microsoft.com/office/drawing/2014/main" id="{5127B826-03E4-4C0E-87B5-830383BC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67232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263B"/>
            </a:solidFill>
            <a:prstDash val="solid"/>
          </a:ln>
        </p:spPr>
      </p:sp>
      <p:sp>
        <p:nvSpPr>
          <p:cNvPr id="22" name="object-632">
            <a:extLst xmlns:a="http://schemas.openxmlformats.org/drawingml/2006/main">
              <a:ext uri="{FF2B5EF4-FFF2-40B4-BE49-F238E27FC236}">
                <a16:creationId xmlns:a16="http://schemas.microsoft.com/office/drawing/2014/main" id="{C88CB151-9D3D-4BB8-90DF-92181EA6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09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bject-633">
            <a:extLst xmlns:a="http://schemas.openxmlformats.org/drawingml/2006/main">
              <a:ext uri="{FF2B5EF4-FFF2-40B4-BE49-F238E27FC236}">
                <a16:creationId xmlns:a16="http://schemas.microsoft.com/office/drawing/2014/main" id="{F5DDD697-DE63-4E64-AB87-AF2D39A1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867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FINISH_MOVE 同步到目标 I/O：attach</a:t>
            </a:r>
          </a:p>
        </p:txBody>
      </p:sp>
      <p:sp>
        <p:nvSpPr>
          <p:cNvPr id="24" name="object-634">
            <a:extLst xmlns:a="http://schemas.openxmlformats.org/drawingml/2006/main">
              <a:ext uri="{FF2B5EF4-FFF2-40B4-BE49-F238E27FC236}">
                <a16:creationId xmlns:a16="http://schemas.microsoft.com/office/drawing/2014/main" id="{DF7AF63C-40AD-454D-8267-4E0ED894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509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bject-635">
            <a:extLst xmlns:a="http://schemas.openxmlformats.org/drawingml/2006/main">
              <a:ext uri="{FF2B5EF4-FFF2-40B4-BE49-F238E27FC236}">
                <a16:creationId xmlns:a16="http://schemas.microsoft.com/office/drawing/2014/main" id="{74BFDD04-5B1A-44E1-B8BD-B6A0A883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81350"/>
            <a:ext cx="4867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MoveStream 请求进入旧 Renderer</a:t>
            </a:r>
          </a:p>
        </p:txBody>
      </p:sp>
      <p:sp>
        <p:nvSpPr>
          <p:cNvPr id="26" name="line-636">
            <a:extLst xmlns:a="http://schemas.openxmlformats.org/drawingml/2006/main">
              <a:ext uri="{FF2B5EF4-FFF2-40B4-BE49-F238E27FC236}">
                <a16:creationId xmlns:a16="http://schemas.microsoft.com/office/drawing/2014/main" id="{0E23A975-7BAB-4660-B3CB-F66A0985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8140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7" name="line-637">
            <a:extLst xmlns:a="http://schemas.openxmlformats.org/drawingml/2006/main">
              <a:ext uri="{FF2B5EF4-FFF2-40B4-BE49-F238E27FC236}">
                <a16:creationId xmlns:a16="http://schemas.microsoft.com/office/drawing/2014/main" id="{CEE5AAB4-E061-4840-9573-635F81EF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745" y="3648032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8" name="line-638">
            <a:extLst xmlns:a="http://schemas.openxmlformats.org/drawingml/2006/main">
              <a:ext uri="{FF2B5EF4-FFF2-40B4-BE49-F238E27FC236}">
                <a16:creationId xmlns:a16="http://schemas.microsoft.com/office/drawing/2014/main" id="{C4FB9334-17B2-4F95-98B4-F56E374B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48032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9" name="object-639">
            <a:extLst xmlns:a="http://schemas.openxmlformats.org/drawingml/2006/main">
              <a:ext uri="{FF2B5EF4-FFF2-40B4-BE49-F238E27FC236}">
                <a16:creationId xmlns:a16="http://schemas.microsoft.com/office/drawing/2014/main" id="{B37F5AB6-5733-4B48-B08D-4AB30603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509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bject-640">
            <a:extLst xmlns:a="http://schemas.openxmlformats.org/drawingml/2006/main">
              <a:ext uri="{FF2B5EF4-FFF2-40B4-BE49-F238E27FC236}">
                <a16:creationId xmlns:a16="http://schemas.microsoft.com/office/drawing/2014/main" id="{F59CEB01-E764-488D-975C-6554385E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90950"/>
            <a:ext cx="4867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 SinkInput，断旧连接后回调</a:t>
            </a:r>
          </a:p>
        </p:txBody>
      </p:sp>
      <p:sp>
        <p:nvSpPr>
          <p:cNvPr id="31" name="line-641">
            <a:extLst xmlns:a="http://schemas.openxmlformats.org/drawingml/2006/main">
              <a:ext uri="{FF2B5EF4-FFF2-40B4-BE49-F238E27FC236}">
                <a16:creationId xmlns:a16="http://schemas.microsoft.com/office/drawing/2014/main" id="{9047C853-3404-4B1F-B094-956A7F67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9100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2" name="line-642">
            <a:extLst xmlns:a="http://schemas.openxmlformats.org/drawingml/2006/main">
              <a:ext uri="{FF2B5EF4-FFF2-40B4-BE49-F238E27FC236}">
                <a16:creationId xmlns:a16="http://schemas.microsoft.com/office/drawing/2014/main" id="{3D5D7452-61DA-433D-B562-2FEE591B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745" y="4257632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3" name="line-643">
            <a:extLst xmlns:a="http://schemas.openxmlformats.org/drawingml/2006/main">
              <a:ext uri="{FF2B5EF4-FFF2-40B4-BE49-F238E27FC236}">
                <a16:creationId xmlns:a16="http://schemas.microsoft.com/office/drawing/2014/main" id="{EA9CDA35-29C6-4093-BDE2-C1C9BD55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257632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4" name="object-644">
            <a:extLst xmlns:a="http://schemas.openxmlformats.org/drawingml/2006/main">
              <a:ext uri="{FF2B5EF4-FFF2-40B4-BE49-F238E27FC236}">
                <a16:creationId xmlns:a16="http://schemas.microsoft.com/office/drawing/2014/main" id="{5A11CF88-F043-4122-AC85-45AC1E2A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43400"/>
            <a:ext cx="509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object-645">
            <a:extLst xmlns:a="http://schemas.openxmlformats.org/drawingml/2006/main">
              <a:ext uri="{FF2B5EF4-FFF2-40B4-BE49-F238E27FC236}">
                <a16:creationId xmlns:a16="http://schemas.microsoft.com/office/drawing/2014/main" id="{C02074ED-F7B8-4164-BD00-E125389E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00550"/>
            <a:ext cx="4867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 AddNodeToSink 再次入队</a:t>
            </a:r>
          </a:p>
        </p:txBody>
      </p:sp>
      <p:sp>
        <p:nvSpPr>
          <p:cNvPr id="36" name="line-646">
            <a:extLst xmlns:a="http://schemas.openxmlformats.org/drawingml/2006/main">
              <a:ext uri="{FF2B5EF4-FFF2-40B4-BE49-F238E27FC236}">
                <a16:creationId xmlns:a16="http://schemas.microsoft.com/office/drawing/2014/main" id="{EA5B9A1C-D867-49A1-9C3B-7533F82B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80060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7" name="line-647">
            <a:extLst xmlns:a="http://schemas.openxmlformats.org/drawingml/2006/main">
              <a:ext uri="{FF2B5EF4-FFF2-40B4-BE49-F238E27FC236}">
                <a16:creationId xmlns:a16="http://schemas.microsoft.com/office/drawing/2014/main" id="{EA501A0A-329A-49E6-8CC1-2FDC5338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745" y="4867232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8" name="line-648">
            <a:extLst xmlns:a="http://schemas.openxmlformats.org/drawingml/2006/main">
              <a:ext uri="{FF2B5EF4-FFF2-40B4-BE49-F238E27FC236}">
                <a16:creationId xmlns:a16="http://schemas.microsoft.com/office/drawing/2014/main" id="{099D622B-6B89-49CB-A1F6-082C9663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867232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9" name="object-649">
            <a:extLst xmlns:a="http://schemas.openxmlformats.org/drawingml/2006/main">
              <a:ext uri="{FF2B5EF4-FFF2-40B4-BE49-F238E27FC236}">
                <a16:creationId xmlns:a16="http://schemas.microsoft.com/office/drawing/2014/main" id="{350F78C5-EE9C-45F8-9764-5D63DC87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53000"/>
            <a:ext cx="5095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object-650">
            <a:extLst xmlns:a="http://schemas.openxmlformats.org/drawingml/2006/main">
              <a:ext uri="{FF2B5EF4-FFF2-40B4-BE49-F238E27FC236}">
                <a16:creationId xmlns:a16="http://schemas.microsoft.com/office/drawing/2014/main" id="{5696E110-5F80-4640-A0EA-4A36D193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10150"/>
            <a:ext cx="4867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更新设备 / span，RUNNING 才连接</a:t>
            </a:r>
          </a:p>
        </p:txBody>
      </p:sp>
      <p:sp>
        <p:nvSpPr>
          <p:cNvPr id="41" name="object-651">
            <a:extLst xmlns:a="http://schemas.openxmlformats.org/drawingml/2006/main">
              <a:ext uri="{FF2B5EF4-FFF2-40B4-BE49-F238E27FC236}">
                <a16:creationId xmlns:a16="http://schemas.microsoft.com/office/drawing/2014/main" id="{85A9041A-A76B-4B1F-AF69-7932C89A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两种方案都复用输入对象；差异在跨线程同步、状态衔接和处理连接的组织方式</a:t>
            </a:r>
          </a:p>
        </p:txBody>
      </p:sp>
      <p:sp>
        <p:nvSpPr>
          <p:cNvPr id="42" name="object-652">
            <a:extLst xmlns:a="http://schemas.openxmlformats.org/drawingml/2006/main">
              <a:ext uri="{FF2B5EF4-FFF2-40B4-BE49-F238E27FC236}">
                <a16:creationId xmlns:a16="http://schemas.microsoft.com/office/drawing/2014/main" id="{DC1E588E-70A7-4328-9ED6-43C6E5B9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PA同步send等待I/O处理；HPAE请求入队不等于目标执行完毕</a:t>
            </a:r>
          </a:p>
        </p:txBody>
      </p:sp>
      <p:sp>
        <p:nvSpPr>
          <p:cNvPr id="43" name="object-653">
            <a:extLst xmlns:a="http://schemas.openxmlformats.org/drawingml/2006/main">
              <a:ext uri="{FF2B5EF4-FFF2-40B4-BE49-F238E27FC236}">
                <a16:creationId xmlns:a16="http://schemas.microsoft.com/office/drawing/2014/main" id="{FDD7E4CC-16F6-44A1-B130-B55A0698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A5</a:t>
            </a:r>
          </a:p>
        </p:txBody>
      </p:sp>
    </p:spTree>
    <p:extLst>
      <p:ext uri="{BB962C8B-B14F-4D97-AF65-F5344CB8AC3E}">
        <p14:creationId xmlns:p14="http://schemas.microsoft.com/office/powerpoint/2010/main" val="18977505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object-654">
            <a:extLst xmlns:a="http://schemas.openxmlformats.org/drawingml/2006/main">
              <a:ext uri="{FF2B5EF4-FFF2-40B4-BE49-F238E27FC236}">
                <a16:creationId xmlns:a16="http://schemas.microsoft.com/office/drawing/2014/main" id="{DD7953C8-B948-4D0C-8D47-40551D28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源码设计 · 条件与边界</a:t>
            </a:r>
          </a:p>
        </p:txBody>
      </p:sp>
      <p:sp>
        <p:nvSpPr>
          <p:cNvPr id="2" name="object-655">
            <a:extLst xmlns:a="http://schemas.openxmlformats.org/drawingml/2006/main">
              <a:ext uri="{FF2B5EF4-FFF2-40B4-BE49-F238E27FC236}">
                <a16:creationId xmlns:a16="http://schemas.microsoft.com/office/drawing/2014/main" id="{AABC2657-B62F-402E-85EC-BBC5F8FB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A6  版本、路径与证据范围</a:t>
            </a:r>
          </a:p>
        </p:txBody>
      </p:sp>
      <p:sp>
        <p:nvSpPr>
          <p:cNvPr id="3" name="object-656">
            <a:extLst xmlns:a="http://schemas.openxmlformats.org/drawingml/2006/main">
              <a:ext uri="{FF2B5EF4-FFF2-40B4-BE49-F238E27FC236}">
                <a16:creationId xmlns:a16="http://schemas.microsoft.com/office/drawing/2014/main" id="{1205F1BD-FEF3-4BC6-A19F-1C1FE875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固定提交解释实现，按路径限制结论</a:t>
            </a:r>
          </a:p>
        </p:txBody>
      </p:sp>
      <p:sp>
        <p:nvSpPr>
          <p:cNvPr id="4" name="object-657">
            <a:extLst xmlns:a="http://schemas.openxmlformats.org/drawingml/2006/main">
              <a:ext uri="{FF2B5EF4-FFF2-40B4-BE49-F238E27FC236}">
                <a16:creationId xmlns:a16="http://schemas.microsoft.com/office/drawing/2014/main" id="{E6E71215-6ED0-43E7-84C9-0353F05D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源码基线</a:t>
            </a:r>
          </a:p>
        </p:txBody>
      </p:sp>
      <p:sp>
        <p:nvSpPr>
          <p:cNvPr id="5" name="object-658">
            <a:extLst xmlns:a="http://schemas.openxmlformats.org/drawingml/2006/main">
              <a:ext uri="{FF2B5EF4-FFF2-40B4-BE49-F238E27FC236}">
                <a16:creationId xmlns:a16="http://schemas.microsoft.com/office/drawing/2014/main" id="{C4298A00-AC8D-43F8-9664-FE6D4D9B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9825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本次详细展开的路径</a:t>
            </a:r>
          </a:p>
        </p:txBody>
      </p:sp>
      <p:sp>
        <p:nvSpPr>
          <p:cNvPr id="6" name="line-659">
            <a:extLst xmlns:a="http://schemas.openxmlformats.org/drawingml/2006/main">
              <a:ext uri="{FF2B5EF4-FFF2-40B4-BE49-F238E27FC236}">
                <a16:creationId xmlns:a16="http://schemas.microsoft.com/office/drawing/2014/main" id="{E3637A9B-CAF1-4CFD-BBC5-8E9748FF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9525" cy="3362325"/>
          </a:xfrm>
          <a:custGeom xmlns:a="http://schemas.openxmlformats.org/drawingml/2006/main">
            <a:pathLst>
              <a:path w="9525" h="3362325">
                <a:moveTo>
                  <a:pt x="0" y="0"/>
                </a:moveTo>
                <a:lnTo>
                  <a:pt x="0" y="33623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7" name="object-660">
            <a:extLst xmlns:a="http://schemas.openxmlformats.org/drawingml/2006/main">
              <a:ext uri="{FF2B5EF4-FFF2-40B4-BE49-F238E27FC236}">
                <a16:creationId xmlns:a16="http://schemas.microsoft.com/office/drawing/2014/main" id="{E1DCBDC2-CFB6-4957-8CC8-8BC7D890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当前框架  3a2688e8</a:t>
            </a:r>
          </a:p>
          <a:p xmlns:a="http://schemas.openxmlformats.org/drawingml/2006/main">
            <a: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普通 HPAE + 当前公共流服务</a:t>
            </a:r>
          </a:p>
        </p:txBody>
      </p:sp>
      <p:sp>
        <p:nvSpPr>
          <p:cNvPr id="8" name="object-661">
            <a:extLst xmlns:a="http://schemas.openxmlformats.org/drawingml/2006/main">
              <a:ext uri="{FF2B5EF4-FFF2-40B4-BE49-F238E27FC236}">
                <a16:creationId xmlns:a16="http://schemas.microsoft.com/office/drawing/2014/main" id="{2A3CB8FB-0DC0-4CAB-9377-B1511047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5.1 框架  c42a228d</a:t>
            </a:r>
          </a:p>
          <a:p xmlns:a="http://schemas.openxmlformats.org/drawingml/2006/main">
            <a: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PA集成、流封装与自定义hdi_sink</a:t>
            </a:r>
          </a:p>
        </p:txBody>
      </p:sp>
      <p:sp>
        <p:nvSpPr>
          <p:cNvPr id="9" name="object-662">
            <a:extLst xmlns:a="http://schemas.openxmlformats.org/drawingml/2006/main">
              <a:ext uri="{FF2B5EF4-FFF2-40B4-BE49-F238E27FC236}">
                <a16:creationId xmlns:a16="http://schemas.microsoft.com/office/drawing/2014/main" id="{7DA41461-0135-4958-9ACE-DA05D625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14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5.1 PulseAudio  bc6e4fe5</a:t>
            </a:r>
          </a:p>
          <a:p xmlns:a="http://schemas.openxmlformats.org/drawingml/2006/main">
            <a:pPr algn="l">
              <a:def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第三方库对象核验</a:t>
            </a:r>
          </a:p>
        </p:txBody>
      </p:sp>
      <p:sp>
        <p:nvSpPr>
          <p:cNvPr id="10" name="object-663">
            <a:extLst xmlns:a="http://schemas.openxmlformats.org/drawingml/2006/main">
              <a:ext uri="{FF2B5EF4-FFF2-40B4-BE49-F238E27FC236}">
                <a16:creationId xmlns:a16="http://schemas.microsoft.com/office/drawing/2014/main" id="{F979026B-7B4F-4680-A0C1-41F0988E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5095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Start / Pause / Stop / Move</a:t>
            </a:r>
          </a:p>
          <a:p xmlns:a="http://schemas.openxmlformats.org/drawingml/2006/main">
            <a:pPr algn="l">
              <a:def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普通主输出线程与队列</a:t>
            </a:r>
          </a:p>
          <a:p xmlns:a="http://schemas.openxmlformats.org/drawingml/2006/main">
            <a:pPr algn="l">
              <a:def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节点连接、Pull与Buffer</a:t>
            </a:r>
          </a:p>
        </p:txBody>
      </p:sp>
      <p:sp>
        <p:nvSpPr>
          <p:cNvPr id="11" name="object-664">
            <a:extLst xmlns:a="http://schemas.openxmlformats.org/drawingml/2006/main">
              <a:ext uri="{FF2B5EF4-FFF2-40B4-BE49-F238E27FC236}">
                <a16:creationId xmlns:a16="http://schemas.microsoft.com/office/drawing/2014/main" id="{E4535E4D-38CA-414B-96E5-4F2FDC17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5095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DIRECT / VOIP / HW解码 / Vivid</a:t>
            </a:r>
          </a:p>
          <a:p xmlns:a="http://schemas.openxmlformats.org/drawingml/2006/main">
            <a: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存在独立管理器或特殊分支</a:t>
            </a:r>
          </a:p>
          <a:p xmlns:a="http://schemas.openxmlformats.org/drawingml/2006/main">
            <a: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不能套用本次全部结论</a:t>
            </a:r>
          </a:p>
        </p:txBody>
      </p:sp>
      <p:sp>
        <p:nvSpPr>
          <p:cNvPr id="12" name="object-665">
            <a:extLst xmlns:a="http://schemas.openxmlformats.org/drawingml/2006/main">
              <a:ext uri="{FF2B5EF4-FFF2-40B4-BE49-F238E27FC236}">
                <a16:creationId xmlns:a16="http://schemas.microsoft.com/office/drawing/2014/main" id="{C8DA9815-5822-46A4-9A42-CEE98B33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源码事实、团队定性结论、待产品实测分别记录；完整SHA和行号见备注与证据索引</a:t>
            </a:r>
          </a:p>
        </p:txBody>
      </p:sp>
      <p:sp>
        <p:nvSpPr>
          <p:cNvPr id="13" name="object-666">
            <a:extLst xmlns:a="http://schemas.openxmlformats.org/drawingml/2006/main">
              <a:ext uri="{FF2B5EF4-FFF2-40B4-BE49-F238E27FC236}">
                <a16:creationId xmlns:a16="http://schemas.microsoft.com/office/drawing/2014/main" id="{27C63A3B-4D0A-407A-9EBC-FECD18E3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完整commit、函数与行号均在演讲者备注和源码摘录；此页用于核验入口</a:t>
            </a:r>
          </a:p>
        </p:txBody>
      </p:sp>
      <p:sp>
        <p:nvSpPr>
          <p:cNvPr id="14" name="object-667">
            <a:extLst xmlns:a="http://schemas.openxmlformats.org/drawingml/2006/main">
              <a:ext uri="{FF2B5EF4-FFF2-40B4-BE49-F238E27FC236}">
                <a16:creationId xmlns:a16="http://schemas.microsoft.com/office/drawing/2014/main" id="{3CC0D9EE-DFCE-4A2B-B601-DC2E0441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A6</a:t>
            </a:r>
          </a:p>
        </p:txBody>
      </p:sp>
    </p:spTree>
    <p:extLst>
      <p:ext uri="{BB962C8B-B14F-4D97-AF65-F5344CB8AC3E}">
        <p14:creationId xmlns:p14="http://schemas.microsoft.com/office/powerpoint/2010/main" val="284055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2026-10-20T00:11:55.7840000Z</dcterms:created>
  <dcterms:modified xsi:type="dcterms:W3CDTF">2026-10-20T00:11:55.7840000Z</dcterms:modified>
</coreProperties>
</file>