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d5edcac974ff9" /><Relationship Type="http://schemas.openxmlformats.org/officeDocument/2006/relationships/extended-properties" Target="/docProps/app.xml" Id="R6acc2508cd29426d" /><Relationship Type="http://schemas.openxmlformats.org/officeDocument/2006/relationships/officeDocument" Target="/ppt/presentation.xml" Id="R50694741ccff4a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a9fdc062ea47c2"/>
  </p:sldMasterIdLst>
  <p:notesMasterIdLst>
    <p:notesMasterId xmlns:r="http://schemas.openxmlformats.org/officeDocument/2006/relationships" r:id="R832e182c8bb14586"/>
  </p:notesMasterIdLst>
  <p:sldIdLst>
    <p:sldId xmlns:r="http://schemas.openxmlformats.org/officeDocument/2006/relationships" id="256" r:id="R06d670519bab4b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60eb1dadc4ab5" /><Relationship Type="http://schemas.openxmlformats.org/officeDocument/2006/relationships/slideMaster" Target="/ppt/slideMasters/slideMaster1.xml" Id="R54a9fdc062ea47c2" /><Relationship Type="http://schemas.openxmlformats.org/officeDocument/2006/relationships/notesMaster" Target="/ppt/notesMasters/notesMaster1.xml" Id="R832e182c8bb14586" /><Relationship Type="http://schemas.openxmlformats.org/officeDocument/2006/relationships/presProps" Target="/ppt/presProps.xml" Id="R84dd531177dd4dcb" /><Relationship Type="http://schemas.openxmlformats.org/officeDocument/2006/relationships/tableStyles" Target="/ppt/tableStyles.xml" Id="Rd02ccee92ac445fc" /><Relationship Type="http://schemas.openxmlformats.org/officeDocument/2006/relationships/slide" Target="/ppt/slides/slide1.xml" Id="R06d670519bab4b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f2b34620fc4d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0b65fd7f2a452f" /><Relationship Type="http://schemas.openxmlformats.org/officeDocument/2006/relationships/notesMaster" Target="/ppt/notesMasters/notesMaster1.xml" Id="R004e32db03ce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一段声音的旅程</a:t>
            </a:r>
          </a:p>
          <a:p xmlns:a="http://schemas.openxmlformats.org/drawingml/2006/main">
            <a:r>
              <a:t>时间：0.5分钟</a:t>
            </a:r>
          </a:p>
          <a:p xmlns:a="http://schemas.openxmlformats.org/drawingml/2006/main">
            <a:r>
              <a:t>本页目标：30秒开题，只交代研究对象和主线，不重复Start完成语义。</a:t>
            </a:r>
          </a:p>
          <a:p xmlns:a="http://schemas.openxmlformats.org/drawingml/2006/main">
            <a:r>
              <a:t>承接：开场：介绍分享范围与三个操作主线。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今天沿启动、暂停和切换设备三个操作，拆开鸿蒙音频底座的执行过程。重点比较PA旧方案与自研引擎：线程交接怎样减少，控制消息怎样并发发布，处理节点怎样随状态安全地连接和拆除。先看一次播放涉及哪些对象，然后进入实际调用和数据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演示：无</a:t>
            </a:r>
          </a:p>
          <a:p xmlns:a="http://schemas.openxmlformats.org/drawingml/2006/main">
            <a:r>
              <a:t>讲述安排：开场约30–45秒，按稿正常讲述；不安排停顿或互动补足时长。</a:t>
            </a:r>
          </a:p>
          <a:p xmlns:a="http://schemas.openxmlformats.org/drawingml/2006/main">
            <a:r>
              <a:t>转场：用P02定位对象与通道，P03才完整展开Start时序。</a:t>
            </a:r>
          </a:p>
          <a:p xmlns:a="http://schemas.openxmlformats.org/drawingml/2006/main">
            <a:r>
              <a:t>技术边界：30–45秒开场；机制细节在后续技术页展开。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分享范围、三项自研方向及团队定性成果由用户确认。</a:t>
            </a:r>
          </a:p>
          <a:p xmlns:a="http://schemas.openxmlformats.org/drawingml/2006/main">
            <a:r>
              <a:t>固定源码版本与逐项实现证据见后续技术页及sources_and_claims.md。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427d41f9d40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650d6238ee41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f7989b30643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ba4f5a3244a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f495d55f944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903af64e040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CA7A4B-81EF-4CDA-94CE-A25BFC73F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E2B9F5-3DE5-43F4-BBCB-E8445C39F5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887D350-593E-4AC0-A25D-4C85C9AD41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592AAC-F527-40B8-95BC-ECF943AD8F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791B0F-0658-47AF-98FC-A7348BECD4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4B0456-0E3B-4813-A3F8-6743F4F69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F3EC38-2A0F-4985-AD40-A5F7F9D44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629C540-ECFD-49F8-9017-A8551C837C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239E20-24AB-4BC1-9055-4A1B23818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0FCDC2-9513-4CA3-B9CB-2329B06CEB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055673d5b941dd" /><Relationship Type="http://schemas.openxmlformats.org/officeDocument/2006/relationships/slideLayout" Target="/ppt/slideLayouts/slideLayout1.xml" Id="R0274804eb7a34d48" /><Relationship Type="http://schemas.openxmlformats.org/officeDocument/2006/relationships/slideLayout" Target="/ppt/slideLayouts/slideLayout2.xml" Id="Rf11c54d453bc4836" /><Relationship Type="http://schemas.openxmlformats.org/officeDocument/2006/relationships/slideLayout" Target="/ppt/slideLayouts/slideLayout3.xml" Id="R763b2489cfbc4b3f" /><Relationship Type="http://schemas.openxmlformats.org/officeDocument/2006/relationships/slideLayout" Target="/ppt/slideLayouts/slideLayout4.xml" Id="Rcaeb0991d0f24f5d" /><Relationship Type="http://schemas.openxmlformats.org/officeDocument/2006/relationships/slideLayout" Target="/ppt/slideLayouts/slideLayout5.xml" Id="Rcb799a62aa284f7b" /><Relationship Type="http://schemas.openxmlformats.org/officeDocument/2006/relationships/slideLayout" Target="/ppt/slideLayouts/slideLayout6.xml" Id="R1357391c0c514e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74804eb7a34d48"/>
    <p:sldLayoutId xmlns:r="http://schemas.openxmlformats.org/officeDocument/2006/relationships" id="2147483650" r:id="Rf11c54d453bc4836"/>
    <p:sldLayoutId xmlns:r="http://schemas.openxmlformats.org/officeDocument/2006/relationships" id="2147483651" r:id="R763b2489cfbc4b3f"/>
    <p:sldLayoutId xmlns:r="http://schemas.openxmlformats.org/officeDocument/2006/relationships" id="2147483652" r:id="Rcaeb0991d0f24f5d"/>
    <p:sldLayoutId xmlns:r="http://schemas.openxmlformats.org/officeDocument/2006/relationships" id="2147483653" r:id="Rcb799a62aa284f7b"/>
    <p:sldLayoutId xmlns:r="http://schemas.openxmlformats.org/officeDocument/2006/relationships" id="2147483654" r:id="R1357391c0c514e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c113822c74a3c" /><Relationship Type="http://schemas.openxmlformats.org/officeDocument/2006/relationships/notesSlide" Target="/ppt/notesSlides/notesSlide1.xml" Id="R52e0371ae6b944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bject-0">
            <a:extLst xmlns:a="http://schemas.openxmlformats.org/drawingml/2006/main">
              <a:ext uri="{FF2B5EF4-FFF2-40B4-BE49-F238E27FC236}">
                <a16:creationId xmlns:a16="http://schemas.microsoft.com/office/drawing/2014/main" id="{95D55ADE-FE45-469F-8A37-6034F0F9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5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技术分享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A89325F1-C208-4B66-9A92-BCC95354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一段声音的旅程</a:t>
            </a:r>
          </a:p>
        </p:txBody>
      </p:sp>
      <p:sp>
        <p:nvSpPr>
          <p:cNvPr id="3" name="object-2">
            <a:extLst xmlns:a="http://schemas.openxmlformats.org/drawingml/2006/main">
              <a:ext uri="{FF2B5EF4-FFF2-40B4-BE49-F238E27FC236}">
                <a16:creationId xmlns:a16="http://schemas.microsoft.com/office/drawing/2014/main" id="{77D2C9F7-CCE0-4FFC-8B4D-E42F75A9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鸿蒙音频底座的协同与自研演进</a:t>
            </a:r>
          </a:p>
        </p:txBody>
      </p:sp>
      <p:sp>
        <p:nvSpPr>
          <p:cNvPr id="4" name="object-3">
            <a:extLst xmlns:a="http://schemas.openxmlformats.org/drawingml/2006/main">
              <a:ext uri="{FF2B5EF4-FFF2-40B4-BE49-F238E27FC236}">
                <a16:creationId xmlns:a16="http://schemas.microsoft.com/office/drawing/2014/main" id="{79EC70A9-B857-4C9A-87BC-0BB4B9CE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从 Start、Pause、Move 进入真实执行过程</a:t>
            </a:r>
          </a:p>
        </p:txBody>
      </p:sp>
      <p:sp>
        <p:nvSpPr>
          <p:cNvPr id="5" name="object-4">
            <a:extLst xmlns:a="http://schemas.openxmlformats.org/drawingml/2006/main">
              <a:ext uri="{FF2B5EF4-FFF2-40B4-BE49-F238E27FC236}">
                <a16:creationId xmlns:a16="http://schemas.microsoft.com/office/drawing/2014/main" id="{572BF29E-DE7C-402B-AFD0-278DB820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线程交接怎样减少</a:t>
            </a:r>
          </a:p>
          <a:p xmlns:a="http://schemas.openxmlformats.org/drawingml/2006/main">
            <a:pPr algn="l">
              <a:def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消息与节点怎样安全改变正在运行的通路</a:t>
            </a:r>
          </a:p>
        </p:txBody>
      </p:sp>
      <p:sp>
        <p:nvSpPr>
          <p:cNvPr id="6" name="object-5">
            <a:extLst xmlns:a="http://schemas.openxmlformats.org/drawingml/2006/main">
              <a:ext uri="{FF2B5EF4-FFF2-40B4-BE49-F238E27FC236}">
                <a16:creationId xmlns:a16="http://schemas.microsoft.com/office/drawing/2014/main" id="{F4C8E294-F258-472B-850D-7967B4A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PA 5.1 与当前 HPAE 的源码设计对照</a:t>
            </a:r>
          </a:p>
        </p:txBody>
      </p:sp>
      <p:sp>
        <p:nvSpPr>
          <p:cNvPr id="7" name="object-6">
            <a:extLst xmlns:a="http://schemas.openxmlformats.org/drawingml/2006/main">
              <a:ext uri="{FF2B5EF4-FFF2-40B4-BE49-F238E27FC236}">
                <a16:creationId xmlns:a16="http://schemas.microsoft.com/office/drawing/2014/main" id="{DD23DC01-8681-4041-8E2F-632F2859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依据固定OpenHarmony源码；具体产品量化收益另行测量</a:t>
            </a:r>
          </a:p>
        </p:txBody>
      </p:sp>
      <p:sp>
        <p:nvSpPr>
          <p:cNvPr id="8" name="object-7">
            <a:extLst xmlns:a="http://schemas.openxmlformats.org/drawingml/2006/main">
              <a:ext uri="{FF2B5EF4-FFF2-40B4-BE49-F238E27FC236}">
                <a16:creationId xmlns:a16="http://schemas.microsoft.com/office/drawing/2014/main" id="{0315D00D-BE4B-4102-94B8-B3EADD5C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43300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2026-10-20T14:34:15.6100000Z</dcterms:created>
  <dcterms:modified xsi:type="dcterms:W3CDTF">2026-10-20T14:34:15.6100000Z</dcterms:modified>
</coreProperties>
</file>