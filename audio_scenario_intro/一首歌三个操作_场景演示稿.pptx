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00cfa89f374ab9" /><Relationship Type="http://schemas.openxmlformats.org/officeDocument/2006/relationships/extended-properties" Target="/docProps/app.xml" Id="R140107e8571240e7" /><Relationship Type="http://schemas.openxmlformats.org/officeDocument/2006/relationships/officeDocument" Target="/ppt/presentation.xml" Id="R4c6c3a3caa0142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37e7ea8294472d"/>
  </p:sldMasterIdLst>
  <p:notesMasterIdLst>
    <p:notesMasterId xmlns:r="http://schemas.openxmlformats.org/officeDocument/2006/relationships" r:id="R4fdd324bb879460e"/>
  </p:notesMasterIdLst>
  <p:sldIdLst>
    <p:sldId xmlns:r="http://schemas.openxmlformats.org/officeDocument/2006/relationships" id="256" r:id="Reb816745ab5443b4"/>
    <p:sldId xmlns:r="http://schemas.openxmlformats.org/officeDocument/2006/relationships" id="257" r:id="R34d1db5799af4b4d"/>
    <p:sldId xmlns:r="http://schemas.openxmlformats.org/officeDocument/2006/relationships" id="258" r:id="Re2e73330db37451d"/>
    <p:sldId xmlns:r="http://schemas.openxmlformats.org/officeDocument/2006/relationships" id="259" r:id="R6667a32164b14b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1739ad658944dd" /><Relationship Type="http://schemas.openxmlformats.org/officeDocument/2006/relationships/slideMaster" Target="/ppt/slideMasters/slideMaster1.xml" Id="Rbd37e7ea8294472d" /><Relationship Type="http://schemas.openxmlformats.org/officeDocument/2006/relationships/notesMaster" Target="/ppt/notesMasters/notesMaster1.xml" Id="R4fdd324bb879460e" /><Relationship Type="http://schemas.openxmlformats.org/officeDocument/2006/relationships/presProps" Target="/ppt/presProps.xml" Id="Rb9e0269093cb4e1d" /><Relationship Type="http://schemas.openxmlformats.org/officeDocument/2006/relationships/tableStyles" Target="/ppt/tableStyles.xml" Id="Rbece1aed10344417" /><Relationship Type="http://schemas.openxmlformats.org/officeDocument/2006/relationships/slide" Target="/ppt/slides/slide1.xml" Id="Reb816745ab5443b4" /><Relationship Type="http://schemas.openxmlformats.org/officeDocument/2006/relationships/slide" Target="/ppt/slides/slide2.xml" Id="R34d1db5799af4b4d" /><Relationship Type="http://schemas.openxmlformats.org/officeDocument/2006/relationships/slide" Target="/ppt/slides/slide3.xml" Id="Re2e73330db37451d" /><Relationship Type="http://schemas.openxmlformats.org/officeDocument/2006/relationships/slide" Target="/ppt/slides/slide4.xml" Id="R6667a32164b14b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5b0c7fbf8d4e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37d32dfb12416c" /><Relationship Type="http://schemas.openxmlformats.org/officeDocument/2006/relationships/notesMaster" Target="/ppt/notesMasters/notesMaster1.xml" Id="R754eabbfbff340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0d66e7ec6f4ed1" /><Relationship Type="http://schemas.openxmlformats.org/officeDocument/2006/relationships/notesMaster" Target="/ppt/notesMasters/notesMaster1.xml" Id="R174f90d0733545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86e324629a4294" /><Relationship Type="http://schemas.openxmlformats.org/officeDocument/2006/relationships/notesMaster" Target="/ppt/notesMasters/notesMaster1.xml" Id="Rf68ffef89eb844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04b596bf924c2f" /><Relationship Type="http://schemas.openxmlformats.org/officeDocument/2006/relationships/notesMaster" Target="/ppt/notesMasters/notesMaster1.xml" Id="R7c39fb54e93244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我们只做了三个动作</a:t>
            </a:r>
          </a:p>
          <a:p xmlns:a="http://schemas.openxmlformats.org/drawingml/2006/main">
            <a:r>
              <a:t>参考时长：1分钟（以试讲为准）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主讲正文</a:t>
            </a:r>
          </a:p>
          <a:p xmlns:a="http://schemas.openxmlformats.org/drawingml/2006/main">
            <a:r>
              <a:t>手机正在放歌。我们点一下暂停，再继续播放，然后把声音切到耳机。整个过程只有几个动作，我们通常不会觉得这有什么难的。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但我们对结果其实很挑剔：暂停时，不能突然“啪”一下；恢复时，声音不能猛地冲出来；切到耳机以后，音乐还得接着放。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这些要求都没有写在按钮上，却都需要底层替我们考虑。我们就从最简单的暂停开始，看看里面藏着哪些事情。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按了暂停，为什么不能立刻把数据通路断掉？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演示提示（不念）</a:t>
            </a:r>
          </a:p>
          <a:p xmlns:a="http://schemas.openxmlformats.org/drawingml/2006/main">
            <a:r>
              <a:t>初始：依次指向暂停、继续播放、切到耳机。第一次点击：揭示每个动作背后的体验期待。第二次点击：提出底层需要考虑什么。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备讲说明（答疑时使用）</a:t>
            </a:r>
          </a:p>
          <a:p xmlns:a="http://schemas.openxmlformats.org/drawingml/2006/main">
            <a:r>
              <a:t>三项是体验目标，不是对每条设备路径的效果承诺。后续示例来自普通 HPAE 播放路径，波形与连线均为教学示意。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https://gitcode.com/openharmony/multimedia_audio_framework/blob/3a2688e805df970739e3b0cebf9cc05d8cb24e9b/services/audio_engine/manager/src/hpae_renderer_manager.cpp#L919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https://gitcode.com/openharmony/multimedia_audio_framework/blob/3a2688e805df970739e3b0cebf9cc05d8cb24e9b/services/audio_engine/manager/src/hpae_renderer_manager.cpp#L1110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https://gitcode.com/openharmony/multimedia_audio_framework/blob/3a2688e805df970739e3b0cebf9cc05d8cb24e9b/services/audio_engine/manager/src/hpae_renderer_manager.cpp#L872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暂停一下，为什么不能直接停？</a:t>
            </a:r>
          </a:p>
          <a:p xmlns:a="http://schemas.openxmlformats.org/drawingml/2006/main">
            <a:r>
              <a:t>参考时长：1.5分钟（以试讲为准）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主讲正文</a:t>
            </a:r>
          </a:p>
          <a:p xmlns:a="http://schemas.openxmlformats.org/drawingml/2006/main">
            <a:r>
              <a:t>先看上面的波形。直接把还没降到零的波形截断，幅度就会突然跳变，可能听到咔哒声。为了让声音平顺地停下来，可以先逐渐降低幅度，也就是淡出。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但淡出需要继续处理一小段音频。如果刚收到暂停就把输入断开，后面的淡出也做不完了。所以要先保留这一路连接，让淡出处理完成，再做断开和状态更新。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事情还没结束。如果暂停还没收尾，用户又点了继续播放呢？恢复后的声音也要平顺，之前留下的暂停操作还不能把刚恢复的播放再次停掉。底层需要在执行旧操作时确认当前状态。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你看，一个暂停按钮，已经牵涉声音怎么变化、连接什么时候断、先前的操作现在还能不能执行。这些安排都有具体的理由。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再看切到耳机。这一次，连输出设备都换了，需要顾及的事情更多。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演示提示（不念）</a:t>
            </a:r>
          </a:p>
          <a:p xmlns:a="http://schemas.openxmlformats.org/drawingml/2006/main">
            <a:r>
              <a:t>初始：比较直接截断与逐渐淡出的波形。第一次点击：沿“保留连接、完成淡出、断开输入”说明先后理由。第二次点击：引入暂停未收尾时又恢复的情况。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备讲说明（答疑时使用）</a:t>
            </a:r>
          </a:p>
          <a:p xmlns:a="http://schemas.openxmlformats.org/drawingml/2006/main">
            <a:r>
              <a:t>Pause 通过 SetSessionFade 安排淡出，OnFadeDone 提交收尾请求并在执行时检查输入节点是否为 RUNNING。正常恢复在接通后先设置淡入，再按条件启动会话音效。缺少增益节点、设备未运行或 standby 等条件可能直接完成暂停。RUNNING 检查只支持这里的恢复后尚未再次暂停的例子，不代表任意多次交错均被解决。引擎完成淡出不等于扬声器同一时刻静音。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https://gitcode.com/openharmony/multimedia_audio_framework/blob/3a2688e805df970739e3b0cebf9cc05d8cb24e9b/services/audio_engine/manager/src/hpae_renderer_manager.cpp#L1110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https://gitcode.com/openharmony/multimedia_audio_framework/blob/3a2688e805df970739e3b0cebf9cc05d8cb24e9b/services/audio_engine/manager/src/hpae_renderer_manager.cpp#L1777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https://gitcode.com/openharmony/multimedia_audio_framework/blob/3a2688e805df970739e3b0cebf9cc05d8cb24e9b/services/audio_engine/manager/src/hpae_renderer_manager.cpp#L1868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https://gitcode.com/openharmony/multimedia_audio_framework/blob/3a2688e805df970739e3b0cebf9cc05d8cb24e9b/services/audio_engine/manager/src/hpae_renderer_manager.cpp#L919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切到耳机，为什么不只是换个出口？</a:t>
            </a:r>
          </a:p>
          <a:p xmlns:a="http://schemas.openxmlformats.org/drawingml/2006/main">
            <a:r>
              <a:t>参考时长：1.6分钟（以试讲为准）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主讲正文</a:t>
            </a:r>
          </a:p>
          <a:p xmlns:a="http://schemas.openxmlformats.org/drawingml/2006/main">
            <a:r>
              <a:t>音乐还在播放，我们把声音切到耳机。听起来只是换个出口，底层却需要把正在工作的播放路径衔接起来。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首先，系统要确定这次该用哪个设备。设备由策略侧选择，引擎再把这一路播放交给目标设备。这里延续的是原来的播放，不能因为换了设备就把它当作一首新歌重新开始。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接着，还要适配目标设备的要求。比如，目标侧的采样率和每轮处理的数据量可能不同。连接换过去了，数据处理的方式也要跟上。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此外，耳机侧的处理链需要准备好，旧设备侧也需要收尾。什么时候接入，还要看当前是否在播放、目标是否允许连接。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这些事情共同影响切换时的声音。我们希望音乐尽量连续、少一些突变，但做完连接并不等于听感一定无缝，还要看设备和具体路径。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还有一个要求：需要继续播放的时候，设备不能一直等控制操作处理完。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演示提示（不念）</a:t>
            </a:r>
          </a:p>
          <a:p xmlns:a="http://schemas.openxmlformats.org/drawingml/2006/main">
            <a:r>
              <a:t>初始：展示音乐从扬声器切到耳机的场景，以及“要做的事／为什么要做”。第一次点击：揭示目标选择、同一路播放交接。第二次点击：揭示参数适配、处理链衔接及体验目标。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备讲说明（答疑时使用）</a:t>
            </a:r>
          </a:p>
          <a:p xmlns:a="http://schemas.openxmlformats.org/drawingml/2006/main">
            <a:r>
              <a:t>MoveStreamSync 保留同一个输入节点并交接；目标侧 AddSingleNodeToSink 更新设备信息，按目标采样率与帧长调整处理粒度，再按 isConnect 和 RUNNING 状态连接。管理层映射更新不构成设备侧全部完成的同步栅栏。“继续播放”是会话延续的说明，不保证零间隙、不丢失任何样本或任意路径无缝。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https://gitcode.com/openharmony/multimedia_audio_framework/blob/3a2688e805df970739e3b0cebf9cc05d8cb24e9b/services/audio_engine/manager/src/hpae_renderer_manager.cpp#L872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https://gitcode.com/openharmony/multimedia_audio_framework/blob/3a2688e805df970739e3b0cebf9cc05d8cb24e9b/services/audio_engine/manager/src/hpae_renderer_manager.cpp#L114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https://gitcode.com/openharmony/multimedia_audio_framework/blob/3a2688e805df970739e3b0cebf9cc05d8cb24e9b/services/audio_engine/manager/src/hpae_manager.cpp#L1181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这些事情，还得在播放过程中完成</a:t>
            </a:r>
          </a:p>
          <a:p xmlns:a="http://schemas.openxmlformats.org/drawingml/2006/main">
            <a:r>
              <a:t>参考时长：1.1分钟（以试讲为准）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主讲正文</a:t>
            </a:r>
          </a:p>
          <a:p xmlns:a="http://schemas.openxmlformats.org/drawingml/2006/main">
            <a:r>
              <a:t>把刚才的场景放在一起看。上面是用户发来的控制动作，下面表示需要继续播放时的数据处理。这时候，设备还在等下一批音频数据。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引擎要一边处理声音，一边改变连接和状态。顺序不对，可能把刚恢复的输入又断开；处理拖得太久，后续供数也可能受到影响。缓冲能吸收一部分波动，但不能让设备一直等下去。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所以，前面那些额外步骤都有用处：让声音平顺地变化，让操作和当前状态一致，让新旧设备之间能够衔接。我们既要把事情做对，也要及时完成。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那这些工作该由谁来做？控制请求和音频处理怎样配合？切换设备时，怎样组织处理链？接下来，我们就带着这些问题看音频引擎的设计，再比较 PA 和 HPAE 的做法。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演示提示（不念）</a:t>
            </a:r>
          </a:p>
          <a:p xmlns:a="http://schemas.openxmlformats.org/drawingml/2006/main">
            <a:r>
              <a:t>初始：看到控制动作与持续的数据处理两条线。第一次点击：解释顺序和及时性对体验的影响。第二次点击：提出后续架构讲解要回答的问题。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备讲说明（答疑时使用）</a:t>
            </a:r>
          </a:p>
          <a:p xmlns:a="http://schemas.openxmlformats.org/drawingml/2006/main">
            <a:r>
              <a:t>上下两条线是职责示意，不表示具体线程数、线程映射或时长比例。供数延迟是否导致可闻断音取决于缓冲与设备路径，不给出未测量的时延阈值。PA 也具备状态控制和迁移能力，后续应比较相同路径下的执行组织，不能由这张图推出性能优劣。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https://gitcode.com/openharmony/multimedia_audio_framework/blob/3a2688e805df970739e3b0cebf9cc05d8cb24e9b/services/audio_engine/manager/src/hpae_renderer_manager.cpp#L919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https://gitcode.com/openharmony/multimedia_audio_framework/blob/3a2688e805df970739e3b0cebf9cc05d8cb24e9b/services/audio_engine/manager/src/hpae_renderer_manager.cpp#L1110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https://gitcode.com/openharmony/multimedia_audio_framework/blob/3a2688e805df970739e3b0cebf9cc05d8cb24e9b/services/audio_engine/manager/src/hpae_renderer_manager.cpp#L872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https://gitcode.com/openharmony/multimedia_audio_framework/blob/3a2688e805df970739e3b0cebf9cc05d8cb24e9b/services/audio_engine/manager/src/hpae_renderer_manager.cpp#L1777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1efda97a994b1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0e3455fe0a4e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e52f1ecb9a4e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6f9bcb8cba40e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56cfe1010a4f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ec22fada3245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3341AB-DC2F-47ED-AF7C-5E1A5331D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D28BFCB-B7B3-4ABD-93C5-7B1B5CE1032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E5FEAB-918A-4540-8627-FCC042A9A7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F53C3F-50D4-48E1-98C4-EA8CD98875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D238BD6-662D-49F4-B26D-6BDC673B47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1B8BE5A-A6F7-4F54-BAD9-E76FCC47BE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3148AB-09E8-4A0B-9F2E-F4FA03543E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DBF3AE2-D528-44B9-86C7-B5164A0ABD8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5DC4BC-C900-4D7C-B7D8-257C1BA7A6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2CF667-46E6-4961-950D-5E1A21D5EE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866fdfbef9432a" /><Relationship Type="http://schemas.openxmlformats.org/officeDocument/2006/relationships/slideLayout" Target="/ppt/slideLayouts/slideLayout1.xml" Id="R0b7c8be38db34616" /><Relationship Type="http://schemas.openxmlformats.org/officeDocument/2006/relationships/slideLayout" Target="/ppt/slideLayouts/slideLayout2.xml" Id="R2c531a93bd8f471e" /><Relationship Type="http://schemas.openxmlformats.org/officeDocument/2006/relationships/slideLayout" Target="/ppt/slideLayouts/slideLayout3.xml" Id="R75be132bf5fa485d" /><Relationship Type="http://schemas.openxmlformats.org/officeDocument/2006/relationships/slideLayout" Target="/ppt/slideLayouts/slideLayout4.xml" Id="R4fe293fe8ac24e6b" /><Relationship Type="http://schemas.openxmlformats.org/officeDocument/2006/relationships/slideLayout" Target="/ppt/slideLayouts/slideLayout5.xml" Id="R1eba49c6726e4ddb" /><Relationship Type="http://schemas.openxmlformats.org/officeDocument/2006/relationships/slideLayout" Target="/ppt/slideLayouts/slideLayout6.xml" Id="R3427f528d4fe43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7c8be38db34616"/>
    <p:sldLayoutId xmlns:r="http://schemas.openxmlformats.org/officeDocument/2006/relationships" id="2147483650" r:id="R2c531a93bd8f471e"/>
    <p:sldLayoutId xmlns:r="http://schemas.openxmlformats.org/officeDocument/2006/relationships" id="2147483651" r:id="R75be132bf5fa485d"/>
    <p:sldLayoutId xmlns:r="http://schemas.openxmlformats.org/officeDocument/2006/relationships" id="2147483652" r:id="R4fe293fe8ac24e6b"/>
    <p:sldLayoutId xmlns:r="http://schemas.openxmlformats.org/officeDocument/2006/relationships" id="2147483653" r:id="R1eba49c6726e4ddb"/>
    <p:sldLayoutId xmlns:r="http://schemas.openxmlformats.org/officeDocument/2006/relationships" id="2147483654" r:id="R3427f528d4fe43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de87d367c342c6" /><Relationship Type="http://schemas.openxmlformats.org/officeDocument/2006/relationships/notesSlide" Target="/ppt/notesSlides/notesSlide1.xml" Id="R77251653467c4b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d91e05e4554096" /><Relationship Type="http://schemas.openxmlformats.org/officeDocument/2006/relationships/notesSlide" Target="/ppt/notesSlides/notesSlide2.xml" Id="R6ba8acec18b64c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1bd43213954493" /><Relationship Type="http://schemas.openxmlformats.org/officeDocument/2006/relationships/notesSlide" Target="/ppt/notesSlides/notesSlide3.xml" Id="R416770489ee340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f5d78578d54334" /><Relationship Type="http://schemas.openxmlformats.org/officeDocument/2006/relationships/notesSlide" Target="/ppt/notesSlides/notesSlide4.xml" Id="Ref9f333709a141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object-0">
            <a:extLst xmlns:a="http://schemas.openxmlformats.org/drawingml/2006/main">
              <a:ext uri="{FF2B5EF4-FFF2-40B4-BE49-F238E27FC236}">
                <a16:creationId xmlns:a16="http://schemas.microsoft.com/office/drawing/2014/main" id="{092988F3-33CB-4D4F-8743-62E54955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我们只做了三个动作</a:t>
            </a:r>
          </a:p>
        </p:txBody>
      </p:sp>
      <p:sp>
        <p:nvSpPr>
          <p:cNvPr id="2" name="object-1">
            <a:extLst xmlns:a="http://schemas.openxmlformats.org/drawingml/2006/main">
              <a:ext uri="{FF2B5EF4-FFF2-40B4-BE49-F238E27FC236}">
                <a16:creationId xmlns:a16="http://schemas.microsoft.com/office/drawing/2014/main" id="{A09F2ECB-D05C-4965-A963-57B23097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手机正在放歌。我们暂停一下，继续播放，再切到耳机。</a:t>
            </a:r>
          </a:p>
        </p:txBody>
      </p:sp>
      <p:sp>
        <p:nvSpPr>
          <p:cNvPr id="3" name="object-2">
            <a:extLst xmlns:a="http://schemas.openxmlformats.org/drawingml/2006/main">
              <a:ext uri="{FF2B5EF4-FFF2-40B4-BE49-F238E27FC236}">
                <a16:creationId xmlns:a16="http://schemas.microsoft.com/office/drawing/2014/main" id="{6DACB418-1213-4AA0-98D0-1901F2FB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object-3">
            <a:extLst xmlns:a="http://schemas.openxmlformats.org/drawingml/2006/main">
              <a:ext uri="{FF2B5EF4-FFF2-40B4-BE49-F238E27FC236}">
                <a16:creationId xmlns:a16="http://schemas.microsoft.com/office/drawing/2014/main" id="{BEF1C53F-8792-48C7-A5DC-53D1627D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暂停</a:t>
            </a:r>
          </a:p>
        </p:txBody>
      </p:sp>
      <p:sp>
        <p:nvSpPr>
          <p:cNvPr id="5" name="object-4">
            <a:extLst xmlns:a="http://schemas.openxmlformats.org/drawingml/2006/main">
              <a:ext uri="{FF2B5EF4-FFF2-40B4-BE49-F238E27FC236}">
                <a16:creationId xmlns:a16="http://schemas.microsoft.com/office/drawing/2014/main" id="{8856342B-2757-400D-8D76-48782C31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19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object-5">
            <a:extLst xmlns:a="http://schemas.openxmlformats.org/drawingml/2006/main">
              <a:ext uri="{FF2B5EF4-FFF2-40B4-BE49-F238E27FC236}">
                <a16:creationId xmlns:a16="http://schemas.microsoft.com/office/drawing/2014/main" id="{10BC37BF-2D24-495E-B7D6-AA48CA72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337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继续播放</a:t>
            </a:r>
          </a:p>
        </p:txBody>
      </p:sp>
      <p:sp>
        <p:nvSpPr>
          <p:cNvPr id="7" name="object-6">
            <a:extLst xmlns:a="http://schemas.openxmlformats.org/drawingml/2006/main">
              <a:ext uri="{FF2B5EF4-FFF2-40B4-BE49-F238E27FC236}">
                <a16:creationId xmlns:a16="http://schemas.microsoft.com/office/drawing/2014/main" id="{76718EBE-EF25-46A3-A44A-950E042A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19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object-7">
            <a:extLst xmlns:a="http://schemas.openxmlformats.org/drawingml/2006/main">
              <a:ext uri="{FF2B5EF4-FFF2-40B4-BE49-F238E27FC236}">
                <a16:creationId xmlns:a16="http://schemas.microsoft.com/office/drawing/2014/main" id="{D9295556-EDD1-474A-AA38-4F62D69B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337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切到耳机</a:t>
            </a:r>
          </a:p>
        </p:txBody>
      </p:sp>
      <p:sp>
        <p:nvSpPr>
          <p:cNvPr id="9" name="line-8">
            <a:extLst xmlns:a="http://schemas.openxmlformats.org/drawingml/2006/main">
              <a:ext uri="{FF2B5EF4-FFF2-40B4-BE49-F238E27FC236}">
                <a16:creationId xmlns:a16="http://schemas.microsoft.com/office/drawing/2014/main" id="{98DF9D0C-E438-4047-AD3D-1CC11177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953750" cy="9525"/>
          </a:xfrm>
          <a:custGeom xmlns:a="http://schemas.openxmlformats.org/drawingml/2006/main">
            <a:pathLst>
              <a:path w="10953750" h="9525">
                <a:moveTo>
                  <a:pt x="0" y="0"/>
                </a:moveTo>
                <a:lnTo>
                  <a:pt x="10953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10" name="reveal1-object-9">
            <a:extLst xmlns:a="http://schemas.openxmlformats.org/drawingml/2006/main">
              <a:ext uri="{FF2B5EF4-FFF2-40B4-BE49-F238E27FC236}">
                <a16:creationId xmlns:a16="http://schemas.microsoft.com/office/drawing/2014/main" id="{DFBBD7C4-F7DB-48B0-84F7-D1D45E40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停得干净</a:t>
            </a:r>
          </a:p>
        </p:txBody>
      </p:sp>
      <p:sp>
        <p:nvSpPr>
          <p:cNvPr id="11" name="reveal1-object-10">
            <a:extLst xmlns:a="http://schemas.openxmlformats.org/drawingml/2006/main">
              <a:ext uri="{FF2B5EF4-FFF2-40B4-BE49-F238E27FC236}">
                <a16:creationId xmlns:a16="http://schemas.microsoft.com/office/drawing/2014/main" id="{D5C81D4D-0CE3-4046-899F-80DA7EBB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624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恢复自然</a:t>
            </a:r>
          </a:p>
        </p:txBody>
      </p:sp>
      <p:sp>
        <p:nvSpPr>
          <p:cNvPr id="12" name="reveal1-object-11">
            <a:extLst xmlns:a="http://schemas.openxmlformats.org/drawingml/2006/main">
              <a:ext uri="{FF2B5EF4-FFF2-40B4-BE49-F238E27FC236}">
                <a16:creationId xmlns:a16="http://schemas.microsoft.com/office/drawing/2014/main" id="{56BB56AB-35B9-439D-92E8-A222C5F5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624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音乐接着放</a:t>
            </a:r>
          </a:p>
        </p:txBody>
      </p:sp>
      <p:sp>
        <p:nvSpPr>
          <p:cNvPr id="13" name="reveal2-object-12">
            <a:extLst xmlns:a="http://schemas.openxmlformats.org/drawingml/2006/main">
              <a:ext uri="{FF2B5EF4-FFF2-40B4-BE49-F238E27FC236}">
                <a16:creationId xmlns:a16="http://schemas.microsoft.com/office/drawing/2014/main" id="{BDC918A2-6DFF-4FC7-8137-FA896CDE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按钮上没写的要求，底层都要考虑。</a:t>
            </a:r>
          </a:p>
        </p:txBody>
      </p:sp>
      <p:sp>
        <p:nvSpPr>
          <p:cNvPr id="14" name="object-13">
            <a:extLst xmlns:a="http://schemas.openxmlformats.org/drawingml/2006/main">
              <a:ext uri="{FF2B5EF4-FFF2-40B4-BE49-F238E27FC236}">
                <a16:creationId xmlns:a16="http://schemas.microsoft.com/office/drawing/2014/main" id="{4AC17C24-C2C2-49CF-9F23-F5CEAACE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这里先看用户期待，再看引擎需要处理的问题。</a:t>
            </a:r>
          </a:p>
        </p:txBody>
      </p:sp>
      <p:sp>
        <p:nvSpPr>
          <p:cNvPr id="15" name="object-14">
            <a:extLst xmlns:a="http://schemas.openxmlformats.org/drawingml/2006/main">
              <a:ext uri="{FF2B5EF4-FFF2-40B4-BE49-F238E27FC236}">
                <a16:creationId xmlns:a16="http://schemas.microsoft.com/office/drawing/2014/main" id="{BAAE4F59-E1F9-4205-A2CE-4AA3D3E6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407847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1"/>
      <p:bldP spid="11" grpId="1"/>
      <p:bldP spid="12" grpId="1"/>
      <p:bldP spid="13" grpId="2"/>
    </p:bldLst>
  </p:timing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2" name="object-15">
            <a:extLst xmlns:a="http://schemas.openxmlformats.org/drawingml/2006/main">
              <a:ext uri="{FF2B5EF4-FFF2-40B4-BE49-F238E27FC236}">
                <a16:creationId xmlns:a16="http://schemas.microsoft.com/office/drawing/2014/main" id="{400C6697-94CA-431C-8EB1-ECD2B061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暂停一下，为什么不能直接停？</a:t>
            </a:r>
          </a:p>
        </p:txBody>
      </p:sp>
      <p:sp>
        <p:nvSpPr>
          <p:cNvPr id="2" name="object-16">
            <a:extLst xmlns:a="http://schemas.openxmlformats.org/drawingml/2006/main">
              <a:ext uri="{FF2B5EF4-FFF2-40B4-BE49-F238E27FC236}">
                <a16:creationId xmlns:a16="http://schemas.microsoft.com/office/drawing/2014/main" id="{053DB332-30C3-4998-B086-2D400185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5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rPr>
              <a:t>直接截断：波形可能突然跳变</a:t>
            </a:r>
          </a:p>
        </p:txBody>
      </p:sp>
      <p:sp>
        <p:nvSpPr>
          <p:cNvPr id="3" name="line-17">
            <a:extLst xmlns:a="http://schemas.openxmlformats.org/drawingml/2006/main">
              <a:ext uri="{FF2B5EF4-FFF2-40B4-BE49-F238E27FC236}">
                <a16:creationId xmlns:a16="http://schemas.microsoft.com/office/drawing/2014/main" id="{6CA8E010-10A5-4022-AA1E-F8E87415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99235"/>
            <a:ext cx="52388" cy="65218"/>
          </a:xfrm>
          <a:custGeom xmlns:a="http://schemas.openxmlformats.org/drawingml/2006/main">
            <a:pathLst>
              <a:path w="52388" h="65218">
                <a:moveTo>
                  <a:pt x="0" y="65218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4" name="line-18">
            <a:extLst xmlns:a="http://schemas.openxmlformats.org/drawingml/2006/main">
              <a:ext uri="{FF2B5EF4-FFF2-40B4-BE49-F238E27FC236}">
                <a16:creationId xmlns:a16="http://schemas.microsoft.com/office/drawing/2014/main" id="{054B1C5E-AF61-47D0-B483-B03027C0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8" y="1965818"/>
            <a:ext cx="52388" cy="33418"/>
          </a:xfrm>
          <a:custGeom xmlns:a="http://schemas.openxmlformats.org/drawingml/2006/main">
            <a:pathLst>
              <a:path w="52388" h="33418">
                <a:moveTo>
                  <a:pt x="0" y="33418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5" name="line-19">
            <a:extLst xmlns:a="http://schemas.openxmlformats.org/drawingml/2006/main">
              <a:ext uri="{FF2B5EF4-FFF2-40B4-BE49-F238E27FC236}">
                <a16:creationId xmlns:a16="http://schemas.microsoft.com/office/drawing/2014/main" id="{985E22A7-8D81-41A6-941E-30B10F3E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965818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165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6" name="line-20">
            <a:extLst xmlns:a="http://schemas.openxmlformats.org/drawingml/2006/main">
              <a:ext uri="{FF2B5EF4-FFF2-40B4-BE49-F238E27FC236}">
                <a16:creationId xmlns:a16="http://schemas.microsoft.com/office/drawing/2014/main" id="{E4903377-8466-4588-A7CB-BF6CB199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3" y="1967471"/>
            <a:ext cx="52388" cy="36563"/>
          </a:xfrm>
          <a:custGeom xmlns:a="http://schemas.openxmlformats.org/drawingml/2006/main">
            <a:pathLst>
              <a:path w="52388" h="36563">
                <a:moveTo>
                  <a:pt x="0" y="0"/>
                </a:moveTo>
                <a:lnTo>
                  <a:pt x="52388" y="365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7" name="line-21">
            <a:extLst xmlns:a="http://schemas.openxmlformats.org/drawingml/2006/main">
              <a:ext uri="{FF2B5EF4-FFF2-40B4-BE49-F238E27FC236}">
                <a16:creationId xmlns:a16="http://schemas.microsoft.com/office/drawing/2014/main" id="{D94563B3-343B-4F7A-87B1-CE9DCE77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4034"/>
            <a:ext cx="52388" cy="67893"/>
          </a:xfrm>
          <a:custGeom xmlns:a="http://schemas.openxmlformats.org/drawingml/2006/main">
            <a:pathLst>
              <a:path w="52388" h="67893">
                <a:moveTo>
                  <a:pt x="0" y="0"/>
                </a:moveTo>
                <a:lnTo>
                  <a:pt x="52388" y="6789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8" name="line-22">
            <a:extLst xmlns:a="http://schemas.openxmlformats.org/drawingml/2006/main">
              <a:ext uri="{FF2B5EF4-FFF2-40B4-BE49-F238E27FC236}">
                <a16:creationId xmlns:a16="http://schemas.microsoft.com/office/drawing/2014/main" id="{BAD27378-582D-43D5-9A27-D5681A16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8" y="2071927"/>
            <a:ext cx="52388" cy="92578"/>
          </a:xfrm>
          <a:custGeom xmlns:a="http://schemas.openxmlformats.org/drawingml/2006/main">
            <a:pathLst>
              <a:path w="52388" h="92578">
                <a:moveTo>
                  <a:pt x="0" y="0"/>
                </a:moveTo>
                <a:lnTo>
                  <a:pt x="52388" y="9257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9" name="line-23">
            <a:extLst xmlns:a="http://schemas.openxmlformats.org/drawingml/2006/main">
              <a:ext uri="{FF2B5EF4-FFF2-40B4-BE49-F238E27FC236}">
                <a16:creationId xmlns:a16="http://schemas.microsoft.com/office/drawing/2014/main" id="{B3504921-6F5A-4212-B0D0-6D0F1D51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164505"/>
            <a:ext cx="52388" cy="108200"/>
          </a:xfrm>
          <a:custGeom xmlns:a="http://schemas.openxmlformats.org/drawingml/2006/main">
            <a:pathLst>
              <a:path w="52388" h="108200">
                <a:moveTo>
                  <a:pt x="0" y="0"/>
                </a:moveTo>
                <a:lnTo>
                  <a:pt x="52388" y="108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10" name="line-24">
            <a:extLst xmlns:a="http://schemas.openxmlformats.org/drawingml/2006/main">
              <a:ext uri="{FF2B5EF4-FFF2-40B4-BE49-F238E27FC236}">
                <a16:creationId xmlns:a16="http://schemas.microsoft.com/office/drawing/2014/main" id="{1DC26B63-8C08-4B0F-BBEB-3A9BE3FB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3" y="2272704"/>
            <a:ext cx="52388" cy="113231"/>
          </a:xfrm>
          <a:custGeom xmlns:a="http://schemas.openxmlformats.org/drawingml/2006/main">
            <a:pathLst>
              <a:path w="52388" h="113231">
                <a:moveTo>
                  <a:pt x="0" y="0"/>
                </a:moveTo>
                <a:lnTo>
                  <a:pt x="52388" y="11323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11" name="line-25">
            <a:extLst xmlns:a="http://schemas.openxmlformats.org/drawingml/2006/main">
              <a:ext uri="{FF2B5EF4-FFF2-40B4-BE49-F238E27FC236}">
                <a16:creationId xmlns:a16="http://schemas.microsoft.com/office/drawing/2014/main" id="{37959D0A-28EA-4FD1-8946-F643EB22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85935"/>
            <a:ext cx="52388" cy="107178"/>
          </a:xfrm>
          <a:custGeom xmlns:a="http://schemas.openxmlformats.org/drawingml/2006/main">
            <a:pathLst>
              <a:path w="52388" h="107178">
                <a:moveTo>
                  <a:pt x="0" y="0"/>
                </a:moveTo>
                <a:lnTo>
                  <a:pt x="52388" y="10717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12" name="line-26">
            <a:extLst xmlns:a="http://schemas.openxmlformats.org/drawingml/2006/main">
              <a:ext uri="{FF2B5EF4-FFF2-40B4-BE49-F238E27FC236}">
                <a16:creationId xmlns:a16="http://schemas.microsoft.com/office/drawing/2014/main" id="{FCB9288F-CC39-4CFE-B1E1-9CB62A63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8" y="2493113"/>
            <a:ext cx="52388" cy="90634"/>
          </a:xfrm>
          <a:custGeom xmlns:a="http://schemas.openxmlformats.org/drawingml/2006/main">
            <a:pathLst>
              <a:path w="52388" h="90634">
                <a:moveTo>
                  <a:pt x="0" y="0"/>
                </a:moveTo>
                <a:lnTo>
                  <a:pt x="52388" y="906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13" name="line-27">
            <a:extLst xmlns:a="http://schemas.openxmlformats.org/drawingml/2006/main">
              <a:ext uri="{FF2B5EF4-FFF2-40B4-BE49-F238E27FC236}">
                <a16:creationId xmlns:a16="http://schemas.microsoft.com/office/drawing/2014/main" id="{A14C8C5C-9EF4-426A-828F-A6F22A16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83747"/>
            <a:ext cx="52388" cy="65218"/>
          </a:xfrm>
          <a:custGeom xmlns:a="http://schemas.openxmlformats.org/drawingml/2006/main">
            <a:pathLst>
              <a:path w="52388" h="65218">
                <a:moveTo>
                  <a:pt x="0" y="0"/>
                </a:moveTo>
                <a:lnTo>
                  <a:pt x="52388" y="652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14" name="line-28">
            <a:extLst xmlns:a="http://schemas.openxmlformats.org/drawingml/2006/main">
              <a:ext uri="{FF2B5EF4-FFF2-40B4-BE49-F238E27FC236}">
                <a16:creationId xmlns:a16="http://schemas.microsoft.com/office/drawing/2014/main" id="{C366ED4A-4DBE-431A-9FDD-F6D6DD6B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3" y="2648965"/>
            <a:ext cx="52388" cy="33418"/>
          </a:xfrm>
          <a:custGeom xmlns:a="http://schemas.openxmlformats.org/drawingml/2006/main">
            <a:pathLst>
              <a:path w="52388" h="33418">
                <a:moveTo>
                  <a:pt x="0" y="0"/>
                </a:moveTo>
                <a:lnTo>
                  <a:pt x="52388" y="334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15" name="line-29">
            <a:extLst xmlns:a="http://schemas.openxmlformats.org/drawingml/2006/main">
              <a:ext uri="{FF2B5EF4-FFF2-40B4-BE49-F238E27FC236}">
                <a16:creationId xmlns:a16="http://schemas.microsoft.com/office/drawing/2014/main" id="{0525198E-6AC2-45FC-9DAB-182D3DE9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80729"/>
            <a:ext cx="52388" cy="9525"/>
          </a:xfrm>
          <a:custGeom xmlns:a="http://schemas.openxmlformats.org/drawingml/2006/main">
            <a:pathLst>
              <a:path w="52388" h="9525">
                <a:moveTo>
                  <a:pt x="0" y="1653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16" name="line-30">
            <a:extLst xmlns:a="http://schemas.openxmlformats.org/drawingml/2006/main">
              <a:ext uri="{FF2B5EF4-FFF2-40B4-BE49-F238E27FC236}">
                <a16:creationId xmlns:a16="http://schemas.microsoft.com/office/drawing/2014/main" id="{239D1CF6-F790-4864-8BFC-5FB80DEC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8" y="2644166"/>
            <a:ext cx="52388" cy="36563"/>
          </a:xfrm>
          <a:custGeom xmlns:a="http://schemas.openxmlformats.org/drawingml/2006/main">
            <a:pathLst>
              <a:path w="52388" h="36563">
                <a:moveTo>
                  <a:pt x="0" y="36563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17" name="line-31">
            <a:extLst xmlns:a="http://schemas.openxmlformats.org/drawingml/2006/main">
              <a:ext uri="{FF2B5EF4-FFF2-40B4-BE49-F238E27FC236}">
                <a16:creationId xmlns:a16="http://schemas.microsoft.com/office/drawing/2014/main" id="{3D3726A3-CBC4-4494-8880-122A8C71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576273"/>
            <a:ext cx="52388" cy="67893"/>
          </a:xfrm>
          <a:custGeom xmlns:a="http://schemas.openxmlformats.org/drawingml/2006/main">
            <a:pathLst>
              <a:path w="52388" h="67893">
                <a:moveTo>
                  <a:pt x="0" y="67893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18" name="line-32">
            <a:extLst xmlns:a="http://schemas.openxmlformats.org/drawingml/2006/main">
              <a:ext uri="{FF2B5EF4-FFF2-40B4-BE49-F238E27FC236}">
                <a16:creationId xmlns:a16="http://schemas.microsoft.com/office/drawing/2014/main" id="{C9E972AC-F5B8-4A94-8D8B-FE79331F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3" y="2483695"/>
            <a:ext cx="52388" cy="92578"/>
          </a:xfrm>
          <a:custGeom xmlns:a="http://schemas.openxmlformats.org/drawingml/2006/main">
            <a:pathLst>
              <a:path w="52388" h="92578">
                <a:moveTo>
                  <a:pt x="0" y="92578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19" name="line-33">
            <a:extLst xmlns:a="http://schemas.openxmlformats.org/drawingml/2006/main">
              <a:ext uri="{FF2B5EF4-FFF2-40B4-BE49-F238E27FC236}">
                <a16:creationId xmlns:a16="http://schemas.microsoft.com/office/drawing/2014/main" id="{20D012A7-5E05-4215-A570-71DB8587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75496"/>
            <a:ext cx="52388" cy="108200"/>
          </a:xfrm>
          <a:custGeom xmlns:a="http://schemas.openxmlformats.org/drawingml/2006/main">
            <a:pathLst>
              <a:path w="52388" h="108200">
                <a:moveTo>
                  <a:pt x="0" y="10820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20" name="line-34">
            <a:extLst xmlns:a="http://schemas.openxmlformats.org/drawingml/2006/main">
              <a:ext uri="{FF2B5EF4-FFF2-40B4-BE49-F238E27FC236}">
                <a16:creationId xmlns:a16="http://schemas.microsoft.com/office/drawing/2014/main" id="{6A7C0244-9DC9-4745-A0DB-95E18667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838" y="2262265"/>
            <a:ext cx="52388" cy="113231"/>
          </a:xfrm>
          <a:custGeom xmlns:a="http://schemas.openxmlformats.org/drawingml/2006/main">
            <a:pathLst>
              <a:path w="52388" h="113231">
                <a:moveTo>
                  <a:pt x="0" y="113231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21" name="line-35">
            <a:extLst xmlns:a="http://schemas.openxmlformats.org/drawingml/2006/main">
              <a:ext uri="{FF2B5EF4-FFF2-40B4-BE49-F238E27FC236}">
                <a16:creationId xmlns:a16="http://schemas.microsoft.com/office/drawing/2014/main" id="{5324F2FE-A976-41A8-8E97-EE500AF9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155087"/>
            <a:ext cx="52388" cy="107178"/>
          </a:xfrm>
          <a:custGeom xmlns:a="http://schemas.openxmlformats.org/drawingml/2006/main">
            <a:pathLst>
              <a:path w="52388" h="107178">
                <a:moveTo>
                  <a:pt x="0" y="107178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22" name="line-36">
            <a:extLst xmlns:a="http://schemas.openxmlformats.org/drawingml/2006/main">
              <a:ext uri="{FF2B5EF4-FFF2-40B4-BE49-F238E27FC236}">
                <a16:creationId xmlns:a16="http://schemas.microsoft.com/office/drawing/2014/main" id="{4FDD828F-3EC1-4C5F-A2F5-E21BBEBE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613" y="2064453"/>
            <a:ext cx="52388" cy="90634"/>
          </a:xfrm>
          <a:custGeom xmlns:a="http://schemas.openxmlformats.org/drawingml/2006/main">
            <a:pathLst>
              <a:path w="52388" h="90634">
                <a:moveTo>
                  <a:pt x="0" y="90634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23" name="line-37">
            <a:extLst xmlns:a="http://schemas.openxmlformats.org/drawingml/2006/main">
              <a:ext uri="{FF2B5EF4-FFF2-40B4-BE49-F238E27FC236}">
                <a16:creationId xmlns:a16="http://schemas.microsoft.com/office/drawing/2014/main" id="{FB17FA48-92DF-4262-BA00-61B3404E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99235"/>
            <a:ext cx="52388" cy="65218"/>
          </a:xfrm>
          <a:custGeom xmlns:a="http://schemas.openxmlformats.org/drawingml/2006/main">
            <a:pathLst>
              <a:path w="52388" h="65218">
                <a:moveTo>
                  <a:pt x="0" y="65218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24" name="line-38">
            <a:extLst xmlns:a="http://schemas.openxmlformats.org/drawingml/2006/main">
              <a:ext uri="{FF2B5EF4-FFF2-40B4-BE49-F238E27FC236}">
                <a16:creationId xmlns:a16="http://schemas.microsoft.com/office/drawing/2014/main" id="{4A2EFFAE-C8A1-4209-A0EF-671EF323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1965818"/>
            <a:ext cx="52388" cy="33418"/>
          </a:xfrm>
          <a:custGeom xmlns:a="http://schemas.openxmlformats.org/drawingml/2006/main">
            <a:pathLst>
              <a:path w="52388" h="33418">
                <a:moveTo>
                  <a:pt x="0" y="33418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25" name="line-39">
            <a:extLst xmlns:a="http://schemas.openxmlformats.org/drawingml/2006/main">
              <a:ext uri="{FF2B5EF4-FFF2-40B4-BE49-F238E27FC236}">
                <a16:creationId xmlns:a16="http://schemas.microsoft.com/office/drawing/2014/main" id="{1F029F17-B801-4C21-94FD-DB1C4DAB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965818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165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26" name="line-40">
            <a:extLst xmlns:a="http://schemas.openxmlformats.org/drawingml/2006/main">
              <a:ext uri="{FF2B5EF4-FFF2-40B4-BE49-F238E27FC236}">
                <a16:creationId xmlns:a16="http://schemas.microsoft.com/office/drawing/2014/main" id="{B8FB17D5-4B38-419A-9D67-E1BEF990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1967471"/>
            <a:ext cx="52388" cy="36563"/>
          </a:xfrm>
          <a:custGeom xmlns:a="http://schemas.openxmlformats.org/drawingml/2006/main">
            <a:pathLst>
              <a:path w="52388" h="36563">
                <a:moveTo>
                  <a:pt x="0" y="0"/>
                </a:moveTo>
                <a:lnTo>
                  <a:pt x="52388" y="365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27" name="line-41">
            <a:extLst xmlns:a="http://schemas.openxmlformats.org/drawingml/2006/main">
              <a:ext uri="{FF2B5EF4-FFF2-40B4-BE49-F238E27FC236}">
                <a16:creationId xmlns:a16="http://schemas.microsoft.com/office/drawing/2014/main" id="{25E71F26-62C8-4C16-93E3-31EAAB82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04034"/>
            <a:ext cx="52388" cy="67893"/>
          </a:xfrm>
          <a:custGeom xmlns:a="http://schemas.openxmlformats.org/drawingml/2006/main">
            <a:pathLst>
              <a:path w="52388" h="67893">
                <a:moveTo>
                  <a:pt x="0" y="0"/>
                </a:moveTo>
                <a:lnTo>
                  <a:pt x="52388" y="6789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28" name="line-42">
            <a:extLst xmlns:a="http://schemas.openxmlformats.org/drawingml/2006/main">
              <a:ext uri="{FF2B5EF4-FFF2-40B4-BE49-F238E27FC236}">
                <a16:creationId xmlns:a16="http://schemas.microsoft.com/office/drawing/2014/main" id="{5D339F68-A83E-400B-AE10-F7DAE40A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938" y="2071927"/>
            <a:ext cx="52388" cy="92578"/>
          </a:xfrm>
          <a:custGeom xmlns:a="http://schemas.openxmlformats.org/drawingml/2006/main">
            <a:pathLst>
              <a:path w="52388" h="92578">
                <a:moveTo>
                  <a:pt x="0" y="0"/>
                </a:moveTo>
                <a:lnTo>
                  <a:pt x="52388" y="9257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29" name="line-43">
            <a:extLst xmlns:a="http://schemas.openxmlformats.org/drawingml/2006/main">
              <a:ext uri="{FF2B5EF4-FFF2-40B4-BE49-F238E27FC236}">
                <a16:creationId xmlns:a16="http://schemas.microsoft.com/office/drawing/2014/main" id="{D18DC1C8-2CC4-4762-8A17-3081D762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164505"/>
            <a:ext cx="52388" cy="108200"/>
          </a:xfrm>
          <a:custGeom xmlns:a="http://schemas.openxmlformats.org/drawingml/2006/main">
            <a:pathLst>
              <a:path w="52388" h="108200">
                <a:moveTo>
                  <a:pt x="0" y="0"/>
                </a:moveTo>
                <a:lnTo>
                  <a:pt x="52388" y="108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30" name="line-44">
            <a:extLst xmlns:a="http://schemas.openxmlformats.org/drawingml/2006/main">
              <a:ext uri="{FF2B5EF4-FFF2-40B4-BE49-F238E27FC236}">
                <a16:creationId xmlns:a16="http://schemas.microsoft.com/office/drawing/2014/main" id="{E9109A24-D626-42D8-958A-ADC4A1C1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3" y="2272704"/>
            <a:ext cx="52388" cy="113231"/>
          </a:xfrm>
          <a:custGeom xmlns:a="http://schemas.openxmlformats.org/drawingml/2006/main">
            <a:pathLst>
              <a:path w="52388" h="113231">
                <a:moveTo>
                  <a:pt x="0" y="0"/>
                </a:moveTo>
                <a:lnTo>
                  <a:pt x="52388" y="11323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31" name="line-45">
            <a:extLst xmlns:a="http://schemas.openxmlformats.org/drawingml/2006/main">
              <a:ext uri="{FF2B5EF4-FFF2-40B4-BE49-F238E27FC236}">
                <a16:creationId xmlns:a16="http://schemas.microsoft.com/office/drawing/2014/main" id="{1600C111-3890-41DA-AC40-1FCB308D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85935"/>
            <a:ext cx="52388" cy="107178"/>
          </a:xfrm>
          <a:custGeom xmlns:a="http://schemas.openxmlformats.org/drawingml/2006/main">
            <a:pathLst>
              <a:path w="52388" h="107178">
                <a:moveTo>
                  <a:pt x="0" y="0"/>
                </a:moveTo>
                <a:lnTo>
                  <a:pt x="52388" y="10717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32" name="line-46">
            <a:extLst xmlns:a="http://schemas.openxmlformats.org/drawingml/2006/main">
              <a:ext uri="{FF2B5EF4-FFF2-40B4-BE49-F238E27FC236}">
                <a16:creationId xmlns:a16="http://schemas.microsoft.com/office/drawing/2014/main" id="{8CB484E5-74CA-4ECA-9DAB-49FB9DDE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488" y="2493113"/>
            <a:ext cx="52388" cy="90634"/>
          </a:xfrm>
          <a:custGeom xmlns:a="http://schemas.openxmlformats.org/drawingml/2006/main">
            <a:pathLst>
              <a:path w="52388" h="90634">
                <a:moveTo>
                  <a:pt x="0" y="0"/>
                </a:moveTo>
                <a:lnTo>
                  <a:pt x="52388" y="906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33" name="line-47">
            <a:extLst xmlns:a="http://schemas.openxmlformats.org/drawingml/2006/main">
              <a:ext uri="{FF2B5EF4-FFF2-40B4-BE49-F238E27FC236}">
                <a16:creationId xmlns:a16="http://schemas.microsoft.com/office/drawing/2014/main" id="{A62EC237-4453-4546-95E2-9025007F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83747"/>
            <a:ext cx="52388" cy="65218"/>
          </a:xfrm>
          <a:custGeom xmlns:a="http://schemas.openxmlformats.org/drawingml/2006/main">
            <a:pathLst>
              <a:path w="52388" h="65218">
                <a:moveTo>
                  <a:pt x="0" y="0"/>
                </a:moveTo>
                <a:lnTo>
                  <a:pt x="52388" y="652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34" name="line-48">
            <a:extLst xmlns:a="http://schemas.openxmlformats.org/drawingml/2006/main">
              <a:ext uri="{FF2B5EF4-FFF2-40B4-BE49-F238E27FC236}">
                <a16:creationId xmlns:a16="http://schemas.microsoft.com/office/drawing/2014/main" id="{B5FEE7B1-74FD-41C4-933B-024DE68B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1263" y="2648965"/>
            <a:ext cx="52388" cy="33418"/>
          </a:xfrm>
          <a:custGeom xmlns:a="http://schemas.openxmlformats.org/drawingml/2006/main">
            <a:pathLst>
              <a:path w="52388" h="33418">
                <a:moveTo>
                  <a:pt x="0" y="0"/>
                </a:moveTo>
                <a:lnTo>
                  <a:pt x="52388" y="334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35" name="line-49">
            <a:extLst xmlns:a="http://schemas.openxmlformats.org/drawingml/2006/main">
              <a:ext uri="{FF2B5EF4-FFF2-40B4-BE49-F238E27FC236}">
                <a16:creationId xmlns:a16="http://schemas.microsoft.com/office/drawing/2014/main" id="{B8C5CD14-5725-4CBF-AD7F-4A41232F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80729"/>
            <a:ext cx="52388" cy="9525"/>
          </a:xfrm>
          <a:custGeom xmlns:a="http://schemas.openxmlformats.org/drawingml/2006/main">
            <a:pathLst>
              <a:path w="52388" h="9525">
                <a:moveTo>
                  <a:pt x="0" y="1653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36" name="line-50">
            <a:extLst xmlns:a="http://schemas.openxmlformats.org/drawingml/2006/main">
              <a:ext uri="{FF2B5EF4-FFF2-40B4-BE49-F238E27FC236}">
                <a16:creationId xmlns:a16="http://schemas.microsoft.com/office/drawing/2014/main" id="{02A8D8B4-12FE-41AB-97A4-46A94223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038" y="2644166"/>
            <a:ext cx="52388" cy="36563"/>
          </a:xfrm>
          <a:custGeom xmlns:a="http://schemas.openxmlformats.org/drawingml/2006/main">
            <a:pathLst>
              <a:path w="52388" h="36563">
                <a:moveTo>
                  <a:pt x="0" y="36563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37" name="line-51">
            <a:extLst xmlns:a="http://schemas.openxmlformats.org/drawingml/2006/main">
              <a:ext uri="{FF2B5EF4-FFF2-40B4-BE49-F238E27FC236}">
                <a16:creationId xmlns:a16="http://schemas.microsoft.com/office/drawing/2014/main" id="{AD4F8D4E-CB71-486E-B462-6FC4B75E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576273"/>
            <a:ext cx="52388" cy="67893"/>
          </a:xfrm>
          <a:custGeom xmlns:a="http://schemas.openxmlformats.org/drawingml/2006/main">
            <a:pathLst>
              <a:path w="52388" h="67893">
                <a:moveTo>
                  <a:pt x="0" y="67893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38" name="line-52">
            <a:extLst xmlns:a="http://schemas.openxmlformats.org/drawingml/2006/main">
              <a:ext uri="{FF2B5EF4-FFF2-40B4-BE49-F238E27FC236}">
                <a16:creationId xmlns:a16="http://schemas.microsoft.com/office/drawing/2014/main" id="{27316484-C0D6-419F-A9AC-92437449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483695"/>
            <a:ext cx="52388" cy="92578"/>
          </a:xfrm>
          <a:custGeom xmlns:a="http://schemas.openxmlformats.org/drawingml/2006/main">
            <a:pathLst>
              <a:path w="52388" h="92578">
                <a:moveTo>
                  <a:pt x="0" y="92578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39" name="line-53">
            <a:extLst xmlns:a="http://schemas.openxmlformats.org/drawingml/2006/main">
              <a:ext uri="{FF2B5EF4-FFF2-40B4-BE49-F238E27FC236}">
                <a16:creationId xmlns:a16="http://schemas.microsoft.com/office/drawing/2014/main" id="{625E2EB8-7994-4EF0-BF3B-BE7B13C7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75496"/>
            <a:ext cx="52388" cy="108200"/>
          </a:xfrm>
          <a:custGeom xmlns:a="http://schemas.openxmlformats.org/drawingml/2006/main">
            <a:pathLst>
              <a:path w="52388" h="108200">
                <a:moveTo>
                  <a:pt x="0" y="10820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40" name="line-54">
            <a:extLst xmlns:a="http://schemas.openxmlformats.org/drawingml/2006/main">
              <a:ext uri="{FF2B5EF4-FFF2-40B4-BE49-F238E27FC236}">
                <a16:creationId xmlns:a16="http://schemas.microsoft.com/office/drawing/2014/main" id="{2577FBC6-640C-4A87-9E8B-13FF95C9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8" y="2262265"/>
            <a:ext cx="52388" cy="113231"/>
          </a:xfrm>
          <a:custGeom xmlns:a="http://schemas.openxmlformats.org/drawingml/2006/main">
            <a:pathLst>
              <a:path w="52388" h="113231">
                <a:moveTo>
                  <a:pt x="0" y="113231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41" name="line-55">
            <a:extLst xmlns:a="http://schemas.openxmlformats.org/drawingml/2006/main">
              <a:ext uri="{FF2B5EF4-FFF2-40B4-BE49-F238E27FC236}">
                <a16:creationId xmlns:a16="http://schemas.microsoft.com/office/drawing/2014/main" id="{2B0E51DF-8BFF-44EF-B9F1-C4B0BB9B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155087"/>
            <a:ext cx="52388" cy="107178"/>
          </a:xfrm>
          <a:custGeom xmlns:a="http://schemas.openxmlformats.org/drawingml/2006/main">
            <a:pathLst>
              <a:path w="52388" h="107178">
                <a:moveTo>
                  <a:pt x="0" y="107178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42" name="line-56">
            <a:extLst xmlns:a="http://schemas.openxmlformats.org/drawingml/2006/main">
              <a:ext uri="{FF2B5EF4-FFF2-40B4-BE49-F238E27FC236}">
                <a16:creationId xmlns:a16="http://schemas.microsoft.com/office/drawing/2014/main" id="{DF6E6188-8479-4999-9ED5-616E97BE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363" y="2064453"/>
            <a:ext cx="52388" cy="90634"/>
          </a:xfrm>
          <a:custGeom xmlns:a="http://schemas.openxmlformats.org/drawingml/2006/main">
            <a:pathLst>
              <a:path w="52388" h="90634">
                <a:moveTo>
                  <a:pt x="0" y="90634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43" name="line-57">
            <a:extLst xmlns:a="http://schemas.openxmlformats.org/drawingml/2006/main">
              <a:ext uri="{FF2B5EF4-FFF2-40B4-BE49-F238E27FC236}">
                <a16:creationId xmlns:a16="http://schemas.microsoft.com/office/drawing/2014/main" id="{B75E450E-7CD6-41B6-9F8F-ECB55915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99235"/>
            <a:ext cx="52388" cy="65218"/>
          </a:xfrm>
          <a:custGeom xmlns:a="http://schemas.openxmlformats.org/drawingml/2006/main">
            <a:pathLst>
              <a:path w="52388" h="65218">
                <a:moveTo>
                  <a:pt x="0" y="65218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44" name="line-58">
            <a:extLst xmlns:a="http://schemas.openxmlformats.org/drawingml/2006/main">
              <a:ext uri="{FF2B5EF4-FFF2-40B4-BE49-F238E27FC236}">
                <a16:creationId xmlns:a16="http://schemas.microsoft.com/office/drawing/2014/main" id="{54FCED31-C644-447A-A71E-7FA1DA36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5138" y="1965818"/>
            <a:ext cx="52388" cy="33418"/>
          </a:xfrm>
          <a:custGeom xmlns:a="http://schemas.openxmlformats.org/drawingml/2006/main">
            <a:pathLst>
              <a:path w="52388" h="33418">
                <a:moveTo>
                  <a:pt x="0" y="33418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45" name="line-59">
            <a:extLst xmlns:a="http://schemas.openxmlformats.org/drawingml/2006/main">
              <a:ext uri="{FF2B5EF4-FFF2-40B4-BE49-F238E27FC236}">
                <a16:creationId xmlns:a16="http://schemas.microsoft.com/office/drawing/2014/main" id="{7A90A71B-2593-41BC-BA28-6A98B9C5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965818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165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46" name="line-60">
            <a:extLst xmlns:a="http://schemas.openxmlformats.org/drawingml/2006/main">
              <a:ext uri="{FF2B5EF4-FFF2-40B4-BE49-F238E27FC236}">
                <a16:creationId xmlns:a16="http://schemas.microsoft.com/office/drawing/2014/main" id="{7399FB20-E580-4E18-8CD7-E6E44FA5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913" y="1967471"/>
            <a:ext cx="52388" cy="36563"/>
          </a:xfrm>
          <a:custGeom xmlns:a="http://schemas.openxmlformats.org/drawingml/2006/main">
            <a:pathLst>
              <a:path w="52388" h="36563">
                <a:moveTo>
                  <a:pt x="0" y="0"/>
                </a:moveTo>
                <a:lnTo>
                  <a:pt x="52388" y="365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47" name="line-61">
            <a:extLst xmlns:a="http://schemas.openxmlformats.org/drawingml/2006/main">
              <a:ext uri="{FF2B5EF4-FFF2-40B4-BE49-F238E27FC236}">
                <a16:creationId xmlns:a16="http://schemas.microsoft.com/office/drawing/2014/main" id="{D0EAD68E-0FB1-4EFF-963E-F25A6AEE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04034"/>
            <a:ext cx="52388" cy="320066"/>
          </a:xfrm>
          <a:custGeom xmlns:a="http://schemas.openxmlformats.org/drawingml/2006/main">
            <a:pathLst>
              <a:path w="52388" h="320066">
                <a:moveTo>
                  <a:pt x="0" y="0"/>
                </a:moveTo>
                <a:lnTo>
                  <a:pt x="52388" y="32006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48" name="line-62">
            <a:extLst xmlns:a="http://schemas.openxmlformats.org/drawingml/2006/main">
              <a:ext uri="{FF2B5EF4-FFF2-40B4-BE49-F238E27FC236}">
                <a16:creationId xmlns:a16="http://schemas.microsoft.com/office/drawing/2014/main" id="{00748D1E-D591-4AE5-A90D-7F797A91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49" name="line-63">
            <a:extLst xmlns:a="http://schemas.openxmlformats.org/drawingml/2006/main">
              <a:ext uri="{FF2B5EF4-FFF2-40B4-BE49-F238E27FC236}">
                <a16:creationId xmlns:a16="http://schemas.microsoft.com/office/drawing/2014/main" id="{99007EBE-C12E-4CA5-B101-E78A32DD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50" name="line-64">
            <a:extLst xmlns:a="http://schemas.openxmlformats.org/drawingml/2006/main">
              <a:ext uri="{FF2B5EF4-FFF2-40B4-BE49-F238E27FC236}">
                <a16:creationId xmlns:a16="http://schemas.microsoft.com/office/drawing/2014/main" id="{1A361857-F794-48DE-AACC-E280DE3A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51" name="line-65">
            <a:extLst xmlns:a="http://schemas.openxmlformats.org/drawingml/2006/main">
              <a:ext uri="{FF2B5EF4-FFF2-40B4-BE49-F238E27FC236}">
                <a16:creationId xmlns:a16="http://schemas.microsoft.com/office/drawing/2014/main" id="{1D8232E7-BC1A-41E2-B3C4-A3A39C30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52" name="line-66">
            <a:extLst xmlns:a="http://schemas.openxmlformats.org/drawingml/2006/main">
              <a:ext uri="{FF2B5EF4-FFF2-40B4-BE49-F238E27FC236}">
                <a16:creationId xmlns:a16="http://schemas.microsoft.com/office/drawing/2014/main" id="{EBC7B8D6-7752-47B2-BB2A-2DAB333B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53" name="line-67">
            <a:extLst xmlns:a="http://schemas.openxmlformats.org/drawingml/2006/main">
              <a:ext uri="{FF2B5EF4-FFF2-40B4-BE49-F238E27FC236}">
                <a16:creationId xmlns:a16="http://schemas.microsoft.com/office/drawing/2014/main" id="{32211B84-A59F-4CAB-B7D6-AB19B959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54" name="line-68">
            <a:extLst xmlns:a="http://schemas.openxmlformats.org/drawingml/2006/main">
              <a:ext uri="{FF2B5EF4-FFF2-40B4-BE49-F238E27FC236}">
                <a16:creationId xmlns:a16="http://schemas.microsoft.com/office/drawing/2014/main" id="{60245540-AFDB-477A-8E9D-6F613684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55" name="line-69">
            <a:extLst xmlns:a="http://schemas.openxmlformats.org/drawingml/2006/main">
              <a:ext uri="{FF2B5EF4-FFF2-40B4-BE49-F238E27FC236}">
                <a16:creationId xmlns:a16="http://schemas.microsoft.com/office/drawing/2014/main" id="{A3AAFEC9-53FF-44A3-8D64-996BC60E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56" name="line-70">
            <a:extLst xmlns:a="http://schemas.openxmlformats.org/drawingml/2006/main">
              <a:ext uri="{FF2B5EF4-FFF2-40B4-BE49-F238E27FC236}">
                <a16:creationId xmlns:a16="http://schemas.microsoft.com/office/drawing/2014/main" id="{F11276B7-E398-4573-A151-BEF2715C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57" name="line-71">
            <a:extLst xmlns:a="http://schemas.openxmlformats.org/drawingml/2006/main">
              <a:ext uri="{FF2B5EF4-FFF2-40B4-BE49-F238E27FC236}">
                <a16:creationId xmlns:a16="http://schemas.microsoft.com/office/drawing/2014/main" id="{C676622E-D076-4F50-B68D-E25BA129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58" name="line-72">
            <a:extLst xmlns:a="http://schemas.openxmlformats.org/drawingml/2006/main">
              <a:ext uri="{FF2B5EF4-FFF2-40B4-BE49-F238E27FC236}">
                <a16:creationId xmlns:a16="http://schemas.microsoft.com/office/drawing/2014/main" id="{47B5D926-3194-4FCD-8679-670FE079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8563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59" name="line-73">
            <a:extLst xmlns:a="http://schemas.openxmlformats.org/drawingml/2006/main">
              <a:ext uri="{FF2B5EF4-FFF2-40B4-BE49-F238E27FC236}">
                <a16:creationId xmlns:a16="http://schemas.microsoft.com/office/drawing/2014/main" id="{360F562A-0441-447D-83E6-AA84BA9E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60" name="line-74">
            <a:extLst xmlns:a="http://schemas.openxmlformats.org/drawingml/2006/main">
              <a:ext uri="{FF2B5EF4-FFF2-40B4-BE49-F238E27FC236}">
                <a16:creationId xmlns:a16="http://schemas.microsoft.com/office/drawing/2014/main" id="{4C254FBC-BDE7-4F5B-A3B4-BFFEFE77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338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61" name="line-75">
            <a:extLst xmlns:a="http://schemas.openxmlformats.org/drawingml/2006/main">
              <a:ext uri="{FF2B5EF4-FFF2-40B4-BE49-F238E27FC236}">
                <a16:creationId xmlns:a16="http://schemas.microsoft.com/office/drawing/2014/main" id="{3434D50E-0227-4878-9A99-21771529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62" name="line-76">
            <a:extLst xmlns:a="http://schemas.openxmlformats.org/drawingml/2006/main">
              <a:ext uri="{FF2B5EF4-FFF2-40B4-BE49-F238E27FC236}">
                <a16:creationId xmlns:a16="http://schemas.microsoft.com/office/drawing/2014/main" id="{3E9EF1F2-326F-4939-B0BE-3BFB5526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113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63" name="line-77">
            <a:extLst xmlns:a="http://schemas.openxmlformats.org/drawingml/2006/main">
              <a:ext uri="{FF2B5EF4-FFF2-40B4-BE49-F238E27FC236}">
                <a16:creationId xmlns:a16="http://schemas.microsoft.com/office/drawing/2014/main" id="{FB4C5B30-D0AF-4E9D-BA65-CB1A11CF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64" name="line-78">
            <a:extLst xmlns:a="http://schemas.openxmlformats.org/drawingml/2006/main">
              <a:ext uri="{FF2B5EF4-FFF2-40B4-BE49-F238E27FC236}">
                <a16:creationId xmlns:a16="http://schemas.microsoft.com/office/drawing/2014/main" id="{A7B47186-5803-4ADA-AF3B-D68854A5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2888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65" name="line-79">
            <a:extLst xmlns:a="http://schemas.openxmlformats.org/drawingml/2006/main">
              <a:ext uri="{FF2B5EF4-FFF2-40B4-BE49-F238E27FC236}">
                <a16:creationId xmlns:a16="http://schemas.microsoft.com/office/drawing/2014/main" id="{6DBF42FE-8EBD-4E94-B2D2-8D9EF4DE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66" name="line-80">
            <a:extLst xmlns:a="http://schemas.openxmlformats.org/drawingml/2006/main">
              <a:ext uri="{FF2B5EF4-FFF2-40B4-BE49-F238E27FC236}">
                <a16:creationId xmlns:a16="http://schemas.microsoft.com/office/drawing/2014/main" id="{FF282FBE-AEE2-4E61-8EE1-55B622B9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663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67" name="line-81">
            <a:extLst xmlns:a="http://schemas.openxmlformats.org/drawingml/2006/main">
              <a:ext uri="{FF2B5EF4-FFF2-40B4-BE49-F238E27FC236}">
                <a16:creationId xmlns:a16="http://schemas.microsoft.com/office/drawing/2014/main" id="{3D99559E-C381-4066-868E-CFF64CE3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68" name="line-82">
            <a:extLst xmlns:a="http://schemas.openxmlformats.org/drawingml/2006/main">
              <a:ext uri="{FF2B5EF4-FFF2-40B4-BE49-F238E27FC236}">
                <a16:creationId xmlns:a16="http://schemas.microsoft.com/office/drawing/2014/main" id="{BAE549CD-23CA-467C-87C8-DEE19622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69" name="line-83">
            <a:extLst xmlns:a="http://schemas.openxmlformats.org/drawingml/2006/main">
              <a:ext uri="{FF2B5EF4-FFF2-40B4-BE49-F238E27FC236}">
                <a16:creationId xmlns:a16="http://schemas.microsoft.com/office/drawing/2014/main" id="{BF6C60DB-B962-4A2C-AFE2-9D30449F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70" name="line-84">
            <a:extLst xmlns:a="http://schemas.openxmlformats.org/drawingml/2006/main">
              <a:ext uri="{FF2B5EF4-FFF2-40B4-BE49-F238E27FC236}">
                <a16:creationId xmlns:a16="http://schemas.microsoft.com/office/drawing/2014/main" id="{D9A90435-A64F-454E-BA5B-C3B91FC9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213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71" name="line-85">
            <a:extLst xmlns:a="http://schemas.openxmlformats.org/drawingml/2006/main">
              <a:ext uri="{FF2B5EF4-FFF2-40B4-BE49-F238E27FC236}">
                <a16:creationId xmlns:a16="http://schemas.microsoft.com/office/drawing/2014/main" id="{7DD5E90F-C105-435F-B29E-7D7E2781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72" name="line-86">
            <a:extLst xmlns:a="http://schemas.openxmlformats.org/drawingml/2006/main">
              <a:ext uri="{FF2B5EF4-FFF2-40B4-BE49-F238E27FC236}">
                <a16:creationId xmlns:a16="http://schemas.microsoft.com/office/drawing/2014/main" id="{4149A310-7F46-491C-BF1D-038D5BE6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988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73" name="line-87">
            <a:extLst xmlns:a="http://schemas.openxmlformats.org/drawingml/2006/main">
              <a:ext uri="{FF2B5EF4-FFF2-40B4-BE49-F238E27FC236}">
                <a16:creationId xmlns:a16="http://schemas.microsoft.com/office/drawing/2014/main" id="{0B5D682A-38C8-47A4-AADB-B43775B9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74" name="line-88">
            <a:extLst xmlns:a="http://schemas.openxmlformats.org/drawingml/2006/main">
              <a:ext uri="{FF2B5EF4-FFF2-40B4-BE49-F238E27FC236}">
                <a16:creationId xmlns:a16="http://schemas.microsoft.com/office/drawing/2014/main" id="{1EC944AA-7B57-4DF1-A2A6-D08E77C8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763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75" name="line-89">
            <a:extLst xmlns:a="http://schemas.openxmlformats.org/drawingml/2006/main">
              <a:ext uri="{FF2B5EF4-FFF2-40B4-BE49-F238E27FC236}">
                <a16:creationId xmlns:a16="http://schemas.microsoft.com/office/drawing/2014/main" id="{C960C792-9832-46B5-9874-D0A04FC6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76" name="line-90">
            <a:extLst xmlns:a="http://schemas.openxmlformats.org/drawingml/2006/main">
              <a:ext uri="{FF2B5EF4-FFF2-40B4-BE49-F238E27FC236}">
                <a16:creationId xmlns:a16="http://schemas.microsoft.com/office/drawing/2014/main" id="{DD201275-033E-4554-892E-30758626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538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77" name="line-91">
            <a:extLst xmlns:a="http://schemas.openxmlformats.org/drawingml/2006/main">
              <a:ext uri="{FF2B5EF4-FFF2-40B4-BE49-F238E27FC236}">
                <a16:creationId xmlns:a16="http://schemas.microsoft.com/office/drawing/2014/main" id="{5574E808-6704-418A-A3A6-137FB446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78" name="line-92">
            <a:extLst xmlns:a="http://schemas.openxmlformats.org/drawingml/2006/main">
              <a:ext uri="{FF2B5EF4-FFF2-40B4-BE49-F238E27FC236}">
                <a16:creationId xmlns:a16="http://schemas.microsoft.com/office/drawing/2014/main" id="{C59F3808-D004-4330-8903-82A5448D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79" name="line-93">
            <a:extLst xmlns:a="http://schemas.openxmlformats.org/drawingml/2006/main">
              <a:ext uri="{FF2B5EF4-FFF2-40B4-BE49-F238E27FC236}">
                <a16:creationId xmlns:a16="http://schemas.microsoft.com/office/drawing/2014/main" id="{AEFC512D-EC58-4E61-BC48-CED8A32B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80" name="line-94">
            <a:extLst xmlns:a="http://schemas.openxmlformats.org/drawingml/2006/main">
              <a:ext uri="{FF2B5EF4-FFF2-40B4-BE49-F238E27FC236}">
                <a16:creationId xmlns:a16="http://schemas.microsoft.com/office/drawing/2014/main" id="{2B130D7E-4CAE-41E5-9F2E-2383D76D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1088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81" name="line-95">
            <a:extLst xmlns:a="http://schemas.openxmlformats.org/drawingml/2006/main">
              <a:ext uri="{FF2B5EF4-FFF2-40B4-BE49-F238E27FC236}">
                <a16:creationId xmlns:a16="http://schemas.microsoft.com/office/drawing/2014/main" id="{C73167DA-2E7B-4324-97DD-E8F2D258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82" name="line-96">
            <a:extLst xmlns:a="http://schemas.openxmlformats.org/drawingml/2006/main">
              <a:ext uri="{FF2B5EF4-FFF2-40B4-BE49-F238E27FC236}">
                <a16:creationId xmlns:a16="http://schemas.microsoft.com/office/drawing/2014/main" id="{52EF753F-81CC-40FB-A2AD-1B7C03F9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5863" y="232410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83" name="object-97">
            <a:extLst xmlns:a="http://schemas.openxmlformats.org/drawingml/2006/main">
              <a:ext uri="{FF2B5EF4-FFF2-40B4-BE49-F238E27FC236}">
                <a16:creationId xmlns:a16="http://schemas.microsoft.com/office/drawing/2014/main" id="{1D6F66F4-799E-4D84-9605-86A97DF7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6207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50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逐渐淡出：让声音平顺地停下</a:t>
            </a:r>
          </a:p>
        </p:txBody>
      </p:sp>
      <p:sp>
        <p:nvSpPr>
          <p:cNvPr id="84" name="line-98">
            <a:extLst xmlns:a="http://schemas.openxmlformats.org/drawingml/2006/main">
              <a:ext uri="{FF2B5EF4-FFF2-40B4-BE49-F238E27FC236}">
                <a16:creationId xmlns:a16="http://schemas.microsoft.com/office/drawing/2014/main" id="{AA7C339B-AB77-45D5-951E-78C612E2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3296"/>
            <a:ext cx="52388" cy="61157"/>
          </a:xfrm>
          <a:custGeom xmlns:a="http://schemas.openxmlformats.org/drawingml/2006/main">
            <a:pathLst>
              <a:path w="52388" h="61157">
                <a:moveTo>
                  <a:pt x="0" y="61157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85" name="line-99">
            <a:extLst xmlns:a="http://schemas.openxmlformats.org/drawingml/2006/main">
              <a:ext uri="{FF2B5EF4-FFF2-40B4-BE49-F238E27FC236}">
                <a16:creationId xmlns:a16="http://schemas.microsoft.com/office/drawing/2014/main" id="{3FA2B803-DDF5-48FC-9CD5-D2970786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5638" y="1974775"/>
            <a:ext cx="52388" cy="28521"/>
          </a:xfrm>
          <a:custGeom xmlns:a="http://schemas.openxmlformats.org/drawingml/2006/main">
            <a:pathLst>
              <a:path w="52388" h="28521">
                <a:moveTo>
                  <a:pt x="0" y="28521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86" name="line-100">
            <a:extLst xmlns:a="http://schemas.openxmlformats.org/drawingml/2006/main">
              <a:ext uri="{FF2B5EF4-FFF2-40B4-BE49-F238E27FC236}">
                <a16:creationId xmlns:a16="http://schemas.microsoft.com/office/drawing/2014/main" id="{D3A00D2D-290B-4B1D-B238-B611D8F4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974775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607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87" name="line-101">
            <a:extLst xmlns:a="http://schemas.openxmlformats.org/drawingml/2006/main">
              <a:ext uri="{FF2B5EF4-FFF2-40B4-BE49-F238E27FC236}">
                <a16:creationId xmlns:a16="http://schemas.microsoft.com/office/drawing/2014/main" id="{A6E98F21-A376-4E63-9C36-879E9C93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1980845"/>
            <a:ext cx="52388" cy="39193"/>
          </a:xfrm>
          <a:custGeom xmlns:a="http://schemas.openxmlformats.org/drawingml/2006/main">
            <a:pathLst>
              <a:path w="52388" h="39193">
                <a:moveTo>
                  <a:pt x="0" y="0"/>
                </a:moveTo>
                <a:lnTo>
                  <a:pt x="52388" y="3919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88" name="line-102">
            <a:extLst xmlns:a="http://schemas.openxmlformats.org/drawingml/2006/main">
              <a:ext uri="{FF2B5EF4-FFF2-40B4-BE49-F238E27FC236}">
                <a16:creationId xmlns:a16="http://schemas.microsoft.com/office/drawing/2014/main" id="{168BD78B-9CBD-4523-B5A8-91B3AC52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20037"/>
            <a:ext cx="52388" cy="67651"/>
          </a:xfrm>
          <a:custGeom xmlns:a="http://schemas.openxmlformats.org/drawingml/2006/main">
            <a:pathLst>
              <a:path w="52388" h="67651">
                <a:moveTo>
                  <a:pt x="0" y="0"/>
                </a:moveTo>
                <a:lnTo>
                  <a:pt x="52388" y="6765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89" name="line-103">
            <a:extLst xmlns:a="http://schemas.openxmlformats.org/drawingml/2006/main">
              <a:ext uri="{FF2B5EF4-FFF2-40B4-BE49-F238E27FC236}">
                <a16:creationId xmlns:a16="http://schemas.microsoft.com/office/drawing/2014/main" id="{D7183A08-4A48-4AB4-93AE-BE7A8061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188" y="2087688"/>
            <a:ext cx="52388" cy="88786"/>
          </a:xfrm>
          <a:custGeom xmlns:a="http://schemas.openxmlformats.org/drawingml/2006/main">
            <a:pathLst>
              <a:path w="52388" h="88786">
                <a:moveTo>
                  <a:pt x="0" y="0"/>
                </a:moveTo>
                <a:lnTo>
                  <a:pt x="52388" y="8878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90" name="line-104">
            <a:extLst xmlns:a="http://schemas.openxmlformats.org/drawingml/2006/main">
              <a:ext uri="{FF2B5EF4-FFF2-40B4-BE49-F238E27FC236}">
                <a16:creationId xmlns:a16="http://schemas.microsoft.com/office/drawing/2014/main" id="{95F7815B-D234-4F59-9574-989A4C46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176474"/>
            <a:ext cx="52388" cy="100727"/>
          </a:xfrm>
          <a:custGeom xmlns:a="http://schemas.openxmlformats.org/drawingml/2006/main">
            <a:pathLst>
              <a:path w="52388" h="100727">
                <a:moveTo>
                  <a:pt x="0" y="0"/>
                </a:moveTo>
                <a:lnTo>
                  <a:pt x="52388" y="10072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91" name="line-105">
            <a:extLst xmlns:a="http://schemas.openxmlformats.org/drawingml/2006/main">
              <a:ext uri="{FF2B5EF4-FFF2-40B4-BE49-F238E27FC236}">
                <a16:creationId xmlns:a16="http://schemas.microsoft.com/office/drawing/2014/main" id="{593DA18B-5315-4A81-B18E-F266A357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963" y="2277202"/>
            <a:ext cx="52388" cy="102550"/>
          </a:xfrm>
          <a:custGeom xmlns:a="http://schemas.openxmlformats.org/drawingml/2006/main">
            <a:pathLst>
              <a:path w="52388" h="102550">
                <a:moveTo>
                  <a:pt x="0" y="0"/>
                </a:moveTo>
                <a:lnTo>
                  <a:pt x="52388" y="102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92" name="line-106">
            <a:extLst xmlns:a="http://schemas.openxmlformats.org/drawingml/2006/main">
              <a:ext uri="{FF2B5EF4-FFF2-40B4-BE49-F238E27FC236}">
                <a16:creationId xmlns:a16="http://schemas.microsoft.com/office/drawing/2014/main" id="{B22CAF58-F4B2-4E6D-A9CF-A21376FD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79752"/>
            <a:ext cx="52388" cy="94348"/>
          </a:xfrm>
          <a:custGeom xmlns:a="http://schemas.openxmlformats.org/drawingml/2006/main">
            <a:pathLst>
              <a:path w="52388" h="94348">
                <a:moveTo>
                  <a:pt x="0" y="0"/>
                </a:moveTo>
                <a:lnTo>
                  <a:pt x="52388" y="9434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93" name="line-107">
            <a:extLst xmlns:a="http://schemas.openxmlformats.org/drawingml/2006/main">
              <a:ext uri="{FF2B5EF4-FFF2-40B4-BE49-F238E27FC236}">
                <a16:creationId xmlns:a16="http://schemas.microsoft.com/office/drawing/2014/main" id="{057064FA-72AE-42F1-B485-B50EA197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738" y="2474099"/>
            <a:ext cx="52388" cy="77192"/>
          </a:xfrm>
          <a:custGeom xmlns:a="http://schemas.openxmlformats.org/drawingml/2006/main">
            <a:pathLst>
              <a:path w="52388" h="77192">
                <a:moveTo>
                  <a:pt x="0" y="0"/>
                </a:moveTo>
                <a:lnTo>
                  <a:pt x="52388" y="7719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94" name="line-108">
            <a:extLst xmlns:a="http://schemas.openxmlformats.org/drawingml/2006/main">
              <a:ext uri="{FF2B5EF4-FFF2-40B4-BE49-F238E27FC236}">
                <a16:creationId xmlns:a16="http://schemas.microsoft.com/office/drawing/2014/main" id="{35E42229-E278-4BB0-86D0-AC62536E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51291"/>
            <a:ext cx="52388" cy="53005"/>
          </a:xfrm>
          <a:custGeom xmlns:a="http://schemas.openxmlformats.org/drawingml/2006/main">
            <a:pathLst>
              <a:path w="52388" h="53005">
                <a:moveTo>
                  <a:pt x="0" y="0"/>
                </a:moveTo>
                <a:lnTo>
                  <a:pt x="52388" y="5300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95" name="line-109">
            <a:extLst xmlns:a="http://schemas.openxmlformats.org/drawingml/2006/main">
              <a:ext uri="{FF2B5EF4-FFF2-40B4-BE49-F238E27FC236}">
                <a16:creationId xmlns:a16="http://schemas.microsoft.com/office/drawing/2014/main" id="{93430105-DB60-40AF-821F-AADBCA3C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9513" y="2604296"/>
            <a:ext cx="52388" cy="24344"/>
          </a:xfrm>
          <a:custGeom xmlns:a="http://schemas.openxmlformats.org/drawingml/2006/main">
            <a:pathLst>
              <a:path w="52388" h="24344">
                <a:moveTo>
                  <a:pt x="0" y="0"/>
                </a:moveTo>
                <a:lnTo>
                  <a:pt x="52388" y="2434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96" name="line-110">
            <a:extLst xmlns:a="http://schemas.openxmlformats.org/drawingml/2006/main">
              <a:ext uri="{FF2B5EF4-FFF2-40B4-BE49-F238E27FC236}">
                <a16:creationId xmlns:a16="http://schemas.microsoft.com/office/drawing/2014/main" id="{799B03EE-F51D-489A-A164-7B08F365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22777"/>
            <a:ext cx="52388" cy="9525"/>
          </a:xfrm>
          <a:custGeom xmlns:a="http://schemas.openxmlformats.org/drawingml/2006/main">
            <a:pathLst>
              <a:path w="52388" h="9525">
                <a:moveTo>
                  <a:pt x="0" y="5863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97" name="line-111">
            <a:extLst xmlns:a="http://schemas.openxmlformats.org/drawingml/2006/main">
              <a:ext uri="{FF2B5EF4-FFF2-40B4-BE49-F238E27FC236}">
                <a16:creationId xmlns:a16="http://schemas.microsoft.com/office/drawing/2014/main" id="{AEE46C31-85EC-4B09-9B35-7058BE72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4288" y="2588155"/>
            <a:ext cx="52388" cy="34622"/>
          </a:xfrm>
          <a:custGeom xmlns:a="http://schemas.openxmlformats.org/drawingml/2006/main">
            <a:pathLst>
              <a:path w="52388" h="34622">
                <a:moveTo>
                  <a:pt x="0" y="34622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98" name="line-112">
            <a:extLst xmlns:a="http://schemas.openxmlformats.org/drawingml/2006/main">
              <a:ext uri="{FF2B5EF4-FFF2-40B4-BE49-F238E27FC236}">
                <a16:creationId xmlns:a16="http://schemas.microsoft.com/office/drawing/2014/main" id="{EADE00F3-BC24-443A-8DCD-9FF7BB7D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528991"/>
            <a:ext cx="52388" cy="59164"/>
          </a:xfrm>
          <a:custGeom xmlns:a="http://schemas.openxmlformats.org/drawingml/2006/main">
            <a:pathLst>
              <a:path w="52388" h="59164">
                <a:moveTo>
                  <a:pt x="0" y="59164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99" name="line-113">
            <a:extLst xmlns:a="http://schemas.openxmlformats.org/drawingml/2006/main">
              <a:ext uri="{FF2B5EF4-FFF2-40B4-BE49-F238E27FC236}">
                <a16:creationId xmlns:a16="http://schemas.microsoft.com/office/drawing/2014/main" id="{8298E56B-846B-4E6C-9502-8CDB78F2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9063" y="2451776"/>
            <a:ext cx="52388" cy="77214"/>
          </a:xfrm>
          <a:custGeom xmlns:a="http://schemas.openxmlformats.org/drawingml/2006/main">
            <a:pathLst>
              <a:path w="52388" h="77214">
                <a:moveTo>
                  <a:pt x="0" y="77214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00" name="line-114">
            <a:extLst xmlns:a="http://schemas.openxmlformats.org/drawingml/2006/main">
              <a:ext uri="{FF2B5EF4-FFF2-40B4-BE49-F238E27FC236}">
                <a16:creationId xmlns:a16="http://schemas.microsoft.com/office/drawing/2014/main" id="{B369B15D-49D9-4508-BA58-11CAFE2B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64574"/>
            <a:ext cx="52388" cy="87202"/>
          </a:xfrm>
          <a:custGeom xmlns:a="http://schemas.openxmlformats.org/drawingml/2006/main">
            <a:pathLst>
              <a:path w="52388" h="87202">
                <a:moveTo>
                  <a:pt x="0" y="87202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01" name="line-115">
            <a:extLst xmlns:a="http://schemas.openxmlformats.org/drawingml/2006/main">
              <a:ext uri="{FF2B5EF4-FFF2-40B4-BE49-F238E27FC236}">
                <a16:creationId xmlns:a16="http://schemas.microsoft.com/office/drawing/2014/main" id="{3B39D0DC-60EF-4B36-89B9-74EF64CA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838" y="2276178"/>
            <a:ext cx="52388" cy="88396"/>
          </a:xfrm>
          <a:custGeom xmlns:a="http://schemas.openxmlformats.org/drawingml/2006/main">
            <a:pathLst>
              <a:path w="52388" h="88396">
                <a:moveTo>
                  <a:pt x="0" y="88396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02" name="line-116">
            <a:extLst xmlns:a="http://schemas.openxmlformats.org/drawingml/2006/main">
              <a:ext uri="{FF2B5EF4-FFF2-40B4-BE49-F238E27FC236}">
                <a16:creationId xmlns:a16="http://schemas.microsoft.com/office/drawing/2014/main" id="{FF62C98F-5F57-4573-925D-40C2B9C9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195227"/>
            <a:ext cx="52388" cy="80950"/>
          </a:xfrm>
          <a:custGeom xmlns:a="http://schemas.openxmlformats.org/drawingml/2006/main">
            <a:pathLst>
              <a:path w="52388" h="80950">
                <a:moveTo>
                  <a:pt x="0" y="8095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03" name="line-117">
            <a:extLst xmlns:a="http://schemas.openxmlformats.org/drawingml/2006/main">
              <a:ext uri="{FF2B5EF4-FFF2-40B4-BE49-F238E27FC236}">
                <a16:creationId xmlns:a16="http://schemas.microsoft.com/office/drawing/2014/main" id="{2B99C1BE-CE37-4B7D-8B8C-8B6D768F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613" y="2129365"/>
            <a:ext cx="52388" cy="65863"/>
          </a:xfrm>
          <a:custGeom xmlns:a="http://schemas.openxmlformats.org/drawingml/2006/main">
            <a:pathLst>
              <a:path w="52388" h="65863">
                <a:moveTo>
                  <a:pt x="0" y="65863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04" name="line-118">
            <a:extLst xmlns:a="http://schemas.openxmlformats.org/drawingml/2006/main">
              <a:ext uri="{FF2B5EF4-FFF2-40B4-BE49-F238E27FC236}">
                <a16:creationId xmlns:a16="http://schemas.microsoft.com/office/drawing/2014/main" id="{2826AFE5-0FE0-454A-8B86-5C572537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84512"/>
            <a:ext cx="52388" cy="44852"/>
          </a:xfrm>
          <a:custGeom xmlns:a="http://schemas.openxmlformats.org/drawingml/2006/main">
            <a:pathLst>
              <a:path w="52388" h="44852">
                <a:moveTo>
                  <a:pt x="0" y="44852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05" name="line-119">
            <a:extLst xmlns:a="http://schemas.openxmlformats.org/drawingml/2006/main">
              <a:ext uri="{FF2B5EF4-FFF2-40B4-BE49-F238E27FC236}">
                <a16:creationId xmlns:a16="http://schemas.microsoft.com/office/drawing/2014/main" id="{4658F136-C04B-4636-9589-36D5DE4D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388" y="2064345"/>
            <a:ext cx="52388" cy="20167"/>
          </a:xfrm>
          <a:custGeom xmlns:a="http://schemas.openxmlformats.org/drawingml/2006/main">
            <a:pathLst>
              <a:path w="52388" h="20167">
                <a:moveTo>
                  <a:pt x="0" y="20167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06" name="line-120">
            <a:extLst xmlns:a="http://schemas.openxmlformats.org/drawingml/2006/main">
              <a:ext uri="{FF2B5EF4-FFF2-40B4-BE49-F238E27FC236}">
                <a16:creationId xmlns:a16="http://schemas.microsoft.com/office/drawing/2014/main" id="{72CF0387-6215-4DDF-AF7A-411ED33A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064345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565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07" name="line-121">
            <a:extLst xmlns:a="http://schemas.openxmlformats.org/drawingml/2006/main">
              <a:ext uri="{FF2B5EF4-FFF2-40B4-BE49-F238E27FC236}">
                <a16:creationId xmlns:a16="http://schemas.microsoft.com/office/drawing/2014/main" id="{2A3FCF09-B9D3-4F2D-98AA-11B30E50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163" y="2070002"/>
            <a:ext cx="52388" cy="30052"/>
          </a:xfrm>
          <a:custGeom xmlns:a="http://schemas.openxmlformats.org/drawingml/2006/main">
            <a:pathLst>
              <a:path w="52388" h="30052">
                <a:moveTo>
                  <a:pt x="0" y="0"/>
                </a:moveTo>
                <a:lnTo>
                  <a:pt x="52388" y="3005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08" name="line-122">
            <a:extLst xmlns:a="http://schemas.openxmlformats.org/drawingml/2006/main">
              <a:ext uri="{FF2B5EF4-FFF2-40B4-BE49-F238E27FC236}">
                <a16:creationId xmlns:a16="http://schemas.microsoft.com/office/drawing/2014/main" id="{80B78A8D-83E7-463C-B79F-340EF7F5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00054"/>
            <a:ext cx="52388" cy="50677"/>
          </a:xfrm>
          <a:custGeom xmlns:a="http://schemas.openxmlformats.org/drawingml/2006/main">
            <a:pathLst>
              <a:path w="52388" h="50677">
                <a:moveTo>
                  <a:pt x="0" y="0"/>
                </a:moveTo>
                <a:lnTo>
                  <a:pt x="52388" y="5067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09" name="line-123">
            <a:extLst xmlns:a="http://schemas.openxmlformats.org/drawingml/2006/main">
              <a:ext uri="{FF2B5EF4-FFF2-40B4-BE49-F238E27FC236}">
                <a16:creationId xmlns:a16="http://schemas.microsoft.com/office/drawing/2014/main" id="{3832A14A-B6B2-4DB8-8CB4-676D1D1C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2938" y="2150731"/>
            <a:ext cx="52388" cy="65642"/>
          </a:xfrm>
          <a:custGeom xmlns:a="http://schemas.openxmlformats.org/drawingml/2006/main">
            <a:pathLst>
              <a:path w="52388" h="65642">
                <a:moveTo>
                  <a:pt x="0" y="0"/>
                </a:moveTo>
                <a:lnTo>
                  <a:pt x="52388" y="6564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10" name="line-124">
            <a:extLst xmlns:a="http://schemas.openxmlformats.org/drawingml/2006/main">
              <a:ext uri="{FF2B5EF4-FFF2-40B4-BE49-F238E27FC236}">
                <a16:creationId xmlns:a16="http://schemas.microsoft.com/office/drawing/2014/main" id="{56A4A2B6-1622-4140-8715-258C3A95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16373"/>
            <a:ext cx="52388" cy="73677"/>
          </a:xfrm>
          <a:custGeom xmlns:a="http://schemas.openxmlformats.org/drawingml/2006/main">
            <a:pathLst>
              <a:path w="52388" h="73677">
                <a:moveTo>
                  <a:pt x="0" y="0"/>
                </a:moveTo>
                <a:lnTo>
                  <a:pt x="52388" y="7367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11" name="line-125">
            <a:extLst xmlns:a="http://schemas.openxmlformats.org/drawingml/2006/main">
              <a:ext uri="{FF2B5EF4-FFF2-40B4-BE49-F238E27FC236}">
                <a16:creationId xmlns:a16="http://schemas.microsoft.com/office/drawing/2014/main" id="{FC589486-1F95-41F9-BD00-BB8CD1D1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713" y="2290050"/>
            <a:ext cx="52388" cy="74242"/>
          </a:xfrm>
          <a:custGeom xmlns:a="http://schemas.openxmlformats.org/drawingml/2006/main">
            <a:pathLst>
              <a:path w="52388" h="74242">
                <a:moveTo>
                  <a:pt x="0" y="0"/>
                </a:moveTo>
                <a:lnTo>
                  <a:pt x="52388" y="7424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12" name="line-126">
            <a:extLst xmlns:a="http://schemas.openxmlformats.org/drawingml/2006/main">
              <a:ext uri="{FF2B5EF4-FFF2-40B4-BE49-F238E27FC236}">
                <a16:creationId xmlns:a16="http://schemas.microsoft.com/office/drawing/2014/main" id="{80F78AEB-9608-457E-A54E-A8B0D2D1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64293"/>
            <a:ext cx="52388" cy="67553"/>
          </a:xfrm>
          <a:custGeom xmlns:a="http://schemas.openxmlformats.org/drawingml/2006/main">
            <a:pathLst>
              <a:path w="52388" h="67553">
                <a:moveTo>
                  <a:pt x="0" y="0"/>
                </a:moveTo>
                <a:lnTo>
                  <a:pt x="52388" y="6755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13" name="line-127">
            <a:extLst xmlns:a="http://schemas.openxmlformats.org/drawingml/2006/main">
              <a:ext uri="{FF2B5EF4-FFF2-40B4-BE49-F238E27FC236}">
                <a16:creationId xmlns:a16="http://schemas.microsoft.com/office/drawing/2014/main" id="{ECE452DA-1662-4963-9883-E4A038B4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2488" y="2431846"/>
            <a:ext cx="52388" cy="54533"/>
          </a:xfrm>
          <a:custGeom xmlns:a="http://schemas.openxmlformats.org/drawingml/2006/main">
            <a:pathLst>
              <a:path w="52388" h="54533">
                <a:moveTo>
                  <a:pt x="0" y="0"/>
                </a:moveTo>
                <a:lnTo>
                  <a:pt x="52388" y="5453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14" name="line-128">
            <a:extLst xmlns:a="http://schemas.openxmlformats.org/drawingml/2006/main">
              <a:ext uri="{FF2B5EF4-FFF2-40B4-BE49-F238E27FC236}">
                <a16:creationId xmlns:a16="http://schemas.microsoft.com/office/drawing/2014/main" id="{DB88A9C9-0C5C-4701-8A4C-222C951B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86379"/>
            <a:ext cx="52388" cy="36700"/>
          </a:xfrm>
          <a:custGeom xmlns:a="http://schemas.openxmlformats.org/drawingml/2006/main">
            <a:pathLst>
              <a:path w="52388" h="36700">
                <a:moveTo>
                  <a:pt x="0" y="0"/>
                </a:moveTo>
                <a:lnTo>
                  <a:pt x="52388" y="367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15" name="line-129">
            <a:extLst xmlns:a="http://schemas.openxmlformats.org/drawingml/2006/main">
              <a:ext uri="{FF2B5EF4-FFF2-40B4-BE49-F238E27FC236}">
                <a16:creationId xmlns:a16="http://schemas.microsoft.com/office/drawing/2014/main" id="{0BA1A7E0-A8EA-4039-BA8C-420A2464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263" y="2523080"/>
            <a:ext cx="52388" cy="15990"/>
          </a:xfrm>
          <a:custGeom xmlns:a="http://schemas.openxmlformats.org/drawingml/2006/main">
            <a:pathLst>
              <a:path w="52388" h="15990">
                <a:moveTo>
                  <a:pt x="0" y="0"/>
                </a:moveTo>
                <a:lnTo>
                  <a:pt x="52388" y="1599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16" name="line-130">
            <a:extLst xmlns:a="http://schemas.openxmlformats.org/drawingml/2006/main">
              <a:ext uri="{FF2B5EF4-FFF2-40B4-BE49-F238E27FC236}">
                <a16:creationId xmlns:a16="http://schemas.microsoft.com/office/drawing/2014/main" id="{4871A723-09D4-4B7E-95A2-F489E02B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3362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545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17" name="line-131">
            <a:extLst xmlns:a="http://schemas.openxmlformats.org/drawingml/2006/main">
              <a:ext uri="{FF2B5EF4-FFF2-40B4-BE49-F238E27FC236}">
                <a16:creationId xmlns:a16="http://schemas.microsoft.com/office/drawing/2014/main" id="{3F1C65ED-E083-47AF-BAAD-9915AF7C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038" y="2508138"/>
            <a:ext cx="52388" cy="25481"/>
          </a:xfrm>
          <a:custGeom xmlns:a="http://schemas.openxmlformats.org/drawingml/2006/main">
            <a:pathLst>
              <a:path w="52388" h="25481">
                <a:moveTo>
                  <a:pt x="0" y="25481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18" name="line-132">
            <a:extLst xmlns:a="http://schemas.openxmlformats.org/drawingml/2006/main">
              <a:ext uri="{FF2B5EF4-FFF2-40B4-BE49-F238E27FC236}">
                <a16:creationId xmlns:a16="http://schemas.microsoft.com/office/drawing/2014/main" id="{4E834BA5-2D46-4CB6-AF77-5488E8DF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65947"/>
            <a:ext cx="52388" cy="42191"/>
          </a:xfrm>
          <a:custGeom xmlns:a="http://schemas.openxmlformats.org/drawingml/2006/main">
            <a:pathLst>
              <a:path w="52388" h="42191">
                <a:moveTo>
                  <a:pt x="0" y="42191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19" name="line-133">
            <a:extLst xmlns:a="http://schemas.openxmlformats.org/drawingml/2006/main">
              <a:ext uri="{FF2B5EF4-FFF2-40B4-BE49-F238E27FC236}">
                <a16:creationId xmlns:a16="http://schemas.microsoft.com/office/drawing/2014/main" id="{CFD6EB49-92FB-4153-AD1F-6AE6131D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6813" y="2411877"/>
            <a:ext cx="52388" cy="54070"/>
          </a:xfrm>
          <a:custGeom xmlns:a="http://schemas.openxmlformats.org/drawingml/2006/main">
            <a:pathLst>
              <a:path w="52388" h="54070">
                <a:moveTo>
                  <a:pt x="0" y="5407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20" name="line-134">
            <a:extLst xmlns:a="http://schemas.openxmlformats.org/drawingml/2006/main">
              <a:ext uri="{FF2B5EF4-FFF2-40B4-BE49-F238E27FC236}">
                <a16:creationId xmlns:a16="http://schemas.microsoft.com/office/drawing/2014/main" id="{0261FA5C-88BD-4A9C-9BB3-847D26DE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51725"/>
            <a:ext cx="52388" cy="60152"/>
          </a:xfrm>
          <a:custGeom xmlns:a="http://schemas.openxmlformats.org/drawingml/2006/main">
            <a:pathLst>
              <a:path w="52388" h="60152">
                <a:moveTo>
                  <a:pt x="0" y="60152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21" name="line-135">
            <a:extLst xmlns:a="http://schemas.openxmlformats.org/drawingml/2006/main">
              <a:ext uri="{FF2B5EF4-FFF2-40B4-BE49-F238E27FC236}">
                <a16:creationId xmlns:a16="http://schemas.microsoft.com/office/drawing/2014/main" id="{21C41842-90CF-422A-8F61-8D595899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588" y="2291636"/>
            <a:ext cx="52388" cy="60089"/>
          </a:xfrm>
          <a:custGeom xmlns:a="http://schemas.openxmlformats.org/drawingml/2006/main">
            <a:pathLst>
              <a:path w="52388" h="60089">
                <a:moveTo>
                  <a:pt x="0" y="60089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22" name="line-136">
            <a:extLst xmlns:a="http://schemas.openxmlformats.org/drawingml/2006/main">
              <a:ext uri="{FF2B5EF4-FFF2-40B4-BE49-F238E27FC236}">
                <a16:creationId xmlns:a16="http://schemas.microsoft.com/office/drawing/2014/main" id="{842B50FB-F637-405C-8374-664794FE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237481"/>
            <a:ext cx="52388" cy="54156"/>
          </a:xfrm>
          <a:custGeom xmlns:a="http://schemas.openxmlformats.org/drawingml/2006/main">
            <a:pathLst>
              <a:path w="52388" h="54156">
                <a:moveTo>
                  <a:pt x="0" y="54156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23" name="line-137">
            <a:extLst xmlns:a="http://schemas.openxmlformats.org/drawingml/2006/main">
              <a:ext uri="{FF2B5EF4-FFF2-40B4-BE49-F238E27FC236}">
                <a16:creationId xmlns:a16="http://schemas.microsoft.com/office/drawing/2014/main" id="{C2E5A9FE-4D42-4D6F-845A-5ADCA5B6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2194276"/>
            <a:ext cx="52388" cy="43204"/>
          </a:xfrm>
          <a:custGeom xmlns:a="http://schemas.openxmlformats.org/drawingml/2006/main">
            <a:pathLst>
              <a:path w="52388" h="43204">
                <a:moveTo>
                  <a:pt x="0" y="43204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24" name="line-138">
            <a:extLst xmlns:a="http://schemas.openxmlformats.org/drawingml/2006/main">
              <a:ext uri="{FF2B5EF4-FFF2-40B4-BE49-F238E27FC236}">
                <a16:creationId xmlns:a16="http://schemas.microsoft.com/office/drawing/2014/main" id="{A57EA4F2-2644-440D-AECF-4E37242E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65728"/>
            <a:ext cx="52388" cy="28548"/>
          </a:xfrm>
          <a:custGeom xmlns:a="http://schemas.openxmlformats.org/drawingml/2006/main">
            <a:pathLst>
              <a:path w="52388" h="28548">
                <a:moveTo>
                  <a:pt x="0" y="28548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25" name="line-139">
            <a:extLst xmlns:a="http://schemas.openxmlformats.org/drawingml/2006/main">
              <a:ext uri="{FF2B5EF4-FFF2-40B4-BE49-F238E27FC236}">
                <a16:creationId xmlns:a16="http://schemas.microsoft.com/office/drawing/2014/main" id="{1A091603-3F42-4381-B555-439F506D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2153916"/>
            <a:ext cx="52388" cy="11813"/>
          </a:xfrm>
          <a:custGeom xmlns:a="http://schemas.openxmlformats.org/drawingml/2006/main">
            <a:pathLst>
              <a:path w="52388" h="11813">
                <a:moveTo>
                  <a:pt x="0" y="11813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26" name="line-140">
            <a:extLst xmlns:a="http://schemas.openxmlformats.org/drawingml/2006/main">
              <a:ext uri="{FF2B5EF4-FFF2-40B4-BE49-F238E27FC236}">
                <a16:creationId xmlns:a16="http://schemas.microsoft.com/office/drawing/2014/main" id="{AAF9695C-8939-4965-919E-9CB29508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153916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524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27" name="line-141">
            <a:extLst xmlns:a="http://schemas.openxmlformats.org/drawingml/2006/main">
              <a:ext uri="{FF2B5EF4-FFF2-40B4-BE49-F238E27FC236}">
                <a16:creationId xmlns:a16="http://schemas.microsoft.com/office/drawing/2014/main" id="{19D53A53-80B0-4409-B7D0-8EF410CB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913" y="2159159"/>
            <a:ext cx="52388" cy="20911"/>
          </a:xfrm>
          <a:custGeom xmlns:a="http://schemas.openxmlformats.org/drawingml/2006/main">
            <a:pathLst>
              <a:path w="52388" h="20911">
                <a:moveTo>
                  <a:pt x="0" y="0"/>
                </a:moveTo>
                <a:lnTo>
                  <a:pt x="52388" y="2091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28" name="line-142">
            <a:extLst xmlns:a="http://schemas.openxmlformats.org/drawingml/2006/main">
              <a:ext uri="{FF2B5EF4-FFF2-40B4-BE49-F238E27FC236}">
                <a16:creationId xmlns:a16="http://schemas.microsoft.com/office/drawing/2014/main" id="{797BD50C-79B6-4532-B2FE-C9B4375E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80070"/>
            <a:ext cx="52388" cy="33704"/>
          </a:xfrm>
          <a:custGeom xmlns:a="http://schemas.openxmlformats.org/drawingml/2006/main">
            <a:pathLst>
              <a:path w="52388" h="33704">
                <a:moveTo>
                  <a:pt x="0" y="0"/>
                </a:moveTo>
                <a:lnTo>
                  <a:pt x="52388" y="337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29" name="line-143">
            <a:extLst xmlns:a="http://schemas.openxmlformats.org/drawingml/2006/main">
              <a:ext uri="{FF2B5EF4-FFF2-40B4-BE49-F238E27FC236}">
                <a16:creationId xmlns:a16="http://schemas.microsoft.com/office/drawing/2014/main" id="{D9583E74-A6CF-47F1-A060-072DE296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2213774"/>
            <a:ext cx="52388" cy="42498"/>
          </a:xfrm>
          <a:custGeom xmlns:a="http://schemas.openxmlformats.org/drawingml/2006/main">
            <a:pathLst>
              <a:path w="52388" h="42498">
                <a:moveTo>
                  <a:pt x="0" y="0"/>
                </a:moveTo>
                <a:lnTo>
                  <a:pt x="52388" y="4249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30" name="line-144">
            <a:extLst xmlns:a="http://schemas.openxmlformats.org/drawingml/2006/main">
              <a:ext uri="{FF2B5EF4-FFF2-40B4-BE49-F238E27FC236}">
                <a16:creationId xmlns:a16="http://schemas.microsoft.com/office/drawing/2014/main" id="{0646E609-0EA8-4BFC-9225-723D4D08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256272"/>
            <a:ext cx="52388" cy="46627"/>
          </a:xfrm>
          <a:custGeom xmlns:a="http://schemas.openxmlformats.org/drawingml/2006/main">
            <a:pathLst>
              <a:path w="52388" h="46627">
                <a:moveTo>
                  <a:pt x="0" y="0"/>
                </a:moveTo>
                <a:lnTo>
                  <a:pt x="52388" y="4662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31" name="line-145">
            <a:extLst xmlns:a="http://schemas.openxmlformats.org/drawingml/2006/main">
              <a:ext uri="{FF2B5EF4-FFF2-40B4-BE49-F238E27FC236}">
                <a16:creationId xmlns:a16="http://schemas.microsoft.com/office/drawing/2014/main" id="{F30D7BEA-1901-4057-BDE2-9B1CAE1E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5463" y="2302899"/>
            <a:ext cx="52388" cy="45935"/>
          </a:xfrm>
          <a:custGeom xmlns:a="http://schemas.openxmlformats.org/drawingml/2006/main">
            <a:pathLst>
              <a:path w="52388" h="45935">
                <a:moveTo>
                  <a:pt x="0" y="0"/>
                </a:moveTo>
                <a:lnTo>
                  <a:pt x="52388" y="4593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32" name="line-146">
            <a:extLst xmlns:a="http://schemas.openxmlformats.org/drawingml/2006/main">
              <a:ext uri="{FF2B5EF4-FFF2-40B4-BE49-F238E27FC236}">
                <a16:creationId xmlns:a16="http://schemas.microsoft.com/office/drawing/2014/main" id="{811BE10B-FAD6-441F-A867-CC877DD5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48834"/>
            <a:ext cx="52388" cy="40759"/>
          </a:xfrm>
          <a:custGeom xmlns:a="http://schemas.openxmlformats.org/drawingml/2006/main">
            <a:pathLst>
              <a:path w="52388" h="40759">
                <a:moveTo>
                  <a:pt x="0" y="0"/>
                </a:moveTo>
                <a:lnTo>
                  <a:pt x="52388" y="4075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33" name="line-147">
            <a:extLst xmlns:a="http://schemas.openxmlformats.org/drawingml/2006/main">
              <a:ext uri="{FF2B5EF4-FFF2-40B4-BE49-F238E27FC236}">
                <a16:creationId xmlns:a16="http://schemas.microsoft.com/office/drawing/2014/main" id="{42244E59-274C-4F28-8846-C14C7CB9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0238" y="2389593"/>
            <a:ext cx="52388" cy="31875"/>
          </a:xfrm>
          <a:custGeom xmlns:a="http://schemas.openxmlformats.org/drawingml/2006/main">
            <a:pathLst>
              <a:path w="52388" h="31875">
                <a:moveTo>
                  <a:pt x="0" y="0"/>
                </a:moveTo>
                <a:lnTo>
                  <a:pt x="52388" y="318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34" name="line-148">
            <a:extLst xmlns:a="http://schemas.openxmlformats.org/drawingml/2006/main">
              <a:ext uri="{FF2B5EF4-FFF2-40B4-BE49-F238E27FC236}">
                <a16:creationId xmlns:a16="http://schemas.microsoft.com/office/drawing/2014/main" id="{B7B100B8-B945-4ED6-AED5-AA61EE37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421468"/>
            <a:ext cx="52388" cy="20396"/>
          </a:xfrm>
          <a:custGeom xmlns:a="http://schemas.openxmlformats.org/drawingml/2006/main">
            <a:pathLst>
              <a:path w="52388" h="20396">
                <a:moveTo>
                  <a:pt x="0" y="0"/>
                </a:moveTo>
                <a:lnTo>
                  <a:pt x="52388" y="203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35" name="line-149">
            <a:extLst xmlns:a="http://schemas.openxmlformats.org/drawingml/2006/main">
              <a:ext uri="{FF2B5EF4-FFF2-40B4-BE49-F238E27FC236}">
                <a16:creationId xmlns:a16="http://schemas.microsoft.com/office/drawing/2014/main" id="{8013CC6F-34DC-44F6-B14F-22CA67A4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013" y="2441863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763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36" name="line-150">
            <a:extLst xmlns:a="http://schemas.openxmlformats.org/drawingml/2006/main">
              <a:ext uri="{FF2B5EF4-FFF2-40B4-BE49-F238E27FC236}">
                <a16:creationId xmlns:a16="http://schemas.microsoft.com/office/drawing/2014/main" id="{5F54D813-FD53-4593-A124-D02CD2FA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44462"/>
            <a:ext cx="52388" cy="9525"/>
          </a:xfrm>
          <a:custGeom xmlns:a="http://schemas.openxmlformats.org/drawingml/2006/main">
            <a:pathLst>
              <a:path w="52388" h="9525">
                <a:moveTo>
                  <a:pt x="0" y="5037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37" name="line-151">
            <a:extLst xmlns:a="http://schemas.openxmlformats.org/drawingml/2006/main">
              <a:ext uri="{FF2B5EF4-FFF2-40B4-BE49-F238E27FC236}">
                <a16:creationId xmlns:a16="http://schemas.microsoft.com/office/drawing/2014/main" id="{1C502028-3A67-4916-A367-690DD7DB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788" y="2428121"/>
            <a:ext cx="52388" cy="16341"/>
          </a:xfrm>
          <a:custGeom xmlns:a="http://schemas.openxmlformats.org/drawingml/2006/main">
            <a:pathLst>
              <a:path w="52388" h="16341">
                <a:moveTo>
                  <a:pt x="0" y="16341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38" name="line-152">
            <a:extLst xmlns:a="http://schemas.openxmlformats.org/drawingml/2006/main">
              <a:ext uri="{FF2B5EF4-FFF2-40B4-BE49-F238E27FC236}">
                <a16:creationId xmlns:a16="http://schemas.microsoft.com/office/drawing/2014/main" id="{308E67DE-F26D-435A-A68F-2E6082F0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402904"/>
            <a:ext cx="52388" cy="25217"/>
          </a:xfrm>
          <a:custGeom xmlns:a="http://schemas.openxmlformats.org/drawingml/2006/main">
            <a:pathLst>
              <a:path w="52388" h="25217">
                <a:moveTo>
                  <a:pt x="0" y="25217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39" name="line-153">
            <a:extLst xmlns:a="http://schemas.openxmlformats.org/drawingml/2006/main">
              <a:ext uri="{FF2B5EF4-FFF2-40B4-BE49-F238E27FC236}">
                <a16:creationId xmlns:a16="http://schemas.microsoft.com/office/drawing/2014/main" id="{C45F674B-9CA0-46F9-8E99-E2B52B41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563" y="2371979"/>
            <a:ext cx="52388" cy="30925"/>
          </a:xfrm>
          <a:custGeom xmlns:a="http://schemas.openxmlformats.org/drawingml/2006/main">
            <a:pathLst>
              <a:path w="52388" h="30925">
                <a:moveTo>
                  <a:pt x="0" y="30925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40" name="line-154">
            <a:extLst xmlns:a="http://schemas.openxmlformats.org/drawingml/2006/main">
              <a:ext uri="{FF2B5EF4-FFF2-40B4-BE49-F238E27FC236}">
                <a16:creationId xmlns:a16="http://schemas.microsoft.com/office/drawing/2014/main" id="{19D3F0B8-D185-4530-9BFA-90D23362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38876"/>
            <a:ext cx="52388" cy="33102"/>
          </a:xfrm>
          <a:custGeom xmlns:a="http://schemas.openxmlformats.org/drawingml/2006/main">
            <a:pathLst>
              <a:path w="52388" h="33102">
                <a:moveTo>
                  <a:pt x="0" y="33102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41" name="line-155">
            <a:extLst xmlns:a="http://schemas.openxmlformats.org/drawingml/2006/main">
              <a:ext uri="{FF2B5EF4-FFF2-40B4-BE49-F238E27FC236}">
                <a16:creationId xmlns:a16="http://schemas.microsoft.com/office/drawing/2014/main" id="{62FE847B-F364-4962-96FC-4E535708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338" y="2307095"/>
            <a:ext cx="52388" cy="31781"/>
          </a:xfrm>
          <a:custGeom xmlns:a="http://schemas.openxmlformats.org/drawingml/2006/main">
            <a:pathLst>
              <a:path w="52388" h="31781">
                <a:moveTo>
                  <a:pt x="0" y="31781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42" name="line-156">
            <a:extLst xmlns:a="http://schemas.openxmlformats.org/drawingml/2006/main">
              <a:ext uri="{FF2B5EF4-FFF2-40B4-BE49-F238E27FC236}">
                <a16:creationId xmlns:a16="http://schemas.microsoft.com/office/drawing/2014/main" id="{1A249277-D14A-43D0-A7A8-CE80C656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279734"/>
            <a:ext cx="52388" cy="27361"/>
          </a:xfrm>
          <a:custGeom xmlns:a="http://schemas.openxmlformats.org/drawingml/2006/main">
            <a:pathLst>
              <a:path w="52388" h="27361">
                <a:moveTo>
                  <a:pt x="0" y="27361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43" name="line-157">
            <a:extLst xmlns:a="http://schemas.openxmlformats.org/drawingml/2006/main">
              <a:ext uri="{FF2B5EF4-FFF2-40B4-BE49-F238E27FC236}">
                <a16:creationId xmlns:a16="http://schemas.microsoft.com/office/drawing/2014/main" id="{F7806A34-EEF3-41C1-A311-805A2BC0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4113" y="2259188"/>
            <a:ext cx="52388" cy="20546"/>
          </a:xfrm>
          <a:custGeom xmlns:a="http://schemas.openxmlformats.org/drawingml/2006/main">
            <a:pathLst>
              <a:path w="52388" h="20546">
                <a:moveTo>
                  <a:pt x="0" y="20546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44" name="line-158">
            <a:extLst xmlns:a="http://schemas.openxmlformats.org/drawingml/2006/main">
              <a:ext uri="{FF2B5EF4-FFF2-40B4-BE49-F238E27FC236}">
                <a16:creationId xmlns:a16="http://schemas.microsoft.com/office/drawing/2014/main" id="{35065A6D-E497-4EE4-AB75-B6F267CD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46945"/>
            <a:ext cx="52388" cy="12244"/>
          </a:xfrm>
          <a:custGeom xmlns:a="http://schemas.openxmlformats.org/drawingml/2006/main">
            <a:pathLst>
              <a:path w="52388" h="12244">
                <a:moveTo>
                  <a:pt x="0" y="12244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45" name="line-159">
            <a:extLst xmlns:a="http://schemas.openxmlformats.org/drawingml/2006/main">
              <a:ext uri="{FF2B5EF4-FFF2-40B4-BE49-F238E27FC236}">
                <a16:creationId xmlns:a16="http://schemas.microsoft.com/office/drawing/2014/main" id="{3877F58D-F9D1-4F30-90AC-FC139060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888" y="2243486"/>
            <a:ext cx="52388" cy="9525"/>
          </a:xfrm>
          <a:custGeom xmlns:a="http://schemas.openxmlformats.org/drawingml/2006/main">
            <a:pathLst>
              <a:path w="52388" h="9525">
                <a:moveTo>
                  <a:pt x="0" y="3458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46" name="line-160">
            <a:extLst xmlns:a="http://schemas.openxmlformats.org/drawingml/2006/main">
              <a:ext uri="{FF2B5EF4-FFF2-40B4-BE49-F238E27FC236}">
                <a16:creationId xmlns:a16="http://schemas.microsoft.com/office/drawing/2014/main" id="{30AFB227-D741-499D-99B9-79451D72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243486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483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47" name="line-161">
            <a:extLst xmlns:a="http://schemas.openxmlformats.org/drawingml/2006/main">
              <a:ext uri="{FF2B5EF4-FFF2-40B4-BE49-F238E27FC236}">
                <a16:creationId xmlns:a16="http://schemas.microsoft.com/office/drawing/2014/main" id="{27996455-FD02-443C-9077-17BC8736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663" y="2248316"/>
            <a:ext cx="52388" cy="11770"/>
          </a:xfrm>
          <a:custGeom xmlns:a="http://schemas.openxmlformats.org/drawingml/2006/main">
            <a:pathLst>
              <a:path w="52388" h="11770">
                <a:moveTo>
                  <a:pt x="0" y="0"/>
                </a:moveTo>
                <a:lnTo>
                  <a:pt x="52388" y="1177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48" name="line-162">
            <a:extLst xmlns:a="http://schemas.openxmlformats.org/drawingml/2006/main">
              <a:ext uri="{FF2B5EF4-FFF2-40B4-BE49-F238E27FC236}">
                <a16:creationId xmlns:a16="http://schemas.microsoft.com/office/drawing/2014/main" id="{949F7A1F-C9D6-46AF-89AE-20721069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260087"/>
            <a:ext cx="52388" cy="16731"/>
          </a:xfrm>
          <a:custGeom xmlns:a="http://schemas.openxmlformats.org/drawingml/2006/main">
            <a:pathLst>
              <a:path w="52388" h="16731">
                <a:moveTo>
                  <a:pt x="0" y="0"/>
                </a:moveTo>
                <a:lnTo>
                  <a:pt x="52388" y="1673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49" name="line-163">
            <a:extLst xmlns:a="http://schemas.openxmlformats.org/drawingml/2006/main">
              <a:ext uri="{FF2B5EF4-FFF2-40B4-BE49-F238E27FC236}">
                <a16:creationId xmlns:a16="http://schemas.microsoft.com/office/drawing/2014/main" id="{CAF268C5-E306-4FD5-91AC-9A94CDC2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8438" y="2276818"/>
            <a:ext cx="52388" cy="19353"/>
          </a:xfrm>
          <a:custGeom xmlns:a="http://schemas.openxmlformats.org/drawingml/2006/main">
            <a:pathLst>
              <a:path w="52388" h="19353">
                <a:moveTo>
                  <a:pt x="0" y="0"/>
                </a:moveTo>
                <a:lnTo>
                  <a:pt x="52388" y="1935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50" name="line-164">
            <a:extLst xmlns:a="http://schemas.openxmlformats.org/drawingml/2006/main">
              <a:ext uri="{FF2B5EF4-FFF2-40B4-BE49-F238E27FC236}">
                <a16:creationId xmlns:a16="http://schemas.microsoft.com/office/drawing/2014/main" id="{4D1A3F17-4795-401F-BF3C-A464BBC5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296171"/>
            <a:ext cx="52388" cy="19577"/>
          </a:xfrm>
          <a:custGeom xmlns:a="http://schemas.openxmlformats.org/drawingml/2006/main">
            <a:pathLst>
              <a:path w="52388" h="19577">
                <a:moveTo>
                  <a:pt x="0" y="0"/>
                </a:moveTo>
                <a:lnTo>
                  <a:pt x="52388" y="1957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51" name="line-165">
            <a:extLst xmlns:a="http://schemas.openxmlformats.org/drawingml/2006/main">
              <a:ext uri="{FF2B5EF4-FFF2-40B4-BE49-F238E27FC236}">
                <a16:creationId xmlns:a16="http://schemas.microsoft.com/office/drawing/2014/main" id="{EA194916-95EB-4FF5-9BC9-59C408A8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213" y="2315748"/>
            <a:ext cx="52388" cy="17627"/>
          </a:xfrm>
          <a:custGeom xmlns:a="http://schemas.openxmlformats.org/drawingml/2006/main">
            <a:pathLst>
              <a:path w="52388" h="17627">
                <a:moveTo>
                  <a:pt x="0" y="0"/>
                </a:moveTo>
                <a:lnTo>
                  <a:pt x="52388" y="1762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52" name="line-166">
            <a:extLst xmlns:a="http://schemas.openxmlformats.org/drawingml/2006/main">
              <a:ext uri="{FF2B5EF4-FFF2-40B4-BE49-F238E27FC236}">
                <a16:creationId xmlns:a16="http://schemas.microsoft.com/office/drawing/2014/main" id="{7B18F119-BF72-40E2-AD1D-0D79958E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333375"/>
            <a:ext cx="52388" cy="13964"/>
          </a:xfrm>
          <a:custGeom xmlns:a="http://schemas.openxmlformats.org/drawingml/2006/main">
            <a:pathLst>
              <a:path w="52388" h="13964">
                <a:moveTo>
                  <a:pt x="0" y="0"/>
                </a:moveTo>
                <a:lnTo>
                  <a:pt x="52388" y="1396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53" name="line-167">
            <a:extLst xmlns:a="http://schemas.openxmlformats.org/drawingml/2006/main">
              <a:ext uri="{FF2B5EF4-FFF2-40B4-BE49-F238E27FC236}">
                <a16:creationId xmlns:a16="http://schemas.microsoft.com/office/drawing/2014/main" id="{FCB0B98F-6159-47BF-9A35-D93C683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988" y="2347339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921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54" name="line-168">
            <a:extLst xmlns:a="http://schemas.openxmlformats.org/drawingml/2006/main">
              <a:ext uri="{FF2B5EF4-FFF2-40B4-BE49-F238E27FC236}">
                <a16:creationId xmlns:a16="http://schemas.microsoft.com/office/drawing/2014/main" id="{95EEBAF3-B844-4FB1-9158-F1AF7240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356556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409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55" name="line-169">
            <a:extLst xmlns:a="http://schemas.openxmlformats.org/drawingml/2006/main">
              <a:ext uri="{FF2B5EF4-FFF2-40B4-BE49-F238E27FC236}">
                <a16:creationId xmlns:a16="http://schemas.microsoft.com/office/drawing/2014/main" id="{9EF2AD92-3B00-42F6-A112-A9ADEC99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763" y="2359928"/>
            <a:ext cx="52388" cy="9525"/>
          </a:xfrm>
          <a:custGeom xmlns:a="http://schemas.openxmlformats.org/drawingml/2006/main">
            <a:pathLst>
              <a:path w="52388" h="9525">
                <a:moveTo>
                  <a:pt x="0" y="719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56" name="line-170">
            <a:extLst xmlns:a="http://schemas.openxmlformats.org/drawingml/2006/main">
              <a:ext uri="{FF2B5EF4-FFF2-40B4-BE49-F238E27FC236}">
                <a16:creationId xmlns:a16="http://schemas.microsoft.com/office/drawing/2014/main" id="{3C1A71F2-65B3-4BD0-82A2-F1ED4BF8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355305"/>
            <a:ext cx="52388" cy="9525"/>
          </a:xfrm>
          <a:custGeom xmlns:a="http://schemas.openxmlformats.org/drawingml/2006/main">
            <a:pathLst>
              <a:path w="52388" h="9525">
                <a:moveTo>
                  <a:pt x="0" y="4623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57" name="line-171">
            <a:extLst xmlns:a="http://schemas.openxmlformats.org/drawingml/2006/main">
              <a:ext uri="{FF2B5EF4-FFF2-40B4-BE49-F238E27FC236}">
                <a16:creationId xmlns:a16="http://schemas.microsoft.com/office/drawing/2014/main" id="{A3F6B815-FF30-46A7-88C4-8CC3744A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7538" y="2348105"/>
            <a:ext cx="52388" cy="9525"/>
          </a:xfrm>
          <a:custGeom xmlns:a="http://schemas.openxmlformats.org/drawingml/2006/main">
            <a:pathLst>
              <a:path w="52388" h="9525">
                <a:moveTo>
                  <a:pt x="0" y="7200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58" name="line-172">
            <a:extLst xmlns:a="http://schemas.openxmlformats.org/drawingml/2006/main">
              <a:ext uri="{FF2B5EF4-FFF2-40B4-BE49-F238E27FC236}">
                <a16:creationId xmlns:a16="http://schemas.microsoft.com/office/drawing/2014/main" id="{FBA6C213-D504-4E8F-8C62-949CB082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2339861"/>
            <a:ext cx="52388" cy="9525"/>
          </a:xfrm>
          <a:custGeom xmlns:a="http://schemas.openxmlformats.org/drawingml/2006/main">
            <a:pathLst>
              <a:path w="52388" h="9525">
                <a:moveTo>
                  <a:pt x="0" y="8244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59" name="line-173">
            <a:extLst xmlns:a="http://schemas.openxmlformats.org/drawingml/2006/main">
              <a:ext uri="{FF2B5EF4-FFF2-40B4-BE49-F238E27FC236}">
                <a16:creationId xmlns:a16="http://schemas.microsoft.com/office/drawing/2014/main" id="{F0C0DE01-2E11-4D73-9A9D-87C40D1A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2313" y="2332080"/>
            <a:ext cx="52388" cy="9525"/>
          </a:xfrm>
          <a:custGeom xmlns:a="http://schemas.openxmlformats.org/drawingml/2006/main">
            <a:pathLst>
              <a:path w="52388" h="9525">
                <a:moveTo>
                  <a:pt x="0" y="7781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60" name="line-174">
            <a:extLst xmlns:a="http://schemas.openxmlformats.org/drawingml/2006/main">
              <a:ext uri="{FF2B5EF4-FFF2-40B4-BE49-F238E27FC236}">
                <a16:creationId xmlns:a16="http://schemas.microsoft.com/office/drawing/2014/main" id="{8D9FD1FD-7FC3-4BCA-B36C-56953B9F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326027"/>
            <a:ext cx="52388" cy="9525"/>
          </a:xfrm>
          <a:custGeom xmlns:a="http://schemas.openxmlformats.org/drawingml/2006/main">
            <a:pathLst>
              <a:path w="52388" h="9525">
                <a:moveTo>
                  <a:pt x="0" y="6052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61" name="line-175">
            <a:extLst xmlns:a="http://schemas.openxmlformats.org/drawingml/2006/main">
              <a:ext uri="{FF2B5EF4-FFF2-40B4-BE49-F238E27FC236}">
                <a16:creationId xmlns:a16="http://schemas.microsoft.com/office/drawing/2014/main" id="{6754383B-7972-41A6-BB48-02883F2C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7088" y="2322554"/>
            <a:ext cx="52388" cy="9525"/>
          </a:xfrm>
          <a:custGeom xmlns:a="http://schemas.openxmlformats.org/drawingml/2006/main">
            <a:pathLst>
              <a:path w="52388" h="9525">
                <a:moveTo>
                  <a:pt x="0" y="3473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62" name="line-176">
            <a:extLst xmlns:a="http://schemas.openxmlformats.org/drawingml/2006/main">
              <a:ext uri="{FF2B5EF4-FFF2-40B4-BE49-F238E27FC236}">
                <a16:creationId xmlns:a16="http://schemas.microsoft.com/office/drawing/2014/main" id="{BEB7B7ED-6907-4ADD-B043-AD71FE38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2321987"/>
            <a:ext cx="52388" cy="9525"/>
          </a:xfrm>
          <a:custGeom xmlns:a="http://schemas.openxmlformats.org/drawingml/2006/main">
            <a:pathLst>
              <a:path w="52388" h="9525">
                <a:moveTo>
                  <a:pt x="0" y="567"/>
                </a:moveTo>
                <a:lnTo>
                  <a:pt x="52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63" name="line-177">
            <a:extLst xmlns:a="http://schemas.openxmlformats.org/drawingml/2006/main">
              <a:ext uri="{FF2B5EF4-FFF2-40B4-BE49-F238E27FC236}">
                <a16:creationId xmlns:a16="http://schemas.microsoft.com/office/drawing/2014/main" id="{776585F8-C918-4E6D-8688-F7CA0612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863" y="2321987"/>
            <a:ext cx="52388" cy="9525"/>
          </a:xfrm>
          <a:custGeom xmlns:a="http://schemas.openxmlformats.org/drawingml/2006/main">
            <a:pathLst>
              <a:path w="52388" h="9525">
                <a:moveTo>
                  <a:pt x="0" y="0"/>
                </a:moveTo>
                <a:lnTo>
                  <a:pt x="52388" y="211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64" name="reveal1-line-178">
            <a:extLst xmlns:a="http://schemas.openxmlformats.org/drawingml/2006/main">
              <a:ext uri="{FF2B5EF4-FFF2-40B4-BE49-F238E27FC236}">
                <a16:creationId xmlns:a16="http://schemas.microsoft.com/office/drawing/2014/main" id="{0EA7D5BF-0152-49B8-BE16-C9A02DB4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0953750" cy="9525"/>
          </a:xfrm>
          <a:custGeom xmlns:a="http://schemas.openxmlformats.org/drawingml/2006/main">
            <a:pathLst>
              <a:path w="10953750" h="9525">
                <a:moveTo>
                  <a:pt x="0" y="0"/>
                </a:moveTo>
                <a:lnTo>
                  <a:pt x="10953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165" name="reveal1-object-179">
            <a:extLst xmlns:a="http://schemas.openxmlformats.org/drawingml/2006/main">
              <a:ext uri="{FF2B5EF4-FFF2-40B4-BE49-F238E27FC236}">
                <a16:creationId xmlns:a16="http://schemas.microsoft.com/office/drawing/2014/main" id="{7490B82B-7F65-4BC9-B2E5-EA7FBD60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保留输入连接</a:t>
            </a:r>
          </a:p>
        </p:txBody>
      </p:sp>
      <p:sp>
        <p:nvSpPr>
          <p:cNvPr id="166" name="reveal1-object-180">
            <a:extLst xmlns:a="http://schemas.openxmlformats.org/drawingml/2006/main">
              <a:ext uri="{FF2B5EF4-FFF2-40B4-BE49-F238E27FC236}">
                <a16:creationId xmlns:a16="http://schemas.microsoft.com/office/drawing/2014/main" id="{2039BFB3-1C72-42F9-A609-C746E774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让音频还能继续处理</a:t>
            </a:r>
          </a:p>
        </p:txBody>
      </p:sp>
      <p:sp>
        <p:nvSpPr>
          <p:cNvPr id="167" name="reveal1-object-181">
            <a:extLst xmlns:a="http://schemas.openxmlformats.org/drawingml/2006/main">
              <a:ext uri="{FF2B5EF4-FFF2-40B4-BE49-F238E27FC236}">
                <a16:creationId xmlns:a16="http://schemas.microsoft.com/office/drawing/2014/main" id="{C27E97C0-ACC1-4A13-8E47-1AF3057F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432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完成淡出处理</a:t>
            </a:r>
          </a:p>
        </p:txBody>
      </p:sp>
      <p:sp>
        <p:nvSpPr>
          <p:cNvPr id="168" name="reveal1-object-182">
            <a:extLst xmlns:a="http://schemas.openxmlformats.org/drawingml/2006/main">
              <a:ext uri="{FF2B5EF4-FFF2-40B4-BE49-F238E27FC236}">
                <a16:creationId xmlns:a16="http://schemas.microsoft.com/office/drawing/2014/main" id="{DD7DBD21-BA43-414A-9B8F-7DA06EC4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让幅度逐渐降下来</a:t>
            </a:r>
          </a:p>
        </p:txBody>
      </p:sp>
      <p:sp>
        <p:nvSpPr>
          <p:cNvPr id="169" name="reveal1-object-183">
            <a:extLst xmlns:a="http://schemas.openxmlformats.org/drawingml/2006/main">
              <a:ext uri="{FF2B5EF4-FFF2-40B4-BE49-F238E27FC236}">
                <a16:creationId xmlns:a16="http://schemas.microsoft.com/office/drawing/2014/main" id="{DBC82B35-8DDA-4706-8DEE-4BFD6278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432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再断开输入</a:t>
            </a:r>
          </a:p>
        </p:txBody>
      </p:sp>
      <p:sp>
        <p:nvSpPr>
          <p:cNvPr id="170" name="reveal1-object-184">
            <a:extLst xmlns:a="http://schemas.openxmlformats.org/drawingml/2006/main">
              <a:ext uri="{FF2B5EF4-FFF2-40B4-BE49-F238E27FC236}">
                <a16:creationId xmlns:a16="http://schemas.microsoft.com/office/drawing/2014/main" id="{4D032C5E-65A9-4EAE-A07E-0F89A14C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052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结束这一路的处理</a:t>
            </a:r>
          </a:p>
        </p:txBody>
      </p:sp>
      <p:sp>
        <p:nvSpPr>
          <p:cNvPr id="171" name="reveal1-line-185">
            <a:extLst xmlns:a="http://schemas.openxmlformats.org/drawingml/2006/main">
              <a:ext uri="{FF2B5EF4-FFF2-40B4-BE49-F238E27FC236}">
                <a16:creationId xmlns:a16="http://schemas.microsoft.com/office/drawing/2014/main" id="{8D7F8356-A249-4D52-A61B-122E5545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71875"/>
            <a:ext cx="685800" cy="9525"/>
          </a:xfrm>
          <a:custGeom xmlns:a="http://schemas.openxmlformats.org/drawingml/2006/main">
            <a:pathLst>
              <a:path w="685800" h="9525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172" name="reveal1-line-186">
            <a:extLst xmlns:a="http://schemas.openxmlformats.org/drawingml/2006/main">
              <a:ext uri="{FF2B5EF4-FFF2-40B4-BE49-F238E27FC236}">
                <a16:creationId xmlns:a16="http://schemas.microsoft.com/office/drawing/2014/main" id="{43AAB5DC-334F-4B02-8EC5-B863FD54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182" y="357187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173" name="reveal1-line-187">
            <a:extLst xmlns:a="http://schemas.openxmlformats.org/drawingml/2006/main">
              <a:ext uri="{FF2B5EF4-FFF2-40B4-BE49-F238E27FC236}">
                <a16:creationId xmlns:a16="http://schemas.microsoft.com/office/drawing/2014/main" id="{B73E6CD4-4432-4CD2-8BEC-0A84D196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182" y="353044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174" name="reveal1-line-188">
            <a:extLst xmlns:a="http://schemas.openxmlformats.org/drawingml/2006/main">
              <a:ext uri="{FF2B5EF4-FFF2-40B4-BE49-F238E27FC236}">
                <a16:creationId xmlns:a16="http://schemas.microsoft.com/office/drawing/2014/main" id="{A4E41A74-DC13-45AB-B204-6CF2533D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71875"/>
            <a:ext cx="685800" cy="9525"/>
          </a:xfrm>
          <a:custGeom xmlns:a="http://schemas.openxmlformats.org/drawingml/2006/main">
            <a:pathLst>
              <a:path w="685800" h="9525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175" name="reveal1-line-189">
            <a:extLst xmlns:a="http://schemas.openxmlformats.org/drawingml/2006/main">
              <a:ext uri="{FF2B5EF4-FFF2-40B4-BE49-F238E27FC236}">
                <a16:creationId xmlns:a16="http://schemas.microsoft.com/office/drawing/2014/main" id="{8E5C9887-F068-4551-A09E-ADC3CF68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082" y="357187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176" name="reveal1-line-190">
            <a:extLst xmlns:a="http://schemas.openxmlformats.org/drawingml/2006/main">
              <a:ext uri="{FF2B5EF4-FFF2-40B4-BE49-F238E27FC236}">
                <a16:creationId xmlns:a16="http://schemas.microsoft.com/office/drawing/2014/main" id="{F3BD1BFE-E466-4CE0-962F-CE29E486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082" y="353044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177" name="reveal2-line-191">
            <a:extLst xmlns:a="http://schemas.openxmlformats.org/drawingml/2006/main">
              <a:ext uri="{FF2B5EF4-FFF2-40B4-BE49-F238E27FC236}">
                <a16:creationId xmlns:a16="http://schemas.microsoft.com/office/drawing/2014/main" id="{E955A7AB-ECA6-4E15-AA05-EB6C4566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53750" cy="9525"/>
          </a:xfrm>
          <a:custGeom xmlns:a="http://schemas.openxmlformats.org/drawingml/2006/main">
            <a:pathLst>
              <a:path w="10953750" h="9525">
                <a:moveTo>
                  <a:pt x="0" y="0"/>
                </a:moveTo>
                <a:lnTo>
                  <a:pt x="10953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178" name="reveal2-object-192">
            <a:extLst xmlns:a="http://schemas.openxmlformats.org/drawingml/2006/main">
              <a:ext uri="{FF2B5EF4-FFF2-40B4-BE49-F238E27FC236}">
                <a16:creationId xmlns:a16="http://schemas.microsoft.com/office/drawing/2014/main" id="{CFBA8608-7256-4C28-9503-A5BA0CE9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如果还没收尾，用户又点了“继续播放”？</a:t>
            </a:r>
          </a:p>
        </p:txBody>
      </p:sp>
      <p:sp>
        <p:nvSpPr>
          <p:cNvPr id="179" name="reveal2-object-193">
            <a:extLst xmlns:a="http://schemas.openxmlformats.org/drawingml/2006/main">
              <a:ext uri="{FF2B5EF4-FFF2-40B4-BE49-F238E27FC236}">
                <a16:creationId xmlns:a16="http://schemas.microsoft.com/office/drawing/2014/main" id="{BF51ACB2-C279-4CA2-A80D-AFBD55D3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恢复要平顺，旧的暂停操作也不能把它再次停掉。</a:t>
            </a:r>
          </a:p>
        </p:txBody>
      </p:sp>
      <p:sp>
        <p:nvSpPr>
          <p:cNvPr id="180" name="object-194">
            <a:extLst xmlns:a="http://schemas.openxmlformats.org/drawingml/2006/main">
              <a:ext uri="{FF2B5EF4-FFF2-40B4-BE49-F238E27FC236}">
                <a16:creationId xmlns:a16="http://schemas.microsoft.com/office/drawing/2014/main" id="{162564F2-43CE-4492-9899-7804F1C7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普通淡出路径示意。操作交错需结合当前状态处理。</a:t>
            </a:r>
          </a:p>
        </p:txBody>
      </p:sp>
      <p:sp>
        <p:nvSpPr>
          <p:cNvPr id="181" name="object-195">
            <a:extLst xmlns:a="http://schemas.openxmlformats.org/drawingml/2006/main">
              <a:ext uri="{FF2B5EF4-FFF2-40B4-BE49-F238E27FC236}">
                <a16:creationId xmlns:a16="http://schemas.microsoft.com/office/drawing/2014/main" id="{7E7BEF91-5004-44FD-A584-5F4AEFD7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343728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1"/>
      <p:bldP spid="165" grpId="1"/>
      <p:bldP spid="166" grpId="1"/>
      <p:bldP spid="167" grpId="1"/>
      <p:bldP spid="168" grpId="1"/>
      <p:bldP spid="169" grpId="1"/>
      <p:bldP spid="170" grpId="1"/>
      <p:bldP spid="171" grpId="1"/>
      <p:bldP spid="172" grpId="1"/>
      <p:bldP spid="173" grpId="1"/>
      <p:bldP spid="174" grpId="1"/>
      <p:bldP spid="175" grpId="1"/>
      <p:bldP spid="176" grpId="1"/>
      <p:bldP spid="177" grpId="2"/>
      <p:bldP spid="178" grpId="2"/>
      <p:bldP spid="179" grpId="2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object-196">
            <a:extLst xmlns:a="http://schemas.openxmlformats.org/drawingml/2006/main">
              <a:ext uri="{FF2B5EF4-FFF2-40B4-BE49-F238E27FC236}">
                <a16:creationId xmlns:a16="http://schemas.microsoft.com/office/drawing/2014/main" id="{CDA9BA6D-549E-4145-8FFA-DB076D22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切到耳机，为什么不只是换个出口？</a:t>
            </a:r>
          </a:p>
        </p:txBody>
      </p:sp>
      <p:sp>
        <p:nvSpPr>
          <p:cNvPr id="2" name="object-197">
            <a:extLst xmlns:a="http://schemas.openxmlformats.org/drawingml/2006/main">
              <a:ext uri="{FF2B5EF4-FFF2-40B4-BE49-F238E27FC236}">
                <a16:creationId xmlns:a16="http://schemas.microsoft.com/office/drawing/2014/main" id="{8357F35F-959F-46CA-8DB1-A015F05A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同一路音乐，从扬声器切到耳机。</a:t>
            </a:r>
          </a:p>
        </p:txBody>
      </p:sp>
      <p:sp>
        <p:nvSpPr>
          <p:cNvPr id="3" name="object-198">
            <a:extLst xmlns:a="http://schemas.openxmlformats.org/drawingml/2006/main">
              <a:ext uri="{FF2B5EF4-FFF2-40B4-BE49-F238E27FC236}">
                <a16:creationId xmlns:a16="http://schemas.microsoft.com/office/drawing/2014/main" id="{EB553F79-1C1A-4C48-A33A-F1C53051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底层要做的事</a:t>
            </a:r>
          </a:p>
        </p:txBody>
      </p:sp>
      <p:sp>
        <p:nvSpPr>
          <p:cNvPr id="4" name="object-199">
            <a:extLst xmlns:a="http://schemas.openxmlformats.org/drawingml/2006/main">
              <a:ext uri="{FF2B5EF4-FFF2-40B4-BE49-F238E27FC236}">
                <a16:creationId xmlns:a16="http://schemas.microsoft.com/office/drawing/2014/main" id="{A0695462-16FD-4740-8C0B-E7CB94C8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为什么需要它</a:t>
            </a:r>
          </a:p>
        </p:txBody>
      </p:sp>
      <p:sp>
        <p:nvSpPr>
          <p:cNvPr id="5" name="line-200">
            <a:extLst xmlns:a="http://schemas.openxmlformats.org/drawingml/2006/main">
              <a:ext uri="{FF2B5EF4-FFF2-40B4-BE49-F238E27FC236}">
                <a16:creationId xmlns:a16="http://schemas.microsoft.com/office/drawing/2014/main" id="{5492CEAB-8017-489F-9761-FA8566C8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53750" cy="9525"/>
          </a:xfrm>
          <a:custGeom xmlns:a="http://schemas.openxmlformats.org/drawingml/2006/main">
            <a:pathLst>
              <a:path w="10953750" h="9525">
                <a:moveTo>
                  <a:pt x="0" y="0"/>
                </a:moveTo>
                <a:lnTo>
                  <a:pt x="10953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6" name="reveal1-object-201">
            <a:extLst xmlns:a="http://schemas.openxmlformats.org/drawingml/2006/main">
              <a:ext uri="{FF2B5EF4-FFF2-40B4-BE49-F238E27FC236}">
                <a16:creationId xmlns:a16="http://schemas.microsoft.com/office/drawing/2014/main" id="{8DCCC0DC-324F-4AC1-B3D7-59306E79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确定目标设备</a:t>
            </a:r>
          </a:p>
        </p:txBody>
      </p:sp>
      <p:sp>
        <p:nvSpPr>
          <p:cNvPr id="7" name="reveal1-object-202">
            <a:extLst xmlns:a="http://schemas.openxmlformats.org/drawingml/2006/main">
              <a:ext uri="{FF2B5EF4-FFF2-40B4-BE49-F238E27FC236}">
                <a16:creationId xmlns:a16="http://schemas.microsoft.com/office/drawing/2014/main" id="{ABF0951A-9C34-4C8B-B765-1D34CAEC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194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声音要送到选定的耳机</a:t>
            </a:r>
          </a:p>
        </p:txBody>
      </p:sp>
      <p:sp>
        <p:nvSpPr>
          <p:cNvPr id="8" name="reveal1-object-203">
            <a:extLst xmlns:a="http://schemas.openxmlformats.org/drawingml/2006/main">
              <a:ext uri="{FF2B5EF4-FFF2-40B4-BE49-F238E27FC236}">
                <a16:creationId xmlns:a16="http://schemas.microsoft.com/office/drawing/2014/main" id="{A4442A91-60A0-42F1-BEB1-05C87560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交接正在播放的这一路音乐</a:t>
            </a:r>
          </a:p>
        </p:txBody>
      </p:sp>
      <p:sp>
        <p:nvSpPr>
          <p:cNvPr id="9" name="reveal1-object-204">
            <a:extLst xmlns:a="http://schemas.openxmlformats.org/drawingml/2006/main">
              <a:ext uri="{FF2B5EF4-FFF2-40B4-BE49-F238E27FC236}">
                <a16:creationId xmlns:a16="http://schemas.microsoft.com/office/drawing/2014/main" id="{9DAF5086-BAB1-4FC0-97CF-2346CB69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7662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延续当前播放</a:t>
            </a:r>
          </a:p>
        </p:txBody>
      </p:sp>
      <p:sp>
        <p:nvSpPr>
          <p:cNvPr id="10" name="reveal2-object-205">
            <a:extLst xmlns:a="http://schemas.openxmlformats.org/drawingml/2006/main">
              <a:ext uri="{FF2B5EF4-FFF2-40B4-BE49-F238E27FC236}">
                <a16:creationId xmlns:a16="http://schemas.microsoft.com/office/drawing/2014/main" id="{F1B0AC81-26E3-496E-AFFF-ECAAB297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适配目标设备的数据要求</a:t>
            </a:r>
          </a:p>
        </p:txBody>
      </p:sp>
      <p:sp>
        <p:nvSpPr>
          <p:cNvPr id="11" name="reveal2-object-206">
            <a:extLst xmlns:a="http://schemas.openxmlformats.org/drawingml/2006/main">
              <a:ext uri="{FF2B5EF4-FFF2-40B4-BE49-F238E27FC236}">
                <a16:creationId xmlns:a16="http://schemas.microsoft.com/office/drawing/2014/main" id="{60783A43-04AD-4063-A2F7-5B2C8965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338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每轮需要的数据量可能不同</a:t>
            </a:r>
          </a:p>
        </p:txBody>
      </p:sp>
      <p:sp>
        <p:nvSpPr>
          <p:cNvPr id="12" name="reveal2-object-207">
            <a:extLst xmlns:a="http://schemas.openxmlformats.org/drawingml/2006/main">
              <a:ext uri="{FF2B5EF4-FFF2-40B4-BE49-F238E27FC236}">
                <a16:creationId xmlns:a16="http://schemas.microsoft.com/office/drawing/2014/main" id="{55A92DC3-4AEE-4B0B-9D41-D3A639B9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准备新处理链，完成旧链收尾</a:t>
            </a:r>
          </a:p>
        </p:txBody>
      </p:sp>
      <p:sp>
        <p:nvSpPr>
          <p:cNvPr id="13" name="reveal2-object-208">
            <a:extLst xmlns:a="http://schemas.openxmlformats.org/drawingml/2006/main">
              <a:ext uri="{FF2B5EF4-FFF2-40B4-BE49-F238E27FC236}">
                <a16:creationId xmlns:a16="http://schemas.microsoft.com/office/drawing/2014/main" id="{39539E3C-D907-49A7-AD32-7848EB96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910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让声音能从目标设备输出</a:t>
            </a:r>
          </a:p>
        </p:txBody>
      </p:sp>
      <p:sp>
        <p:nvSpPr>
          <p:cNvPr id="14" name="reveal2-line-209">
            <a:extLst xmlns:a="http://schemas.openxmlformats.org/drawingml/2006/main">
              <a:ext uri="{FF2B5EF4-FFF2-40B4-BE49-F238E27FC236}">
                <a16:creationId xmlns:a16="http://schemas.microsoft.com/office/drawing/2014/main" id="{A1DABEF9-FE7D-467A-B2B5-675B821D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53750" cy="9525"/>
          </a:xfrm>
          <a:custGeom xmlns:a="http://schemas.openxmlformats.org/drawingml/2006/main">
            <a:pathLst>
              <a:path w="10953750" h="9525">
                <a:moveTo>
                  <a:pt x="0" y="0"/>
                </a:moveTo>
                <a:lnTo>
                  <a:pt x="10953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15" name="reveal2-object-210">
            <a:extLst xmlns:a="http://schemas.openxmlformats.org/drawingml/2006/main">
              <a:ext uri="{FF2B5EF4-FFF2-40B4-BE49-F238E27FC236}">
                <a16:creationId xmlns:a16="http://schemas.microsoft.com/office/drawing/2014/main" id="{48CBEDA0-A685-49F2-9865-A2D16BAA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50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这些衔接，都是为了让切换尽量连续、少些突变。</a:t>
            </a:r>
          </a:p>
        </p:txBody>
      </p:sp>
      <p:sp>
        <p:nvSpPr>
          <p:cNvPr id="16" name="object-211">
            <a:extLst xmlns:a="http://schemas.openxmlformats.org/drawingml/2006/main">
              <a:ext uri="{FF2B5EF4-FFF2-40B4-BE49-F238E27FC236}">
                <a16:creationId xmlns:a16="http://schemas.microsoft.com/office/drawing/2014/main" id="{FDDB9CE4-8F7D-4A41-B9AE-B41A21FA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策略侧选择设备，引擎执行迁移。具体衔接方式取决于设备与路径。</a:t>
            </a:r>
          </a:p>
        </p:txBody>
      </p:sp>
      <p:sp>
        <p:nvSpPr>
          <p:cNvPr id="17" name="object-212">
            <a:extLst xmlns:a="http://schemas.openxmlformats.org/drawingml/2006/main">
              <a:ext uri="{FF2B5EF4-FFF2-40B4-BE49-F238E27FC236}">
                <a16:creationId xmlns:a16="http://schemas.microsoft.com/office/drawing/2014/main" id="{6BA8B851-6B8B-4629-B2F5-A9B8AE1C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52863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/>
      <p:bldP spid="7" grpId="1"/>
      <p:bldP spid="8" grpId="1"/>
      <p:bldP spid="9" grpId="1"/>
      <p:bldP spid="10" grpId="2"/>
      <p:bldP spid="11" grpId="2"/>
      <p:bldP spid="12" grpId="2"/>
      <p:bldP spid="13" grpId="2"/>
      <p:bldP spid="14" grpId="2"/>
      <p:bldP spid="15" grpId="2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object-213">
            <a:extLst xmlns:a="http://schemas.openxmlformats.org/drawingml/2006/main">
              <a:ext uri="{FF2B5EF4-FFF2-40B4-BE49-F238E27FC236}">
                <a16:creationId xmlns:a16="http://schemas.microsoft.com/office/drawing/2014/main" id="{EBAA09CB-9613-4747-8C79-47E1E9EE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这些事情，还得在播放过程中完成</a:t>
            </a:r>
          </a:p>
        </p:txBody>
      </p:sp>
      <p:sp>
        <p:nvSpPr>
          <p:cNvPr id="2" name="object-214">
            <a:extLst xmlns:a="http://schemas.openxmlformats.org/drawingml/2006/main">
              <a:ext uri="{FF2B5EF4-FFF2-40B4-BE49-F238E27FC236}">
                <a16:creationId xmlns:a16="http://schemas.microsoft.com/office/drawing/2014/main" id="{39898AA6-2220-4F5B-9AC1-91EC47B2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需要继续播放时，设备不能一直等控制操作处理完。</a:t>
            </a:r>
          </a:p>
        </p:txBody>
      </p:sp>
      <p:sp>
        <p:nvSpPr>
          <p:cNvPr id="3" name="object-215">
            <a:extLst xmlns:a="http://schemas.openxmlformats.org/drawingml/2006/main">
              <a:ext uri="{FF2B5EF4-FFF2-40B4-BE49-F238E27FC236}">
                <a16:creationId xmlns:a16="http://schemas.microsoft.com/office/drawing/2014/main" id="{C5901FA0-CD52-4698-8E5F-3DCAE519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控制动作</a:t>
            </a:r>
          </a:p>
        </p:txBody>
      </p:sp>
      <p:sp>
        <p:nvSpPr>
          <p:cNvPr id="4" name="object-216">
            <a:extLst xmlns:a="http://schemas.openxmlformats.org/drawingml/2006/main">
              <a:ext uri="{FF2B5EF4-FFF2-40B4-BE49-F238E27FC236}">
                <a16:creationId xmlns:a16="http://schemas.microsoft.com/office/drawing/2014/main" id="{C4B5C136-5A57-42AD-9AB4-548F5318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193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暂停</a:t>
            </a:r>
          </a:p>
        </p:txBody>
      </p:sp>
      <p:sp>
        <p:nvSpPr>
          <p:cNvPr id="5" name="object-217">
            <a:extLst xmlns:a="http://schemas.openxmlformats.org/drawingml/2006/main">
              <a:ext uri="{FF2B5EF4-FFF2-40B4-BE49-F238E27FC236}">
                <a16:creationId xmlns:a16="http://schemas.microsoft.com/office/drawing/2014/main" id="{4F9740E3-A126-45F3-94A6-B465E8FC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193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6" name="object-218">
            <a:extLst xmlns:a="http://schemas.openxmlformats.org/drawingml/2006/main">
              <a:ext uri="{FF2B5EF4-FFF2-40B4-BE49-F238E27FC236}">
                <a16:creationId xmlns:a16="http://schemas.microsoft.com/office/drawing/2014/main" id="{BAC8667D-E57B-4272-BD06-329F7542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193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切耳机</a:t>
            </a:r>
          </a:p>
        </p:txBody>
      </p:sp>
      <p:sp>
        <p:nvSpPr>
          <p:cNvPr id="7" name="line-219">
            <a:extLst xmlns:a="http://schemas.openxmlformats.org/drawingml/2006/main">
              <a:ext uri="{FF2B5EF4-FFF2-40B4-BE49-F238E27FC236}">
                <a16:creationId xmlns:a16="http://schemas.microsoft.com/office/drawing/2014/main" id="{70A1052F-6A43-4EC3-8BF6-9FC13332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28925"/>
            <a:ext cx="710406" cy="9525"/>
          </a:xfrm>
          <a:custGeom xmlns:a="http://schemas.openxmlformats.org/drawingml/2006/main">
            <a:pathLst>
              <a:path w="710406" h="9525">
                <a:moveTo>
                  <a:pt x="0" y="0"/>
                </a:moveTo>
                <a:lnTo>
                  <a:pt x="7104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8" name="line-220">
            <a:extLst xmlns:a="http://schemas.openxmlformats.org/drawingml/2006/main">
              <a:ext uri="{FF2B5EF4-FFF2-40B4-BE49-F238E27FC236}">
                <a16:creationId xmlns:a16="http://schemas.microsoft.com/office/drawing/2014/main" id="{771D0F3A-0EA0-4A67-B421-A9A8B6CE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8313" y="2828925"/>
            <a:ext cx="710406" cy="9525"/>
          </a:xfrm>
          <a:custGeom xmlns:a="http://schemas.openxmlformats.org/drawingml/2006/main">
            <a:pathLst>
              <a:path w="710406" h="9525">
                <a:moveTo>
                  <a:pt x="0" y="0"/>
                </a:moveTo>
                <a:lnTo>
                  <a:pt x="7104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9" name="line-221">
            <a:extLst xmlns:a="http://schemas.openxmlformats.org/drawingml/2006/main">
              <a:ext uri="{FF2B5EF4-FFF2-40B4-BE49-F238E27FC236}">
                <a16:creationId xmlns:a16="http://schemas.microsoft.com/office/drawing/2014/main" id="{C75D1159-8A4C-4F6F-B52C-545C9362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125" y="2828925"/>
            <a:ext cx="710406" cy="9525"/>
          </a:xfrm>
          <a:custGeom xmlns:a="http://schemas.openxmlformats.org/drawingml/2006/main">
            <a:pathLst>
              <a:path w="710406" h="9525">
                <a:moveTo>
                  <a:pt x="0" y="0"/>
                </a:moveTo>
                <a:lnTo>
                  <a:pt x="7104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10" name="line-222">
            <a:extLst xmlns:a="http://schemas.openxmlformats.org/drawingml/2006/main">
              <a:ext uri="{FF2B5EF4-FFF2-40B4-BE49-F238E27FC236}">
                <a16:creationId xmlns:a16="http://schemas.microsoft.com/office/drawing/2014/main" id="{7118F074-803D-4101-8872-2893EB3D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38" y="2828925"/>
            <a:ext cx="710406" cy="9525"/>
          </a:xfrm>
          <a:custGeom xmlns:a="http://schemas.openxmlformats.org/drawingml/2006/main">
            <a:pathLst>
              <a:path w="710406" h="9525">
                <a:moveTo>
                  <a:pt x="0" y="0"/>
                </a:moveTo>
                <a:lnTo>
                  <a:pt x="7104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11" name="line-223">
            <a:extLst xmlns:a="http://schemas.openxmlformats.org/drawingml/2006/main">
              <a:ext uri="{FF2B5EF4-FFF2-40B4-BE49-F238E27FC236}">
                <a16:creationId xmlns:a16="http://schemas.microsoft.com/office/drawing/2014/main" id="{64AECCA2-A9F4-411B-BFE5-6C70A32A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2828925"/>
            <a:ext cx="710406" cy="9525"/>
          </a:xfrm>
          <a:custGeom xmlns:a="http://schemas.openxmlformats.org/drawingml/2006/main">
            <a:pathLst>
              <a:path w="710406" h="9525">
                <a:moveTo>
                  <a:pt x="0" y="0"/>
                </a:moveTo>
                <a:lnTo>
                  <a:pt x="7104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12" name="line-224">
            <a:extLst xmlns:a="http://schemas.openxmlformats.org/drawingml/2006/main">
              <a:ext uri="{FF2B5EF4-FFF2-40B4-BE49-F238E27FC236}">
                <a16:creationId xmlns:a16="http://schemas.microsoft.com/office/drawing/2014/main" id="{E055CD39-7BE8-4745-A8F0-3CBABCD3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63" y="2828925"/>
            <a:ext cx="710406" cy="9525"/>
          </a:xfrm>
          <a:custGeom xmlns:a="http://schemas.openxmlformats.org/drawingml/2006/main">
            <a:pathLst>
              <a:path w="710406" h="9525">
                <a:moveTo>
                  <a:pt x="0" y="0"/>
                </a:moveTo>
                <a:lnTo>
                  <a:pt x="7104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13" name="line-225">
            <a:extLst xmlns:a="http://schemas.openxmlformats.org/drawingml/2006/main">
              <a:ext uri="{FF2B5EF4-FFF2-40B4-BE49-F238E27FC236}">
                <a16:creationId xmlns:a16="http://schemas.microsoft.com/office/drawing/2014/main" id="{4BEC3769-6EAA-476E-8F20-1C483833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07" y="282892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4" name="line-226">
            <a:extLst xmlns:a="http://schemas.openxmlformats.org/drawingml/2006/main">
              <a:ext uri="{FF2B5EF4-FFF2-40B4-BE49-F238E27FC236}">
                <a16:creationId xmlns:a16="http://schemas.microsoft.com/office/drawing/2014/main" id="{6005D328-1184-49E0-B379-B6B83CB2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07" y="278749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5" name="object-227">
            <a:extLst xmlns:a="http://schemas.openxmlformats.org/drawingml/2006/main">
              <a:ext uri="{FF2B5EF4-FFF2-40B4-BE49-F238E27FC236}">
                <a16:creationId xmlns:a16="http://schemas.microsoft.com/office/drawing/2014/main" id="{09327F93-A545-4012-B995-0048BAF4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音频数据</a:t>
            </a:r>
          </a:p>
        </p:txBody>
      </p:sp>
      <p:sp>
        <p:nvSpPr>
          <p:cNvPr id="16" name="object-228">
            <a:extLst xmlns:a="http://schemas.openxmlformats.org/drawingml/2006/main">
              <a:ext uri="{FF2B5EF4-FFF2-40B4-BE49-F238E27FC236}">
                <a16:creationId xmlns:a16="http://schemas.microsoft.com/office/drawing/2014/main" id="{05284151-9BEC-4F4A-B761-26CC6D68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14700"/>
            <a:ext cx="619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bject-229">
            <a:extLst xmlns:a="http://schemas.openxmlformats.org/drawingml/2006/main">
              <a:ext uri="{FF2B5EF4-FFF2-40B4-BE49-F238E27FC236}">
                <a16:creationId xmlns:a16="http://schemas.microsoft.com/office/drawing/2014/main" id="{7F1A59BF-A75D-4E37-8478-0ACFD426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14700"/>
            <a:ext cx="619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object-230">
            <a:extLst xmlns:a="http://schemas.openxmlformats.org/drawingml/2006/main">
              <a:ext uri="{FF2B5EF4-FFF2-40B4-BE49-F238E27FC236}">
                <a16:creationId xmlns:a16="http://schemas.microsoft.com/office/drawing/2014/main" id="{C3C3A252-05B1-4D27-8DEF-C252C0D0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14700"/>
            <a:ext cx="619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231">
            <a:extLst xmlns:a="http://schemas.openxmlformats.org/drawingml/2006/main">
              <a:ext uri="{FF2B5EF4-FFF2-40B4-BE49-F238E27FC236}">
                <a16:creationId xmlns:a16="http://schemas.microsoft.com/office/drawing/2014/main" id="{8B2E7F79-3EE8-4DAD-BA70-C87119C0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14700"/>
            <a:ext cx="619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bject-232">
            <a:extLst xmlns:a="http://schemas.openxmlformats.org/drawingml/2006/main">
              <a:ext uri="{FF2B5EF4-FFF2-40B4-BE49-F238E27FC236}">
                <a16:creationId xmlns:a16="http://schemas.microsoft.com/office/drawing/2014/main" id="{315ED8FD-47BA-4581-BE36-555CDB52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14700"/>
            <a:ext cx="619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object-233">
            <a:extLst xmlns:a="http://schemas.openxmlformats.org/drawingml/2006/main">
              <a:ext uri="{FF2B5EF4-FFF2-40B4-BE49-F238E27FC236}">
                <a16:creationId xmlns:a16="http://schemas.microsoft.com/office/drawing/2014/main" id="{5D801650-16B2-4A3C-BC00-A0584D99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14700"/>
            <a:ext cx="619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234">
            <a:extLst xmlns:a="http://schemas.openxmlformats.org/drawingml/2006/main">
              <a:ext uri="{FF2B5EF4-FFF2-40B4-BE49-F238E27FC236}">
                <a16:creationId xmlns:a16="http://schemas.microsoft.com/office/drawing/2014/main" id="{290C493B-49B8-46E6-85FF-26412648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14700"/>
            <a:ext cx="619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object-235">
            <a:extLst xmlns:a="http://schemas.openxmlformats.org/drawingml/2006/main">
              <a:ext uri="{FF2B5EF4-FFF2-40B4-BE49-F238E27FC236}">
                <a16:creationId xmlns:a16="http://schemas.microsoft.com/office/drawing/2014/main" id="{13B9BE6D-D3A7-4A6B-B6EF-492268B1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14700"/>
            <a:ext cx="619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object-236">
            <a:extLst xmlns:a="http://schemas.openxmlformats.org/drawingml/2006/main">
              <a:ext uri="{FF2B5EF4-FFF2-40B4-BE49-F238E27FC236}">
                <a16:creationId xmlns:a16="http://schemas.microsoft.com/office/drawing/2014/main" id="{7F1B3ABC-580E-4AE2-860E-6B3EB601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314700"/>
            <a:ext cx="619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line-237">
            <a:extLst xmlns:a="http://schemas.openxmlformats.org/drawingml/2006/main">
              <a:ext uri="{FF2B5EF4-FFF2-40B4-BE49-F238E27FC236}">
                <a16:creationId xmlns:a16="http://schemas.microsoft.com/office/drawing/2014/main" id="{036F6F7B-51FF-4CF0-B322-3FBF1334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24300"/>
            <a:ext cx="8524875" cy="9525"/>
          </a:xfrm>
          <a:custGeom xmlns:a="http://schemas.openxmlformats.org/drawingml/2006/main">
            <a:pathLst>
              <a:path w="8524875" h="9525">
                <a:moveTo>
                  <a:pt x="0" y="0"/>
                </a:moveTo>
                <a:lnTo>
                  <a:pt x="8524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6" name="line-238">
            <a:extLst xmlns:a="http://schemas.openxmlformats.org/drawingml/2006/main">
              <a:ext uri="{FF2B5EF4-FFF2-40B4-BE49-F238E27FC236}">
                <a16:creationId xmlns:a16="http://schemas.microsoft.com/office/drawing/2014/main" id="{B2668962-E11F-4F58-9090-AC7591C8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07" y="392430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7" name="line-239">
            <a:extLst xmlns:a="http://schemas.openxmlformats.org/drawingml/2006/main">
              <a:ext uri="{FF2B5EF4-FFF2-40B4-BE49-F238E27FC236}">
                <a16:creationId xmlns:a16="http://schemas.microsoft.com/office/drawing/2014/main" id="{2A494C27-9F78-4A25-AF58-F9F601A6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07" y="388287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8" name="reveal1-object-240">
            <a:extLst xmlns:a="http://schemas.openxmlformats.org/drawingml/2006/main">
              <a:ext uri="{FF2B5EF4-FFF2-40B4-BE49-F238E27FC236}">
                <a16:creationId xmlns:a16="http://schemas.microsoft.com/office/drawing/2014/main" id="{CEF441EF-DAC8-418F-9A05-CDB88FD4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顺序要对：操作要符合当前状态</a:t>
            </a:r>
          </a:p>
        </p:txBody>
      </p:sp>
      <p:sp>
        <p:nvSpPr>
          <p:cNvPr id="29" name="reveal1-object-241">
            <a:extLst xmlns:a="http://schemas.openxmlformats.org/drawingml/2006/main">
              <a:ext uri="{FF2B5EF4-FFF2-40B4-BE49-F238E27FC236}">
                <a16:creationId xmlns:a16="http://schemas.microsoft.com/office/drawing/2014/main" id="{497E42FF-8A68-4223-AD9C-06F8820F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0055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处理要及时：后续供数不能久等</a:t>
            </a:r>
          </a:p>
        </p:txBody>
      </p:sp>
      <p:sp>
        <p:nvSpPr>
          <p:cNvPr id="30" name="reveal2-line-242">
            <a:extLst xmlns:a="http://schemas.openxmlformats.org/drawingml/2006/main">
              <a:ext uri="{FF2B5EF4-FFF2-40B4-BE49-F238E27FC236}">
                <a16:creationId xmlns:a16="http://schemas.microsoft.com/office/drawing/2014/main" id="{10CC901D-8780-4C5C-B4F4-C30B991F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53750" cy="9525"/>
          </a:xfrm>
          <a:custGeom xmlns:a="http://schemas.openxmlformats.org/drawingml/2006/main">
            <a:pathLst>
              <a:path w="10953750" h="9525">
                <a:moveTo>
                  <a:pt x="0" y="0"/>
                </a:moveTo>
                <a:lnTo>
                  <a:pt x="10953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31" name="reveal2-object-243">
            <a:extLst xmlns:a="http://schemas.openxmlformats.org/drawingml/2006/main">
              <a:ext uri="{FF2B5EF4-FFF2-40B4-BE49-F238E27FC236}">
                <a16:creationId xmlns:a16="http://schemas.microsoft.com/office/drawing/2014/main" id="{AE769F7D-AA98-477C-A706-5F582B13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谁执行控制？谁处理数据？设备变化时怎样配合？</a:t>
            </a:r>
          </a:p>
        </p:txBody>
      </p:sp>
      <p:sp>
        <p:nvSpPr>
          <p:cNvPr id="32" name="reveal2-object-244">
            <a:extLst xmlns:a="http://schemas.openxmlformats.org/drawingml/2006/main">
              <a:ext uri="{FF2B5EF4-FFF2-40B4-BE49-F238E27FC236}">
                <a16:creationId xmlns:a16="http://schemas.microsoft.com/office/drawing/2014/main" id="{A4C7CAA3-4B22-441B-9A02-809ED4A7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85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接下来，进入音频引擎的设计。</a:t>
            </a:r>
          </a:p>
        </p:txBody>
      </p:sp>
      <p:sp>
        <p:nvSpPr>
          <p:cNvPr id="33" name="object-245">
            <a:extLst xmlns:a="http://schemas.openxmlformats.org/drawingml/2006/main">
              <a:ext uri="{FF2B5EF4-FFF2-40B4-BE49-F238E27FC236}">
                <a16:creationId xmlns:a16="http://schemas.microsoft.com/office/drawing/2014/main" id="{55A78AE2-C487-4582-8D46-426C0C55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控制与数据的职责示意，不表示同一路音乐暂停前后的连续时序。</a:t>
            </a:r>
          </a:p>
        </p:txBody>
      </p:sp>
      <p:sp>
        <p:nvSpPr>
          <p:cNvPr id="34" name="object-246">
            <a:extLst xmlns:a="http://schemas.openxmlformats.org/drawingml/2006/main">
              <a:ext uri="{FF2B5EF4-FFF2-40B4-BE49-F238E27FC236}">
                <a16:creationId xmlns:a16="http://schemas.microsoft.com/office/drawing/2014/main" id="{A7CF55BD-2E1E-40D6-939E-200844F4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4759572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1"/>
      <p:bldP spid="29" grpId="1"/>
      <p:bldP spid="30" grpId="2"/>
      <p:bldP spid="31" grpId="2"/>
      <p:bldP spid="32" grpId="2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2026-10-22T00:43:41.0150000Z</dcterms:created>
  <dcterms:modified xsi:type="dcterms:W3CDTF">2026-10-22T00:43:41.0150000Z</dcterms:modified>
</coreProperties>
</file>