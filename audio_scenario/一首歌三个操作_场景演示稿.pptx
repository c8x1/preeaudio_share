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4d29eac2e94642" /><Relationship Type="http://schemas.openxmlformats.org/officeDocument/2006/relationships/extended-properties" Target="/docProps/app.xml" Id="R8fa875c202d0459e" /><Relationship Type="http://schemas.openxmlformats.org/officeDocument/2006/relationships/officeDocument" Target="/ppt/presentation.xml" Id="Rc23e987a51f54f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38a7c0ce2c4dd5"/>
  </p:sldMasterIdLst>
  <p:notesMasterIdLst>
    <p:notesMasterId xmlns:r="http://schemas.openxmlformats.org/officeDocument/2006/relationships" r:id="R3558a25df5494ffd"/>
  </p:notesMasterIdLst>
  <p:sldIdLst>
    <p:sldId xmlns:r="http://schemas.openxmlformats.org/officeDocument/2006/relationships" id="256" r:id="R260a4043eab54864"/>
    <p:sldId xmlns:r="http://schemas.openxmlformats.org/officeDocument/2006/relationships" id="257" r:id="Ra9b9aeaac743435d"/>
    <p:sldId xmlns:r="http://schemas.openxmlformats.org/officeDocument/2006/relationships" id="258" r:id="R421751fad9b0497d"/>
    <p:sldId xmlns:r="http://schemas.openxmlformats.org/officeDocument/2006/relationships" id="259" r:id="Rb74aa9b7d4394116"/>
    <p:sldId xmlns:r="http://schemas.openxmlformats.org/officeDocument/2006/relationships" id="260" r:id="Rbe8df580c582493a"/>
    <p:sldId xmlns:r="http://schemas.openxmlformats.org/officeDocument/2006/relationships" id="261" r:id="R92ed6914526849f1"/>
    <p:sldId xmlns:r="http://schemas.openxmlformats.org/officeDocument/2006/relationships" id="262" r:id="R9ba17bbd97334d1a"/>
    <p:sldId xmlns:r="http://schemas.openxmlformats.org/officeDocument/2006/relationships" id="263" r:id="R1d309d550e624469"/>
    <p:sldId xmlns:r="http://schemas.openxmlformats.org/officeDocument/2006/relationships" id="264" r:id="Ra4acd68d15ca41cf"/>
    <p:sldId xmlns:r="http://schemas.openxmlformats.org/officeDocument/2006/relationships" id="265" r:id="Rb215c01f72ce477e"/>
    <p:sldId xmlns:r="http://schemas.openxmlformats.org/officeDocument/2006/relationships" id="266" r:id="Rdb1db853c0bd4e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2477ab885048bf" /><Relationship Type="http://schemas.openxmlformats.org/officeDocument/2006/relationships/slideMaster" Target="/ppt/slideMasters/slideMaster1.xml" Id="R0c38a7c0ce2c4dd5" /><Relationship Type="http://schemas.openxmlformats.org/officeDocument/2006/relationships/notesMaster" Target="/ppt/notesMasters/notesMaster1.xml" Id="R3558a25df5494ffd" /><Relationship Type="http://schemas.openxmlformats.org/officeDocument/2006/relationships/presProps" Target="/ppt/presProps.xml" Id="R7cda9d760b3f4daf" /><Relationship Type="http://schemas.openxmlformats.org/officeDocument/2006/relationships/tableStyles" Target="/ppt/tableStyles.xml" Id="R0cf7a8950eb14689" /><Relationship Type="http://schemas.openxmlformats.org/officeDocument/2006/relationships/slide" Target="/ppt/slides/slide1.xml" Id="R260a4043eab54864" /><Relationship Type="http://schemas.openxmlformats.org/officeDocument/2006/relationships/slide" Target="/ppt/slides/slide2.xml" Id="Ra9b9aeaac743435d" /><Relationship Type="http://schemas.openxmlformats.org/officeDocument/2006/relationships/slide" Target="/ppt/slides/slide3.xml" Id="R421751fad9b0497d" /><Relationship Type="http://schemas.openxmlformats.org/officeDocument/2006/relationships/slide" Target="/ppt/slides/slide4.xml" Id="Rb74aa9b7d4394116" /><Relationship Type="http://schemas.openxmlformats.org/officeDocument/2006/relationships/slide" Target="/ppt/slides/slide5.xml" Id="Rbe8df580c582493a" /><Relationship Type="http://schemas.openxmlformats.org/officeDocument/2006/relationships/slide" Target="/ppt/slides/slide6.xml" Id="R92ed6914526849f1" /><Relationship Type="http://schemas.openxmlformats.org/officeDocument/2006/relationships/slide" Target="/ppt/slides/slide7.xml" Id="R9ba17bbd97334d1a" /><Relationship Type="http://schemas.openxmlformats.org/officeDocument/2006/relationships/slide" Target="/ppt/slides/slide8.xml" Id="R1d309d550e624469" /><Relationship Type="http://schemas.openxmlformats.org/officeDocument/2006/relationships/slide" Target="/ppt/slides/slide9.xml" Id="Ra4acd68d15ca41cf" /><Relationship Type="http://schemas.openxmlformats.org/officeDocument/2006/relationships/slide" Target="/ppt/slides/slide10.xml" Id="Rb215c01f72ce477e" /><Relationship Type="http://schemas.openxmlformats.org/officeDocument/2006/relationships/slide" Target="/ppt/slides/slide11.xml" Id="Rdb1db853c0bd4e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29744f333a41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c53ab634c5492a" /><Relationship Type="http://schemas.openxmlformats.org/officeDocument/2006/relationships/notesMaster" Target="/ppt/notesMasters/notesMaster1.xml" Id="R932cccffa48e48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19e7971a414877" /><Relationship Type="http://schemas.openxmlformats.org/officeDocument/2006/relationships/notesMaster" Target="/ppt/notesMasters/notesMaster1.xml" Id="Rac87bddf452a49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a9ce69bed84e5e" /><Relationship Type="http://schemas.openxmlformats.org/officeDocument/2006/relationships/notesMaster" Target="/ppt/notesMasters/notesMaster1.xml" Id="R514235378fdd47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fb456ec29845e7" /><Relationship Type="http://schemas.openxmlformats.org/officeDocument/2006/relationships/notesMaster" Target="/ppt/notesMasters/notesMaster1.xml" Id="Raec26581ef2345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fc13c88af3499b" /><Relationship Type="http://schemas.openxmlformats.org/officeDocument/2006/relationships/notesMaster" Target="/ppt/notesMasters/notesMaster1.xml" Id="R232e58afda5d4e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38d31f869c46f2" /><Relationship Type="http://schemas.openxmlformats.org/officeDocument/2006/relationships/notesMaster" Target="/ppt/notesMasters/notesMaster1.xml" Id="R2924451b5ded4c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47d4ea6fa04e03" /><Relationship Type="http://schemas.openxmlformats.org/officeDocument/2006/relationships/notesMaster" Target="/ppt/notesMasters/notesMaster1.xml" Id="R2de794f9edec44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2af675438344a1" /><Relationship Type="http://schemas.openxmlformats.org/officeDocument/2006/relationships/notesMaster" Target="/ppt/notesMasters/notesMaster1.xml" Id="R6e4a29806eb445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14fc1a6be9418b" /><Relationship Type="http://schemas.openxmlformats.org/officeDocument/2006/relationships/notesMaster" Target="/ppt/notesMasters/notesMaster1.xml" Id="R908a2714e38d43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63341f4aa747fc" /><Relationship Type="http://schemas.openxmlformats.org/officeDocument/2006/relationships/notesMaster" Target="/ppt/notesMasters/notesMaster1.xml" Id="Rdf7e531f7cb949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4e1c6381124c63" /><Relationship Type="http://schemas.openxmlformats.org/officeDocument/2006/relationships/notesMaster" Target="/ppt/notesMasters/notesMaster1.xml" Id="R11734b8e56044f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一首歌，三个操作</a:t>
            </a:r>
          </a:p>
          <a:p xmlns:a="http://schemas.openxmlformats.org/drawingml/2006/main">
            <a:r>
              <a:t>时间：1.2分钟</a:t>
            </a:r>
          </a:p>
          <a:p xmlns:a="http://schemas.openxmlformats.org/drawingml/2006/main">
            <a:r>
              <a:t>本页目标：一首歌，三个操作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先做三个动作：暂停、恢复播放、切到耳机。每个都是一次点击，屏幕立刻响应，声音立刻跟上，谁都觉得理所当然。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把最直接的实现写出来。暂停，就是把数据流立即截断；恢复，就是原样接回；切耳机，就是从扬声器这边拔下来、插到耳机那边。真这么做会听到什么？暂停是一声“啪”，波形在半幅上被切断；恢复是一声“bang”，等着的数据按全音量冲出来；切耳机，歌断一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真实引擎这三步一步都不敢做。接下来，把这三个朴素做法逐个推翻，先看引擎做了什么，再看它把保证写在了哪里。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演示：初始只显示数据链；第一次点击显示暂停与恢复的朴素做法和会听到的声音；第二次点击显示切耳机的朴素做法与结尾句。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技术边界：处理链为简化示意；“会听到”为示意性描述，未做设备实测。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暂停时，先淡出，再断开</a:t>
            </a:r>
          </a:p>
          <a:p xmlns:a="http://schemas.openxmlformats.org/drawingml/2006/main">
            <a:r>
              <a:t>时间：1.7分钟</a:t>
            </a:r>
          </a:p>
          <a:p xmlns:a="http://schemas.openxmlformats.org/drawingml/2006/main">
            <a:r>
              <a:t>本页目标：暂停时，先淡出，再断开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暂停为什么会“啪”？切断的那一刻，波形幅度不是零。半幅上切一刀，扬声器收到一个突变，就是一声爆音。所以暂停的第一步不是切断，是降音量：增益逐渐降到零，让声音干净地淡出去。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看这条时间轴。暂停请求提出后不是立刻执行，先等设备侧。淡出开始之后，输入线还必须连着：淡出本身要靠处理链继续跑，先拆线，淡出就没法完成。增益一路降到零，淡出结束，收尾再排一次队等执行：暂停音效、断开输入、更新状态，都在这一步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所以“声音没了”和“线拆了”是两个时刻，中间隔着一个等待窗口。记住这个窗口，下一页它就有用了。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演示：先看两种波形与暂停请求；第一次点击揭示淡出、完成排队和断开；第二次点击强调两个时刻。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技术边界：正常淡出路径；波形与时间均为示意，不代表设备实测。若缺少增益节点、设备未运行或处于相应旁路条件，实现也允许直接完成，本页专讲正常淡出路径。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https://gitcode.com/openharmony/multimedia_audio_framework/blob/0d073de5a30f33ab6716d9abd481d76eca843741/services/audio_engine/manager/src/hpae_renderer_manager.cpp#L1868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已经恢复播放，旧的暂停还会生效吗？</a:t>
            </a:r>
          </a:p>
          <a:p xmlns:a="http://schemas.openxmlformats.org/drawingml/2006/main">
            <a:r>
              <a:t>时间：1.8分钟</a:t>
            </a:r>
          </a:p>
          <a:p xmlns:a="http://schemas.openxmlformats.org/drawingml/2006/main">
            <a:r>
              <a:t>本页目标：已经恢复播放，旧的暂停还会生效吗？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上一页的窗口还开着：淡出结束后的收尾还在排队等执行。这时候用户的手比队列快，已经点了恢复。于是队列里排着两条：恢复在前，旧的暂停收尾在后。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顺序执行。恢复先跑：状态回到正在播放，输入连着，淡入也安排上了。然后轮到旧的收尾。它如果不看状态、照原计划办，就会暂停音效、拆掉输入、把状态写回暂停。用户看到的是：我明明点了恢复，界面也显示在播，却没有声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所以收尾动手前先查一眼：现在是不是已经在播放？是，这次收尾就地结束，不碰音效，不碰输入。一句“动手前先看当前状态”，把这次险情救了回来。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演示：初始只显示待执行请求及音乐 A；第一次点击执行恢复；第二次点击执行旧的收尾并显示检查结果与不检查的后果。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技术边界：一种请求交错；不表示每次快速点击都能触发。这里只讨论恢复后尚未再次暂停的情况；描述的是引擎执行顺序，不把界面点击等同于可任意并发的客户端调用。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淡入为什么要先于音效启动？</a:t>
            </a:r>
          </a:p>
          <a:p xmlns:a="http://schemas.openxmlformats.org/drawingml/2006/main">
            <a:r>
              <a:t>时间：1.3分钟</a:t>
            </a:r>
          </a:p>
          <a:p xmlns:a="http://schemas.openxmlformats.org/drawingml/2006/main">
            <a:r>
              <a:t>本页目标：淡入为什么要先于音效启动？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这边也有同一个坑，方向相反。恢复时缓冲里往往已经躺着数据。处理链接通之后，如果先启动会话音效、等启动完成再设置淡入，麻烦就来了：音效启动不是瞬间完成的，这段窗口里，等着的数据按全增益处理。听到的不是淡入，是“bang”一下爆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实际顺序反过来：接通之后立刻安排淡入，然后才启动音效。启动再慢，增益也已经被淡入曲线按住了。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注意这两行的比法：同一条时间轴，只差两个动作的先后。先后差一步，爆音还是淡入，就决定在这一步上。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演示：先展示设置偏晚的风险窗口；点击后展示实际顺序与增益示意。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技术边界：上行为假设的错误顺序，下行为实际顺序；增益曲线仅示意，不表达淡入时长。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https://gitcode.com/openharmony/multimedia_audio_framework/blob/0d073de5a30f33ab6716d9abd481d76eca843741/services/audio_engine/node/src/hpae_gain_node.cpp#L284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切到耳机，哪些东西变了？</a:t>
            </a:r>
          </a:p>
          <a:p xmlns:a="http://schemas.openxmlformats.org/drawingml/2006/main">
            <a:r>
              <a:t>时间：2分钟</a:t>
            </a:r>
          </a:p>
          <a:p xmlns:a="http://schemas.openxmlformats.org/drawingml/2006/main">
            <a:r>
              <a:t>本页目标：切到耳机，哪些东西变了？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第三个动作切耳机，看起来最像“拔了插过去”，实际最麻烦。设备策略已经选定耳机，我们只看引擎怎么执行。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说朴素做法：把这路音乐停掉，在耳机侧重开。能响，但丢的不只是一根连接：缓冲里的数据、当前的播放状态，全部重来，这路音乐的连续性断了。所以引擎的做法是交接：旧设备侧摘除连接，但握着同一个输入节点交出去。音乐 A 还是那个音乐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标侧接手之后还有两件事。一是改参数：设备信息改成耳机，处理粒度按目标的采样率和帧长调整，不同设备一轮吃的数据量不一样，不调，数据就和设备对不上拍。二是接链：目标侧处理簇就绪、条件满足，把正在播放的会话接入耳机侧处理链，归属随之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摘旧连接、调参数、接新链，三个阶段，一个都不能省。至于这些动作由谁、在哪条线程上执行——下一页见。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演示：先看切换前；第一次点击看交接、参数调整与朴素做法的代价；第二次点击看目标连接与归属变化。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技术边界：普通迁移路径示意；交接中不承诺零间隙，接入成功也不等于声学输出已稳定。目标不可用和状态变化会走其他分支。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https://gitcode.com/openharmony/multimedia_audio_framework/blob/0d073de5a30f33ab6716d9abd481d76eca843741/services/audio_engine/manager/src/hpae_renderer_manager.cpp#L114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https://gitcode.com/openharmony/multimedia_audio_framework/blob/0d073de5a30f33ab6716d9abd481d76eca843741/services/audio_engine/manager/src/hpae_manager.cpp#L1181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这些请求，谁来执行？</a:t>
            </a:r>
          </a:p>
          <a:p xmlns:a="http://schemas.openxmlformats.org/drawingml/2006/main">
            <a:r>
              <a:t>时间：1.6分钟</a:t>
            </a:r>
          </a:p>
          <a:p xmlns:a="http://schemas.openxmlformats.org/drawingml/2006/main">
            <a:r>
              <a:t>本页目标：这些请求，谁来执行？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前四页反复出现两个词：“排队”和“等待执行”。现在看它们的物理载体。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控制动作——暂停、恢复、切设备，连淡出完成后的收尾——都被打包成一个小任务，丢进同一个队列。执行它们的是一条专用线程：被唤醒后，先把队列排空，把该办的控制动作办完；然后跑一轮音频处理。办完再睡，等下一次唤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这个安排有个直接好处：改处理图的人，就是跑数据的人。同一条线程串行，队列不需要锁，图变更不会跟数据处理撞车。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还有一件事值得看清楚：淡出完成不是靠定时器猜的。处理链在真实数据上一帧帧把增益降下来，降到零的那一刻，就地发回一个“淡出完成”。这个回调本身也是一个请求，排到队尾等执行。前面说“声音没了”和“线拆了”是两个时刻，中间隔的就是这一趟排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量级也有数：短淡出按 5 毫秒设计，默认淡出在一轮数据之内完成。都是毫秒级的事，但一步都省不掉。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接下来三页，用这套角色把一次暂停、一次恢复交错、一次切耳机，完整走一遍时序。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演示：初始只显示线程循环；第一次点击显示请求队列与流向；第二次点击显示免锁原因、淡出闭环与量级。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技术边界：队列与线程按引擎结构示意；线程唤醒后先排空请求再跑一轮处理为源码逻辑，未做时延测量。短淡出常数见增益节点源码。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https://gitcode.com/openharmony/multimedia_audio_framework/blob/0d073de5a30f33ab6716d9abd481d76eca843741/services/audio_engine/manager/src/hpae_signal_process_thread.cpp#L83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https://gitcode.com/openharmony/multimedia_audio_framework/blob/0d073de5a30f33ab6716d9abd481d76eca843741/services/audio_engine/node/src/hpae_gain_node.cpp#L42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一次暂停，从头到尾</a:t>
            </a:r>
          </a:p>
          <a:p xmlns:a="http://schemas.openxmlformats.org/drawingml/2006/main">
            <a:r>
              <a:t>时间：1.5分钟</a:t>
            </a:r>
          </a:p>
          <a:p xmlns:a="http://schemas.openxmlformats.org/drawingml/2006/main">
            <a:r>
              <a:t>本页目标：一次暂停，从头到尾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把上一页的模型跑一遍：一次暂停，从头到尾。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应用发出暂停请求。渲染管理器不自己动手，把请求丢进队列。信号处理线程被唤醒，先排空队列：执行暂停请求——不碰连接，只在增益节点上挂一个淡出标志，会话状态改成“暂停中”。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然后线程照常跑音频处理。处理链看到淡出标志，就在真实数据上逐帧把增益降下来。降到零的那一刻，处理链就地发回“淡出完成”。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注意这个回调的去向：它回到渲染管理器，又变成一个请求进队列。线程下一轮排空队列时执行收尾：查状态、停音效、断输入、把状态改成“已暂停”，最后把状态回调给应用。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一次暂停，两个请求，中间夹着一段毫秒级的淡出。前面讲的时间轴，落到角色上就是这一条链。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演示：初始显示角色与生命线；第一次点击走完请求到淡出；第二次点击走完回调、收尾与状态回调。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技术边界：时序按源码调用关系简化：上层调用到渲染管理器的中间环节合并，线程执行与处理链的帧级细节合并；不表示实测时延。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https://gitcode.com/openharmony/multimedia_audio_framework/blob/0d073de5a30f33ab6716d9abd481d76eca843741/services/audio_engine/node/src/hpae_gain_node.cpp#L232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恢复抢先一步，时序会怎样？</a:t>
            </a:r>
          </a:p>
          <a:p xmlns:a="http://schemas.openxmlformats.org/drawingml/2006/main">
            <a:r>
              <a:t>时间：1.4分钟</a:t>
            </a:r>
          </a:p>
          <a:p xmlns:a="http://schemas.openxmlformats.org/drawingml/2006/main">
            <a:r>
              <a:t>本页目标：恢复抢先一步，时序会怎样？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同一套角色，换个剧本：收尾还在队里，用户已经点了恢复。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恢复请求进来，也进队列——排在了旧收尾前面。线程先执行它：状态改成“运行中”，接上输入，挂好淡入，启动音效，处理链带着淡入继续跑。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然后才轮到那条旧的暂停收尾。它执行的第一件事是查状态：已经在运行？好，这次收尾就地结束，不碰音效，不碰输入。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应用最终收到的状态回调是“运行中”。一次交错，被两条小规则消化：先到先执行，动手前看状态。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演示：初始显示队列里的旧收尾；第一次点击恢复请求入队并执行；第二次点击旧收尾执行检查并返回。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技术边界：一种请求交错；不表示每次快速点击都能触发。时序按源码调用关系简化。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切到耳机：三方接力</a:t>
            </a:r>
          </a:p>
          <a:p xmlns:a="http://schemas.openxmlformats.org/drawingml/2006/main">
            <a:r>
              <a:t>时间：1.6分钟</a:t>
            </a:r>
          </a:p>
          <a:p xmlns:a="http://schemas.openxmlformats.org/drawingml/2006/main">
            <a:r>
              <a:t>本页目标：切到耳机：三方接力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切耳机是三方接力：设备策略、管理器、两侧渲染。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策略已经选定耳机。管理器向旧设备侧发起迁移。旧侧摘除这路音乐的连接，但输入节点带着自己的状态保留下来，交还给管理器——音乐 A 还是那个音乐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管理器把节点交给目标侧。目标侧接手后：设备信息改成耳机，处理粒度按目标的帧长和采样率调整，处理簇就绪之后，只有正在运行的会话才接进新链。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最后归属更新，迁移完成。节点不换人，参数跟设备走——这就是“同一路音乐”在代码里的样子。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演示：初始显示三方角色；第一次点击旧侧摘除并交接节点；第二次点击目标侧接手、调参接入并更新归属。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技术边界：普通迁移路径；目标不可用与状态变化走其他分支。时序按源码调用关系简化。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https://gitcode.com/openharmony/multimedia_audio_framework/blob/0d073de5a30f33ab6716d9abd481d76eca843741/services/audio_engine/manager/src/hpae_manager.cpp#L1065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https://gitcode.com/openharmony/multimedia_audio_framework/blob/0d073de5a30f33ab6716d9abd481d76eca843741/services/audio_engine/manager/src/hpae_manager.cpp#L1181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三个保证，落在代码的哪里？</a:t>
            </a:r>
          </a:p>
          <a:p xmlns:a="http://schemas.openxmlformats.org/drawingml/2006/main">
            <a:r>
              <a:t>时间：1.8分钟</a:t>
            </a:r>
          </a:p>
          <a:p xmlns:a="http://schemas.openxmlformats.org/drawingml/2006/main">
            <a:r>
              <a:t>本页目标：三个保证，落在代码的哪里？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把三个保证落到代码上看，每个都不大。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暂停：渐变不靠外部定时器，挂在增益节点的状态机上，处理链每跑一轮就顺便执行一次，在真实数据上把增益从一降到零。做完，才回调收尾。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恢复：恢复请求执行的第一步，就是把会话状态改成“运行中”，之后才接输入、挂淡入、启动音效。旧收尾执行时的第一行就是检查这个状态：已在运行，直接返回，不碰音效不碰输入。一次险情，一行检查。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淡入时机：接通之后立刻挂淡入，然后才启动会话音效。代码注释写得直白：音效启动要花时间，预缓冲的数据会在“接通到挂淡入”的窗口里按全音量漏出去。先挂淡入，窗口就封住了。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切耳机：输入节点带着自己的状态交接过去；目标侧拿到节点，先把设备信息改成自己，按自己的帧长和采样率调整处理粒度，最后只有“正在运行”的会话才接进新链。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一个状态标志、一行状态检查、一个先后顺序、一次参数调整。复杂性摊开看，就是这些小东西的叠加。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演示：第一次点击显示暂停与恢复的落点；第二次点击显示淡入时机与切耳机的落点。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技术边界：行为与代码位置对应源码树当前主干；描述的是这一路径的行为，不构成对其他版本或分支的描述。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https://gitcode.com/openharmony/multimedia_audio_framework/blob/0d073de5a30f33ab6716d9abd481d76eca843741/services/audio_engine/node/src/hpae_gain_node.cpp#L207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https://gitcode.com/openharmony/multimedia_audio_framework/blob/0d073de5a30f33ab6716d9abd481d76eca843741/services/audio_engine/node/src/hpae_gain_node.cpp#L232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再看这三个操作</a:t>
            </a:r>
          </a:p>
          <a:p xmlns:a="http://schemas.openxmlformats.org/drawingml/2006/main">
            <a:r>
              <a:t>时间：1.3分钟</a:t>
            </a:r>
          </a:p>
          <a:p xmlns:a="http://schemas.openxmlformats.org/drawingml/2006/main">
            <a:r>
              <a:t>本页目标：再看这三个操作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回到这一路音乐，把三个操作放在一起说。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暂停：让增益降完再拆输入，因为时间不能跳过去。恢复：旧请求执行前先看新状态，因为请求会排队、新旧会交错。切耳机：交接同一个会话、接入目标链，因为设备参数各不相同，而音乐必须是同一路。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还有一条底线压在所有这些上面：耳朵什么都不能听见。不能有爆音，不能有全音量冲出来的那一声，不能断拍，不能状态错乱。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时间、队列、状态、设备差异，再加耳朵，五样都得交代。这一部分看到的，就是 HPAE 交的答卷：一条线程、一个队列，和几个落在具体位置的小保证。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那么换一个引擎，同样的三个操作会是什么样？PA 是怎么组织这些事情的，跟这套做法差别在哪、各自换来什么？这就是下一部分的内容。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演示：先回到同一路音乐；第一次点击回顾三处具体动作；第二次点击收出五样约束。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技术边界：不把上述能力说成 HPAE 独有，也不从结构图推导未测量的时延或功耗幅度。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e7a10e991d4b3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9afcf3adad445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608658f8944c2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b902cf8ba8476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851795b53142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d96b2dbab042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ECDADF-E977-49E6-8151-644B3094B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99491AC-1677-4C3A-89B5-0180D4A962D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4C1ACA5-F774-4440-BE30-DC5F48BF0B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980D75-CAA5-45DA-A23B-097984DD5C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A9D447D-F56F-43B5-ABB4-A36485229F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E387FA3-43A1-48A7-AC5B-74B3280FAA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A83A3DD-C2D8-4E6A-9D35-48D3DFB792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45AF30F-7D3C-47E9-B7FE-90867FBD135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D20659-3D6E-472E-B3B4-E1D8A694C0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C00C70C-1A2A-41F8-880E-5F9C145866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811327573e47da" /><Relationship Type="http://schemas.openxmlformats.org/officeDocument/2006/relationships/slideLayout" Target="/ppt/slideLayouts/slideLayout1.xml" Id="R6052fd2fb1284516" /><Relationship Type="http://schemas.openxmlformats.org/officeDocument/2006/relationships/slideLayout" Target="/ppt/slideLayouts/slideLayout2.xml" Id="R3c5c989beeb447ed" /><Relationship Type="http://schemas.openxmlformats.org/officeDocument/2006/relationships/slideLayout" Target="/ppt/slideLayouts/slideLayout3.xml" Id="R2ae85be3f46f4456" /><Relationship Type="http://schemas.openxmlformats.org/officeDocument/2006/relationships/slideLayout" Target="/ppt/slideLayouts/slideLayout4.xml" Id="R40fd6245ee1c472f" /><Relationship Type="http://schemas.openxmlformats.org/officeDocument/2006/relationships/slideLayout" Target="/ppt/slideLayouts/slideLayout5.xml" Id="Ra7d6dde4cafe43b1" /><Relationship Type="http://schemas.openxmlformats.org/officeDocument/2006/relationships/slideLayout" Target="/ppt/slideLayouts/slideLayout6.xml" Id="R534029a862c34e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52fd2fb1284516"/>
    <p:sldLayoutId xmlns:r="http://schemas.openxmlformats.org/officeDocument/2006/relationships" id="2147483650" r:id="R3c5c989beeb447ed"/>
    <p:sldLayoutId xmlns:r="http://schemas.openxmlformats.org/officeDocument/2006/relationships" id="2147483651" r:id="R2ae85be3f46f4456"/>
    <p:sldLayoutId xmlns:r="http://schemas.openxmlformats.org/officeDocument/2006/relationships" id="2147483652" r:id="R40fd6245ee1c472f"/>
    <p:sldLayoutId xmlns:r="http://schemas.openxmlformats.org/officeDocument/2006/relationships" id="2147483653" r:id="Ra7d6dde4cafe43b1"/>
    <p:sldLayoutId xmlns:r="http://schemas.openxmlformats.org/officeDocument/2006/relationships" id="2147483654" r:id="R534029a862c34e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d4d75fea5145a0" /><Relationship Type="http://schemas.openxmlformats.org/officeDocument/2006/relationships/notesSlide" Target="/ppt/notesSlides/notesSlide1.xml" Id="R99cdeaaf73a744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bce17f61394658" /><Relationship Type="http://schemas.openxmlformats.org/officeDocument/2006/relationships/notesSlide" Target="/ppt/notesSlides/notesSlide2.xml" Id="Rd9de1d2647fb49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72364b7e7b486c" /><Relationship Type="http://schemas.openxmlformats.org/officeDocument/2006/relationships/notesSlide" Target="/ppt/notesSlides/notesSlide3.xml" Id="R992796f4f20349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f533b50eba443b" /><Relationship Type="http://schemas.openxmlformats.org/officeDocument/2006/relationships/notesSlide" Target="/ppt/notesSlides/notesSlide4.xml" Id="R656cd796edf545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63314b084c4dbc" /><Relationship Type="http://schemas.openxmlformats.org/officeDocument/2006/relationships/notesSlide" Target="/ppt/notesSlides/notesSlide5.xml" Id="R7ba03032d2d347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415bd18bf9464d" /><Relationship Type="http://schemas.openxmlformats.org/officeDocument/2006/relationships/notesSlide" Target="/ppt/notesSlides/notesSlide6.xml" Id="R9e6301cc9eb845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652a866be0496b" /><Relationship Type="http://schemas.openxmlformats.org/officeDocument/2006/relationships/notesSlide" Target="/ppt/notesSlides/notesSlide7.xml" Id="R09f567b1632e42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d5ee0dc3004e9f" /><Relationship Type="http://schemas.openxmlformats.org/officeDocument/2006/relationships/notesSlide" Target="/ppt/notesSlides/notesSlide8.xml" Id="Rb304776d35a747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dca19d05604215" /><Relationship Type="http://schemas.openxmlformats.org/officeDocument/2006/relationships/notesSlide" Target="/ppt/notesSlides/notesSlide9.xml" Id="Rc9cf51f687a54c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5495b8a05b4235" /><Relationship Type="http://schemas.openxmlformats.org/officeDocument/2006/relationships/notesSlide" Target="/ppt/notesSlides/notesSlide10.xml" Id="R1f5e93ddc51f4f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38c79752b14f56" /><Relationship Type="http://schemas.openxmlformats.org/officeDocument/2006/relationships/notesSlide" Target="/ppt/notesSlides/notesSlide11.xml" Id="Ref33a50acbdc47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object-0">
            <a:extLst xmlns:a="http://schemas.openxmlformats.org/drawingml/2006/main">
              <a:ext uri="{FF2B5EF4-FFF2-40B4-BE49-F238E27FC236}">
                <a16:creationId xmlns:a16="http://schemas.microsoft.com/office/drawing/2014/main" id="{D48E3A6E-62E5-4030-B342-1D15A05C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1">
            <a:extLst xmlns:a="http://schemas.openxmlformats.org/drawingml/2006/main">
              <a:ext uri="{FF2B5EF4-FFF2-40B4-BE49-F238E27FC236}">
                <a16:creationId xmlns:a16="http://schemas.microsoft.com/office/drawing/2014/main" id="{AB390124-2269-46BB-BBCD-DC8B6C7C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暂停、恢复、切到耳机，三次点击，屏幕上都瞬间完成。</a:t>
            </a:r>
          </a:p>
        </p:txBody>
      </p:sp>
      <p:sp>
        <p:nvSpPr>
          <p:cNvPr id="3" name="object-2">
            <a:extLst xmlns:a="http://schemas.openxmlformats.org/drawingml/2006/main">
              <a:ext uri="{FF2B5EF4-FFF2-40B4-BE49-F238E27FC236}">
                <a16:creationId xmlns:a16="http://schemas.microsoft.com/office/drawing/2014/main" id="{43A6E730-89CB-4F21-B2E0-83E7CFF8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3">
            <a:extLst xmlns:a="http://schemas.openxmlformats.org/drawingml/2006/main">
              <a:ext uri="{FF2B5EF4-FFF2-40B4-BE49-F238E27FC236}">
                <a16:creationId xmlns:a16="http://schemas.microsoft.com/office/drawing/2014/main" id="{2EDAADAD-B2BD-40DC-BB78-CC883396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5" name="object-4">
            <a:extLst xmlns:a="http://schemas.openxmlformats.org/drawingml/2006/main">
              <a:ext uri="{FF2B5EF4-FFF2-40B4-BE49-F238E27FC236}">
                <a16:creationId xmlns:a16="http://schemas.microsoft.com/office/drawing/2014/main" id="{F0B6F9A8-C7FE-4186-BFED-4172D256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同一路音乐</a:t>
            </a:r>
          </a:p>
          <a:p xmlns:a="http://schemas.openxmlformats.org/drawingml/2006/main">
            <a: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后文称“会话”</a:t>
            </a:r>
          </a:p>
        </p:txBody>
      </p:sp>
      <p:sp>
        <p:nvSpPr>
          <p:cNvPr id="6" name="object-5">
            <a:extLst xmlns:a="http://schemas.openxmlformats.org/drawingml/2006/main">
              <a:ext uri="{FF2B5EF4-FFF2-40B4-BE49-F238E27FC236}">
                <a16:creationId xmlns:a16="http://schemas.microsoft.com/office/drawing/2014/main" id="{B405A552-DD5C-42AE-872D-6D10018A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194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7" name="object-6">
            <a:extLst xmlns:a="http://schemas.openxmlformats.org/drawingml/2006/main">
              <a:ext uri="{FF2B5EF4-FFF2-40B4-BE49-F238E27FC236}">
                <a16:creationId xmlns:a16="http://schemas.microsoft.com/office/drawing/2014/main" id="{E09E733D-FE41-4453-B2FD-74FD86C0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7">
            <a:extLst xmlns:a="http://schemas.openxmlformats.org/drawingml/2006/main">
              <a:ext uri="{FF2B5EF4-FFF2-40B4-BE49-F238E27FC236}">
                <a16:creationId xmlns:a16="http://schemas.microsoft.com/office/drawing/2014/main" id="{7002F7C5-CA19-4CF4-915D-2FFA3C8C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object-8">
            <a:extLst xmlns:a="http://schemas.openxmlformats.org/drawingml/2006/main">
              <a:ext uri="{FF2B5EF4-FFF2-40B4-BE49-F238E27FC236}">
                <a16:creationId xmlns:a16="http://schemas.microsoft.com/office/drawing/2014/main" id="{9725FAF1-66C1-47FA-90AD-22AAA547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9">
            <a:extLst xmlns:a="http://schemas.openxmlformats.org/drawingml/2006/main">
              <a:ext uri="{FF2B5EF4-FFF2-40B4-BE49-F238E27FC236}">
                <a16:creationId xmlns:a16="http://schemas.microsoft.com/office/drawing/2014/main" id="{E746DDAC-CED1-4350-BEDF-6F22A931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10">
            <a:extLst xmlns:a="http://schemas.openxmlformats.org/drawingml/2006/main">
              <a:ext uri="{FF2B5EF4-FFF2-40B4-BE49-F238E27FC236}">
                <a16:creationId xmlns:a16="http://schemas.microsoft.com/office/drawing/2014/main" id="{ED056829-D6FA-49C7-9C5C-9C50A6FF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290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待处理的数据</a:t>
            </a:r>
          </a:p>
        </p:txBody>
      </p:sp>
      <p:sp>
        <p:nvSpPr>
          <p:cNvPr id="12" name="object-11">
            <a:extLst xmlns:a="http://schemas.openxmlformats.org/drawingml/2006/main">
              <a:ext uri="{FF2B5EF4-FFF2-40B4-BE49-F238E27FC236}">
                <a16:creationId xmlns:a16="http://schemas.microsoft.com/office/drawing/2014/main" id="{02946808-AC14-4F06-9A83-19F03F79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194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12">
            <a:extLst xmlns:a="http://schemas.openxmlformats.org/drawingml/2006/main">
              <a:ext uri="{FF2B5EF4-FFF2-40B4-BE49-F238E27FC236}">
                <a16:creationId xmlns:a16="http://schemas.microsoft.com/office/drawing/2014/main" id="{B874C9A5-7335-429B-8A61-62E8E5E1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2766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增益与音效</a:t>
            </a:r>
          </a:p>
        </p:txBody>
      </p:sp>
      <p:sp>
        <p:nvSpPr>
          <p:cNvPr id="14" name="object-13">
            <a:extLst xmlns:a="http://schemas.openxmlformats.org/drawingml/2006/main">
              <a:ext uri="{FF2B5EF4-FFF2-40B4-BE49-F238E27FC236}">
                <a16:creationId xmlns:a16="http://schemas.microsoft.com/office/drawing/2014/main" id="{049A3EBF-E720-421B-B811-20E86967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bject-14">
            <a:extLst xmlns:a="http://schemas.openxmlformats.org/drawingml/2006/main">
              <a:ext uri="{FF2B5EF4-FFF2-40B4-BE49-F238E27FC236}">
                <a16:creationId xmlns:a16="http://schemas.microsoft.com/office/drawing/2014/main" id="{848D16D2-2E59-4793-9BA7-FD90F6EA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766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设备输出</a:t>
            </a:r>
          </a:p>
        </p:txBody>
      </p:sp>
      <p:sp>
        <p:nvSpPr>
          <p:cNvPr id="16" name="object-15">
            <a:extLst xmlns:a="http://schemas.openxmlformats.org/drawingml/2006/main">
              <a:ext uri="{FF2B5EF4-FFF2-40B4-BE49-F238E27FC236}">
                <a16:creationId xmlns:a16="http://schemas.microsoft.com/office/drawing/2014/main" id="{9EA0DAB3-96AD-44EE-BBE9-D8301129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43275"/>
            <a:ext cx="1476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扬声器</a:t>
            </a:r>
          </a:p>
        </p:txBody>
      </p:sp>
      <p:sp>
        <p:nvSpPr>
          <p:cNvPr id="17" name="line-16">
            <a:extLst xmlns:a="http://schemas.openxmlformats.org/drawingml/2006/main">
              <a:ext uri="{FF2B5EF4-FFF2-40B4-BE49-F238E27FC236}">
                <a16:creationId xmlns:a16="http://schemas.microsoft.com/office/drawing/2014/main" id="{365A5C10-519E-49DA-B81E-870A2E9C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52825"/>
            <a:ext cx="666750" cy="9525"/>
          </a:xfrm>
          <a:custGeom xmlns:a="http://schemas.openxmlformats.org/drawingml/2006/main">
            <a:pathLst>
              <a:path w="666750" h="952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8" name="line-17">
            <a:extLst xmlns:a="http://schemas.openxmlformats.org/drawingml/2006/main">
              <a:ext uri="{FF2B5EF4-FFF2-40B4-BE49-F238E27FC236}">
                <a16:creationId xmlns:a16="http://schemas.microsoft.com/office/drawing/2014/main" id="{A1F1E04A-38B9-4D7C-94C0-9E9D4EBA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08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9" name="line-18">
            <a:extLst xmlns:a="http://schemas.openxmlformats.org/drawingml/2006/main">
              <a:ext uri="{FF2B5EF4-FFF2-40B4-BE49-F238E27FC236}">
                <a16:creationId xmlns:a16="http://schemas.microsoft.com/office/drawing/2014/main" id="{2F71AD20-E7E1-48D6-837C-CA449814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08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0" name="line-19">
            <a:extLst xmlns:a="http://schemas.openxmlformats.org/drawingml/2006/main">
              <a:ext uri="{FF2B5EF4-FFF2-40B4-BE49-F238E27FC236}">
                <a16:creationId xmlns:a16="http://schemas.microsoft.com/office/drawing/2014/main" id="{31345595-E811-4296-B586-2865C6D2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52825"/>
            <a:ext cx="771525" cy="9525"/>
          </a:xfrm>
          <a:custGeom xmlns:a="http://schemas.openxmlformats.org/drawingml/2006/main">
            <a:pathLst>
              <a:path w="771525" h="9525">
                <a:moveTo>
                  <a:pt x="0" y="0"/>
                </a:moveTo>
                <a:lnTo>
                  <a:pt x="771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1" name="line-20">
            <a:extLst xmlns:a="http://schemas.openxmlformats.org/drawingml/2006/main">
              <a:ext uri="{FF2B5EF4-FFF2-40B4-BE49-F238E27FC236}">
                <a16:creationId xmlns:a16="http://schemas.microsoft.com/office/drawing/2014/main" id="{DB7611E1-F5AA-4A55-A36C-920BD18E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2" name="line-21">
            <a:extLst xmlns:a="http://schemas.openxmlformats.org/drawingml/2006/main">
              <a:ext uri="{FF2B5EF4-FFF2-40B4-BE49-F238E27FC236}">
                <a16:creationId xmlns:a16="http://schemas.microsoft.com/office/drawing/2014/main" id="{20ED7928-0D36-4CD9-903C-01ED4C5D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3" name="line-22">
            <a:extLst xmlns:a="http://schemas.openxmlformats.org/drawingml/2006/main">
              <a:ext uri="{FF2B5EF4-FFF2-40B4-BE49-F238E27FC236}">
                <a16:creationId xmlns:a16="http://schemas.microsoft.com/office/drawing/2014/main" id="{DE6EC1FC-8B2D-4D6A-964C-51C91706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552825"/>
            <a:ext cx="1038225" cy="9525"/>
          </a:xfrm>
          <a:custGeom xmlns:a="http://schemas.openxmlformats.org/drawingml/2006/main">
            <a:pathLst>
              <a:path w="1038225" h="9525">
                <a:moveTo>
                  <a:pt x="0" y="0"/>
                </a:moveTo>
                <a:lnTo>
                  <a:pt x="1038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4" name="line-23">
            <a:extLst xmlns:a="http://schemas.openxmlformats.org/drawingml/2006/main">
              <a:ext uri="{FF2B5EF4-FFF2-40B4-BE49-F238E27FC236}">
                <a16:creationId xmlns:a16="http://schemas.microsoft.com/office/drawing/2014/main" id="{7C65F3A1-B33A-41B3-846F-65CD665C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3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5" name="line-24">
            <a:extLst xmlns:a="http://schemas.openxmlformats.org/drawingml/2006/main">
              <a:ext uri="{FF2B5EF4-FFF2-40B4-BE49-F238E27FC236}">
                <a16:creationId xmlns:a16="http://schemas.microsoft.com/office/drawing/2014/main" id="{59DBE843-BE94-41BC-8E48-5BA0B065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3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line-25">
            <a:extLst xmlns:a="http://schemas.openxmlformats.org/drawingml/2006/main">
              <a:ext uri="{FF2B5EF4-FFF2-40B4-BE49-F238E27FC236}">
                <a16:creationId xmlns:a16="http://schemas.microsoft.com/office/drawing/2014/main" id="{05E7892F-45EF-45BA-9C9B-98AD7CB4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55282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7" name="line-26">
            <a:extLst xmlns:a="http://schemas.openxmlformats.org/drawingml/2006/main">
              <a:ext uri="{FF2B5EF4-FFF2-40B4-BE49-F238E27FC236}">
                <a16:creationId xmlns:a16="http://schemas.microsoft.com/office/drawing/2014/main" id="{170BC836-8490-41E2-A6E8-60442D9F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58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line-27">
            <a:extLst xmlns:a="http://schemas.openxmlformats.org/drawingml/2006/main">
              <a:ext uri="{FF2B5EF4-FFF2-40B4-BE49-F238E27FC236}">
                <a16:creationId xmlns:a16="http://schemas.microsoft.com/office/drawing/2014/main" id="{65E2E8D0-614A-454B-ACFE-6D706FCA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58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9" name="reveal1-object-28">
            <a:extLst xmlns:a="http://schemas.openxmlformats.org/drawingml/2006/main">
              <a:ext uri="{FF2B5EF4-FFF2-40B4-BE49-F238E27FC236}">
                <a16:creationId xmlns:a16="http://schemas.microsoft.com/office/drawing/2014/main" id="{28FA923B-A134-4745-ABF1-C8E09F30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① 暂停   ② 恢复</a:t>
            </a:r>
          </a:p>
        </p:txBody>
      </p:sp>
      <p:sp>
        <p:nvSpPr>
          <p:cNvPr id="30" name="reveal1-line-29">
            <a:extLst xmlns:a="http://schemas.openxmlformats.org/drawingml/2006/main">
              <a:ext uri="{FF2B5EF4-FFF2-40B4-BE49-F238E27FC236}">
                <a16:creationId xmlns:a16="http://schemas.microsoft.com/office/drawing/2014/main" id="{10C64CF2-DB02-4A2A-9E81-38439B3E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193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1" name="reveal1-line-30">
            <a:extLst xmlns:a="http://schemas.openxmlformats.org/drawingml/2006/main">
              <a:ext uri="{FF2B5EF4-FFF2-40B4-BE49-F238E27FC236}">
                <a16:creationId xmlns:a16="http://schemas.microsoft.com/office/drawing/2014/main" id="{7BDD7415-A865-43CB-8389-4A1C34A7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082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2" name="reveal1-line-31">
            <a:extLst xmlns:a="http://schemas.openxmlformats.org/drawingml/2006/main">
              <a:ext uri="{FF2B5EF4-FFF2-40B4-BE49-F238E27FC236}">
                <a16:creationId xmlns:a16="http://schemas.microsoft.com/office/drawing/2014/main" id="{24DF3B6E-C722-4044-954C-11672800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971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3" name="reveal1-line-32">
            <a:extLst xmlns:a="http://schemas.openxmlformats.org/drawingml/2006/main">
              <a:ext uri="{FF2B5EF4-FFF2-40B4-BE49-F238E27FC236}">
                <a16:creationId xmlns:a16="http://schemas.microsoft.com/office/drawing/2014/main" id="{8A29523F-9612-47C0-A365-30394B50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8860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4" name="reveal1-line-33">
            <a:extLst xmlns:a="http://schemas.openxmlformats.org/drawingml/2006/main">
              <a:ext uri="{FF2B5EF4-FFF2-40B4-BE49-F238E27FC236}">
                <a16:creationId xmlns:a16="http://schemas.microsoft.com/office/drawing/2014/main" id="{3CA7863E-DDA6-4F80-8548-4BC5C128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9749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5" name="reveal1-line-34">
            <a:extLst xmlns:a="http://schemas.openxmlformats.org/drawingml/2006/main">
              <a:ext uri="{FF2B5EF4-FFF2-40B4-BE49-F238E27FC236}">
                <a16:creationId xmlns:a16="http://schemas.microsoft.com/office/drawing/2014/main" id="{7025D2C8-408C-4364-B1FC-6D72F1A3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638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6" name="reveal1-line-35">
            <a:extLst xmlns:a="http://schemas.openxmlformats.org/drawingml/2006/main">
              <a:ext uri="{FF2B5EF4-FFF2-40B4-BE49-F238E27FC236}">
                <a16:creationId xmlns:a16="http://schemas.microsoft.com/office/drawing/2014/main" id="{0AA681FC-160F-4C7B-85B2-9F483384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695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7" name="reveal1-line-36">
            <a:extLst xmlns:a="http://schemas.openxmlformats.org/drawingml/2006/main">
              <a:ext uri="{FF2B5EF4-FFF2-40B4-BE49-F238E27FC236}">
                <a16:creationId xmlns:a16="http://schemas.microsoft.com/office/drawing/2014/main" id="{1AA0E8E2-3E20-4B1C-BCC4-DCE635EC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8" name="reveal1-object-37">
            <a:extLst xmlns:a="http://schemas.openxmlformats.org/drawingml/2006/main">
              <a:ext uri="{FF2B5EF4-FFF2-40B4-BE49-F238E27FC236}">
                <a16:creationId xmlns:a16="http://schemas.microsoft.com/office/drawing/2014/main" id="{8F910D67-FD04-4D67-9F98-D475E9F4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38700"/>
            <a:ext cx="4095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朴素做法：立即截断数据流，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再原样接回。会听到：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暂停“啪”、恢复“bang”。</a:t>
            </a:r>
          </a:p>
        </p:txBody>
      </p:sp>
      <p:sp>
        <p:nvSpPr>
          <p:cNvPr id="39" name="reveal2-object-38">
            <a:extLst xmlns:a="http://schemas.openxmlformats.org/drawingml/2006/main">
              <a:ext uri="{FF2B5EF4-FFF2-40B4-BE49-F238E27FC236}">
                <a16:creationId xmlns:a16="http://schemas.microsoft.com/office/drawing/2014/main" id="{F5C6829E-7BB7-43A6-9EEF-568BB7C6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171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③ 切到耳机</a:t>
            </a:r>
          </a:p>
        </p:txBody>
      </p:sp>
      <p:sp>
        <p:nvSpPr>
          <p:cNvPr id="40" name="reveal2-line-39">
            <a:extLst xmlns:a="http://schemas.openxmlformats.org/drawingml/2006/main">
              <a:ext uri="{FF2B5EF4-FFF2-40B4-BE49-F238E27FC236}">
                <a16:creationId xmlns:a16="http://schemas.microsoft.com/office/drawing/2014/main" id="{1BBFC137-5522-4126-B4BC-E353B88E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28900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1" name="reveal2-line-40">
            <a:extLst xmlns:a="http://schemas.openxmlformats.org/drawingml/2006/main">
              <a:ext uri="{FF2B5EF4-FFF2-40B4-BE49-F238E27FC236}">
                <a16:creationId xmlns:a16="http://schemas.microsoft.com/office/drawing/2014/main" id="{184D0EA1-A98B-4196-8DB5-982AD352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70175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2" name="reveal2-line-41">
            <a:extLst xmlns:a="http://schemas.openxmlformats.org/drawingml/2006/main">
              <a:ext uri="{FF2B5EF4-FFF2-40B4-BE49-F238E27FC236}">
                <a16:creationId xmlns:a16="http://schemas.microsoft.com/office/drawing/2014/main" id="{3647CEBD-BE4C-4F95-BEA6-78E9B11E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11450"/>
            <a:ext cx="9525" cy="20637"/>
          </a:xfrm>
          <a:custGeom xmlns:a="http://schemas.openxmlformats.org/drawingml/2006/main">
            <a:pathLst>
              <a:path w="9525" h="20637">
                <a:moveTo>
                  <a:pt x="0" y="0"/>
                </a:moveTo>
                <a:lnTo>
                  <a:pt x="0" y="2063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3" name="reveal2-line-42">
            <a:extLst xmlns:a="http://schemas.openxmlformats.org/drawingml/2006/main">
              <a:ext uri="{FF2B5EF4-FFF2-40B4-BE49-F238E27FC236}">
                <a16:creationId xmlns:a16="http://schemas.microsoft.com/office/drawing/2014/main" id="{B087A839-C656-49E1-B5E0-6245046E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52725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4" name="reveal2-line-43">
            <a:extLst xmlns:a="http://schemas.openxmlformats.org/drawingml/2006/main">
              <a:ext uri="{FF2B5EF4-FFF2-40B4-BE49-F238E27FC236}">
                <a16:creationId xmlns:a16="http://schemas.microsoft.com/office/drawing/2014/main" id="{165D4A2D-346F-4F45-93BA-B7196DAA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94000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5" name="reveal2-line-44">
            <a:extLst xmlns:a="http://schemas.openxmlformats.org/drawingml/2006/main">
              <a:ext uri="{FF2B5EF4-FFF2-40B4-BE49-F238E27FC236}">
                <a16:creationId xmlns:a16="http://schemas.microsoft.com/office/drawing/2014/main" id="{DE768A1A-4BA4-4208-893F-C3C8096B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35275"/>
            <a:ext cx="9525" cy="20637"/>
          </a:xfrm>
          <a:custGeom xmlns:a="http://schemas.openxmlformats.org/drawingml/2006/main">
            <a:pathLst>
              <a:path w="9525" h="20637">
                <a:moveTo>
                  <a:pt x="0" y="0"/>
                </a:moveTo>
                <a:lnTo>
                  <a:pt x="0" y="2063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6" name="reveal2-line-45">
            <a:extLst xmlns:a="http://schemas.openxmlformats.org/drawingml/2006/main">
              <a:ext uri="{FF2B5EF4-FFF2-40B4-BE49-F238E27FC236}">
                <a16:creationId xmlns:a16="http://schemas.microsoft.com/office/drawing/2014/main" id="{54AD6E8C-2EEE-406B-86E2-8B41B036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770" y="279078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7" name="reveal2-line-46">
            <a:extLst xmlns:a="http://schemas.openxmlformats.org/drawingml/2006/main">
              <a:ext uri="{FF2B5EF4-FFF2-40B4-BE49-F238E27FC236}">
                <a16:creationId xmlns:a16="http://schemas.microsoft.com/office/drawing/2014/main" id="{D273D409-9C5D-42ED-8F09-9EEDB604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9078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8" name="reveal2-line-47">
            <a:extLst xmlns:a="http://schemas.openxmlformats.org/drawingml/2006/main">
              <a:ext uri="{FF2B5EF4-FFF2-40B4-BE49-F238E27FC236}">
                <a16:creationId xmlns:a16="http://schemas.microsoft.com/office/drawing/2014/main" id="{BDBEFF0A-03B0-49F7-85B4-F1C30DAC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838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9" name="reveal2-line-48">
            <a:extLst xmlns:a="http://schemas.openxmlformats.org/drawingml/2006/main">
              <a:ext uri="{FF2B5EF4-FFF2-40B4-BE49-F238E27FC236}">
                <a16:creationId xmlns:a16="http://schemas.microsoft.com/office/drawing/2014/main" id="{912D6D78-6FAA-4A14-A75B-50852FA1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113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0" name="reveal2-line-49">
            <a:extLst xmlns:a="http://schemas.openxmlformats.org/drawingml/2006/main">
              <a:ext uri="{FF2B5EF4-FFF2-40B4-BE49-F238E27FC236}">
                <a16:creationId xmlns:a16="http://schemas.microsoft.com/office/drawing/2014/main" id="{0B7D32BC-203F-4C39-81D4-5F8623F3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0388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1" name="reveal2-line-50">
            <a:extLst xmlns:a="http://schemas.openxmlformats.org/drawingml/2006/main">
              <a:ext uri="{FF2B5EF4-FFF2-40B4-BE49-F238E27FC236}">
                <a16:creationId xmlns:a16="http://schemas.microsoft.com/office/drawing/2014/main" id="{415B8C0E-5608-4B8F-B4A2-321DE937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7663" y="2876550"/>
            <a:ext cx="106362" cy="9525"/>
          </a:xfrm>
          <a:custGeom xmlns:a="http://schemas.openxmlformats.org/drawingml/2006/main">
            <a:pathLst>
              <a:path w="106362" h="9525">
                <a:moveTo>
                  <a:pt x="10636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2" name="reveal2-line-51">
            <a:extLst xmlns:a="http://schemas.openxmlformats.org/drawingml/2006/main">
              <a:ext uri="{FF2B5EF4-FFF2-40B4-BE49-F238E27FC236}">
                <a16:creationId xmlns:a16="http://schemas.microsoft.com/office/drawing/2014/main" id="{0E2673DC-A65A-44D6-93B3-35F88603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938" y="2876550"/>
            <a:ext cx="106362" cy="9525"/>
          </a:xfrm>
          <a:custGeom xmlns:a="http://schemas.openxmlformats.org/drawingml/2006/main">
            <a:pathLst>
              <a:path w="106362" h="9525">
                <a:moveTo>
                  <a:pt x="10636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3" name="reveal2-line-52">
            <a:extLst xmlns:a="http://schemas.openxmlformats.org/drawingml/2006/main">
              <a:ext uri="{FF2B5EF4-FFF2-40B4-BE49-F238E27FC236}">
                <a16:creationId xmlns:a16="http://schemas.microsoft.com/office/drawing/2014/main" id="{BA389680-6BCF-47C0-AC8B-F54FCDA4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213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4" name="reveal2-line-53">
            <a:extLst xmlns:a="http://schemas.openxmlformats.org/drawingml/2006/main">
              <a:ext uri="{FF2B5EF4-FFF2-40B4-BE49-F238E27FC236}">
                <a16:creationId xmlns:a16="http://schemas.microsoft.com/office/drawing/2014/main" id="{234F487A-4442-4C13-BF3D-3FC8B1CE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3512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55" name="reveal2-line-54">
            <a:extLst xmlns:a="http://schemas.openxmlformats.org/drawingml/2006/main">
              <a:ext uri="{FF2B5EF4-FFF2-40B4-BE49-F238E27FC236}">
                <a16:creationId xmlns:a16="http://schemas.microsoft.com/office/drawing/2014/main" id="{EB42BCC2-67F0-4BA3-8B65-C992D205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56" name="reveal2-line-55">
            <a:extLst xmlns:a="http://schemas.openxmlformats.org/drawingml/2006/main">
              <a:ext uri="{FF2B5EF4-FFF2-40B4-BE49-F238E27FC236}">
                <a16:creationId xmlns:a16="http://schemas.microsoft.com/office/drawing/2014/main" id="{A3A45827-970C-4899-8AFF-8AEC18D8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7" name="reveal2-line-56">
            <a:extLst xmlns:a="http://schemas.openxmlformats.org/drawingml/2006/main">
              <a:ext uri="{FF2B5EF4-FFF2-40B4-BE49-F238E27FC236}">
                <a16:creationId xmlns:a16="http://schemas.microsoft.com/office/drawing/2014/main" id="{18586661-FA3C-49F5-9B7A-ADC455A1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22588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8" name="reveal2-line-57">
            <a:extLst xmlns:a="http://schemas.openxmlformats.org/drawingml/2006/main">
              <a:ext uri="{FF2B5EF4-FFF2-40B4-BE49-F238E27FC236}">
                <a16:creationId xmlns:a16="http://schemas.microsoft.com/office/drawing/2014/main" id="{BF49802D-8D77-44D5-AACE-463F6B31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68625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9" name="reveal2-line-58">
            <a:extLst xmlns:a="http://schemas.openxmlformats.org/drawingml/2006/main">
              <a:ext uri="{FF2B5EF4-FFF2-40B4-BE49-F238E27FC236}">
                <a16:creationId xmlns:a16="http://schemas.microsoft.com/office/drawing/2014/main" id="{90F31CCB-ABC8-4953-8FE7-5EA1B6DD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14663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0" name="reveal2-line-59">
            <a:extLst xmlns:a="http://schemas.openxmlformats.org/drawingml/2006/main">
              <a:ext uri="{FF2B5EF4-FFF2-40B4-BE49-F238E27FC236}">
                <a16:creationId xmlns:a16="http://schemas.microsoft.com/office/drawing/2014/main" id="{F6A3DD0B-EFA2-477C-905D-3780E9E6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0700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1" name="reveal2-line-60">
            <a:extLst xmlns:a="http://schemas.openxmlformats.org/drawingml/2006/main">
              <a:ext uri="{FF2B5EF4-FFF2-40B4-BE49-F238E27FC236}">
                <a16:creationId xmlns:a16="http://schemas.microsoft.com/office/drawing/2014/main" id="{E423E579-8264-4A13-9EC3-812FE025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06738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2" name="reveal2-line-61">
            <a:extLst xmlns:a="http://schemas.openxmlformats.org/drawingml/2006/main">
              <a:ext uri="{FF2B5EF4-FFF2-40B4-BE49-F238E27FC236}">
                <a16:creationId xmlns:a16="http://schemas.microsoft.com/office/drawing/2014/main" id="{C32B64E8-F079-45C0-B56A-0386B2D2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4420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63" name="reveal2-line-62">
            <a:extLst xmlns:a="http://schemas.openxmlformats.org/drawingml/2006/main">
              <a:ext uri="{FF2B5EF4-FFF2-40B4-BE49-F238E27FC236}">
                <a16:creationId xmlns:a16="http://schemas.microsoft.com/office/drawing/2014/main" id="{30639C96-26A8-458B-932D-4644EB03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64" name="reveal2-object-63">
            <a:extLst xmlns:a="http://schemas.openxmlformats.org/drawingml/2006/main">
              <a:ext uri="{FF2B5EF4-FFF2-40B4-BE49-F238E27FC236}">
                <a16:creationId xmlns:a16="http://schemas.microsoft.com/office/drawing/2014/main" id="{32C3B7A8-BF7B-4ACD-9A41-D0880BBF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8387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朴素做法：从扬声器拔下，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直接插到耳机上。会听到：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歌断一拍。</a:t>
            </a:r>
          </a:p>
        </p:txBody>
      </p:sp>
      <p:sp>
        <p:nvSpPr>
          <p:cNvPr id="65" name="reveal2-object-64">
            <a:extLst xmlns:a="http://schemas.openxmlformats.org/drawingml/2006/main">
              <a:ext uri="{FF2B5EF4-FFF2-40B4-BE49-F238E27FC236}">
                <a16:creationId xmlns:a16="http://schemas.microsoft.com/office/drawing/2014/main" id="{8BA04BB1-C1D3-4BE8-AF1B-5D9616C7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接下来，把三个朴素做法逐个推翻，再看引擎怎么把它们落实。</a:t>
            </a:r>
          </a:p>
        </p:txBody>
      </p:sp>
      <p:sp>
        <p:nvSpPr>
          <p:cNvPr id="66" name="object-65">
            <a:extLst xmlns:a="http://schemas.openxmlformats.org/drawingml/2006/main">
              <a:ext uri="{FF2B5EF4-FFF2-40B4-BE49-F238E27FC236}">
                <a16:creationId xmlns:a16="http://schemas.microsoft.com/office/drawing/2014/main" id="{2F9302D9-1A0C-4A62-8240-A3358574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实线表示数据；虚线表示控制。处理链为简化示意。</a:t>
            </a:r>
          </a:p>
        </p:txBody>
      </p:sp>
      <p:sp>
        <p:nvSpPr>
          <p:cNvPr id="67" name="object-66">
            <a:extLst xmlns:a="http://schemas.openxmlformats.org/drawingml/2006/main">
              <a:ext uri="{FF2B5EF4-FFF2-40B4-BE49-F238E27FC236}">
                <a16:creationId xmlns:a16="http://schemas.microsoft.com/office/drawing/2014/main" id="{60A56EEC-6119-4BD3-AFB3-E87E778A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233253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1"/>
      <p:bldP spid="30" grpId="1"/>
      <p:bldP spid="31" grpId="1"/>
      <p:bldP spid="32" grpId="1"/>
      <p:bldP spid="33" grpId="1"/>
      <p:bldP spid="34" grpId="1"/>
      <p:bldP spid="35" grpId="1"/>
      <p:bldP spid="36" grpId="1"/>
      <p:bldP spid="37" grpId="1"/>
      <p:bldP spid="38" grpId="1"/>
      <p:bldP spid="39" grpId="2"/>
      <p:bldP spid="40" grpId="2"/>
      <p:bldP spid="41" grpId="2"/>
      <p:bldP spid="42" grpId="2"/>
      <p:bldP spid="43" grpId="2"/>
      <p:bldP spid="44" grpId="2"/>
      <p:bldP spid="45" grpId="2"/>
      <p:bldP spid="46" grpId="2"/>
      <p:bldP spid="47" grpId="2"/>
      <p:bldP spid="48" grpId="2"/>
      <p:bldP spid="49" grpId="2"/>
      <p:bldP spid="50" grpId="2"/>
      <p:bldP spid="51" grpId="2"/>
      <p:bldP spid="52" grpId="2"/>
      <p:bldP spid="53" grpId="2"/>
      <p:bldP spid="54" grpId="2"/>
      <p:bldP spid="55" grpId="2"/>
      <p:bldP spid="56" grpId="2"/>
      <p:bldP spid="57" grpId="2"/>
      <p:bldP spid="58" grpId="2"/>
      <p:bldP spid="59" grpId="2"/>
      <p:bldP spid="60" grpId="2"/>
      <p:bldP spid="61" grpId="2"/>
      <p:bldP spid="62" grpId="2"/>
      <p:bldP spid="63" grpId="2"/>
      <p:bldP spid="64" grpId="2"/>
      <p:bldP spid="65" grpId="2"/>
    </p:bld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9" name="object-67">
            <a:extLst xmlns:a="http://schemas.openxmlformats.org/drawingml/2006/main">
              <a:ext uri="{FF2B5EF4-FFF2-40B4-BE49-F238E27FC236}">
                <a16:creationId xmlns:a16="http://schemas.microsoft.com/office/drawing/2014/main" id="{48A1073E-0DDA-4CEB-9685-C1B76F94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暂停时，先淡出，再断开</a:t>
            </a:r>
          </a:p>
        </p:txBody>
      </p:sp>
      <p:sp>
        <p:nvSpPr>
          <p:cNvPr id="2" name="object-68">
            <a:extLst xmlns:a="http://schemas.openxmlformats.org/drawingml/2006/main">
              <a:ext uri="{FF2B5EF4-FFF2-40B4-BE49-F238E27FC236}">
                <a16:creationId xmlns:a16="http://schemas.microsoft.com/office/drawing/2014/main" id="{0F25D214-84B4-484B-9030-BF425BEA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直接截断</a:t>
            </a:r>
          </a:p>
        </p:txBody>
      </p:sp>
      <p:sp>
        <p:nvSpPr>
          <p:cNvPr id="3" name="line-69">
            <a:extLst xmlns:a="http://schemas.openxmlformats.org/drawingml/2006/main">
              <a:ext uri="{FF2B5EF4-FFF2-40B4-BE49-F238E27FC236}">
                <a16:creationId xmlns:a16="http://schemas.microsoft.com/office/drawing/2014/main" id="{A433329B-D5DF-49E3-A689-DCB8D1CE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" name="line-70">
            <a:extLst xmlns:a="http://schemas.openxmlformats.org/drawingml/2006/main">
              <a:ext uri="{FF2B5EF4-FFF2-40B4-BE49-F238E27FC236}">
                <a16:creationId xmlns:a16="http://schemas.microsoft.com/office/drawing/2014/main" id="{F36369EC-7C5B-40F1-AB29-858E84E6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003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" name="line-71">
            <a:extLst xmlns:a="http://schemas.openxmlformats.org/drawingml/2006/main">
              <a:ext uri="{FF2B5EF4-FFF2-40B4-BE49-F238E27FC236}">
                <a16:creationId xmlns:a16="http://schemas.microsoft.com/office/drawing/2014/main" id="{B7DBBC04-DFC2-42C7-86F9-6E4382E7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06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" name="line-72">
            <a:extLst xmlns:a="http://schemas.openxmlformats.org/drawingml/2006/main">
              <a:ext uri="{FF2B5EF4-FFF2-40B4-BE49-F238E27FC236}">
                <a16:creationId xmlns:a16="http://schemas.microsoft.com/office/drawing/2014/main" id="{21FBC6D1-2150-4139-998D-BFB76CFB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009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" name="line-73">
            <a:extLst xmlns:a="http://schemas.openxmlformats.org/drawingml/2006/main">
              <a:ext uri="{FF2B5EF4-FFF2-40B4-BE49-F238E27FC236}">
                <a16:creationId xmlns:a16="http://schemas.microsoft.com/office/drawing/2014/main" id="{EAF03033-B3EB-4835-B519-3236B15E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013" y="1586349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0"/>
                </a:moveTo>
                <a:lnTo>
                  <a:pt x="25003" y="393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" name="line-74">
            <a:extLst xmlns:a="http://schemas.openxmlformats.org/drawingml/2006/main">
              <a:ext uri="{FF2B5EF4-FFF2-40B4-BE49-F238E27FC236}">
                <a16:creationId xmlns:a16="http://schemas.microsoft.com/office/drawing/2014/main" id="{FDB2B3C8-80E9-4D16-A9B0-1EFA261F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016" y="1625655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0"/>
                </a:moveTo>
                <a:lnTo>
                  <a:pt x="25003" y="535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9" name="line-75">
            <a:extLst xmlns:a="http://schemas.openxmlformats.org/drawingml/2006/main">
              <a:ext uri="{FF2B5EF4-FFF2-40B4-BE49-F238E27FC236}">
                <a16:creationId xmlns:a16="http://schemas.microsoft.com/office/drawing/2014/main" id="{D4EF3EAF-D83F-4610-ABDD-031257E5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019" y="1679253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0"/>
                </a:moveTo>
                <a:lnTo>
                  <a:pt x="25003" y="626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0" name="line-76">
            <a:extLst xmlns:a="http://schemas.openxmlformats.org/drawingml/2006/main">
              <a:ext uri="{FF2B5EF4-FFF2-40B4-BE49-F238E27FC236}">
                <a16:creationId xmlns:a16="http://schemas.microsoft.com/office/drawing/2014/main" id="{2BA2D2BF-CD39-4BFA-B42D-6FDF3A08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1022" y="1741895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0"/>
                </a:moveTo>
                <a:lnTo>
                  <a:pt x="25003" y="655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1" name="line-77">
            <a:extLst xmlns:a="http://schemas.openxmlformats.org/drawingml/2006/main">
              <a:ext uri="{FF2B5EF4-FFF2-40B4-BE49-F238E27FC236}">
                <a16:creationId xmlns:a16="http://schemas.microsoft.com/office/drawing/2014/main" id="{10A41477-79E5-454D-A667-D94AA3AC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807449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0"/>
                </a:moveTo>
                <a:lnTo>
                  <a:pt x="25003" y="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2" name="line-78">
            <a:extLst xmlns:a="http://schemas.openxmlformats.org/drawingml/2006/main">
              <a:ext uri="{FF2B5EF4-FFF2-40B4-BE49-F238E27FC236}">
                <a16:creationId xmlns:a16="http://schemas.microsoft.com/office/drawing/2014/main" id="{F646B7EC-C018-4ADE-A2CD-D5A71B56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028" y="1869500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0"/>
                </a:moveTo>
                <a:lnTo>
                  <a:pt x="25003" y="524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3" name="line-79">
            <a:extLst xmlns:a="http://schemas.openxmlformats.org/drawingml/2006/main">
              <a:ext uri="{FF2B5EF4-FFF2-40B4-BE49-F238E27FC236}">
                <a16:creationId xmlns:a16="http://schemas.microsoft.com/office/drawing/2014/main" id="{07CDAFF6-34F1-4105-B16A-894B64A6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6031" y="1921972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0"/>
                </a:moveTo>
                <a:lnTo>
                  <a:pt x="25003" y="377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4" name="line-80">
            <a:extLst xmlns:a="http://schemas.openxmlformats.org/drawingml/2006/main">
              <a:ext uri="{FF2B5EF4-FFF2-40B4-BE49-F238E27FC236}">
                <a16:creationId xmlns:a16="http://schemas.microsoft.com/office/drawing/2014/main" id="{C651E46A-3CCF-4940-B6B0-71F5D666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034" y="1959730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0"/>
                </a:moveTo>
                <a:lnTo>
                  <a:pt x="25003" y="1934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5" name="line-81">
            <a:extLst xmlns:a="http://schemas.openxmlformats.org/drawingml/2006/main">
              <a:ext uri="{FF2B5EF4-FFF2-40B4-BE49-F238E27FC236}">
                <a16:creationId xmlns:a16="http://schemas.microsoft.com/office/drawing/2014/main" id="{A14DD5A9-D694-40C9-AA06-99EE894E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6038" y="197811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5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6" name="line-82">
            <a:extLst xmlns:a="http://schemas.openxmlformats.org/drawingml/2006/main">
              <a:ext uri="{FF2B5EF4-FFF2-40B4-BE49-F238E27FC236}">
                <a16:creationId xmlns:a16="http://schemas.microsoft.com/office/drawing/2014/main" id="{07FA9BF0-3EE6-4102-A925-C500F1F6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041" y="195695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21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7" name="line-83">
            <a:extLst xmlns:a="http://schemas.openxmlformats.org/drawingml/2006/main">
              <a:ext uri="{FF2B5EF4-FFF2-40B4-BE49-F238E27FC236}">
                <a16:creationId xmlns:a16="http://schemas.microsoft.com/office/drawing/2014/main" id="{889FDF70-48D8-4A28-80CC-1B282956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044" y="1917645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393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8" name="line-84">
            <a:extLst xmlns:a="http://schemas.openxmlformats.org/drawingml/2006/main">
              <a:ext uri="{FF2B5EF4-FFF2-40B4-BE49-F238E27FC236}">
                <a16:creationId xmlns:a16="http://schemas.microsoft.com/office/drawing/2014/main" id="{8FF5D492-633A-4F79-8FEC-E432700D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1047" y="1864047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5359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9" name="line-85">
            <a:extLst xmlns:a="http://schemas.openxmlformats.org/drawingml/2006/main">
              <a:ext uri="{FF2B5EF4-FFF2-40B4-BE49-F238E27FC236}">
                <a16:creationId xmlns:a16="http://schemas.microsoft.com/office/drawing/2014/main" id="{93DCDB17-07F1-47A1-A26E-CF52671E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1405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6264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0" name="line-86">
            <a:extLst xmlns:a="http://schemas.openxmlformats.org/drawingml/2006/main">
              <a:ext uri="{FF2B5EF4-FFF2-40B4-BE49-F238E27FC236}">
                <a16:creationId xmlns:a16="http://schemas.microsoft.com/office/drawing/2014/main" id="{B026F0A5-CA9E-4394-A669-1696D662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1053" y="1735851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655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1" name="line-87">
            <a:extLst xmlns:a="http://schemas.openxmlformats.org/drawingml/2006/main">
              <a:ext uri="{FF2B5EF4-FFF2-40B4-BE49-F238E27FC236}">
                <a16:creationId xmlns:a16="http://schemas.microsoft.com/office/drawing/2014/main" id="{02FB044D-B252-404F-8934-25F62B21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056" y="1673800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6205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2" name="line-88">
            <a:extLst xmlns:a="http://schemas.openxmlformats.org/drawingml/2006/main">
              <a:ext uri="{FF2B5EF4-FFF2-40B4-BE49-F238E27FC236}">
                <a16:creationId xmlns:a16="http://schemas.microsoft.com/office/drawing/2014/main" id="{090BDDDF-63ED-4799-925B-75D0E1D3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059" y="1621328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5247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3" name="line-89">
            <a:extLst xmlns:a="http://schemas.openxmlformats.org/drawingml/2006/main">
              <a:ext uri="{FF2B5EF4-FFF2-40B4-BE49-F238E27FC236}">
                <a16:creationId xmlns:a16="http://schemas.microsoft.com/office/drawing/2014/main" id="{DB922415-4CA0-4AED-8956-68E7D83D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063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4" name="line-90">
            <a:extLst xmlns:a="http://schemas.openxmlformats.org/drawingml/2006/main">
              <a:ext uri="{FF2B5EF4-FFF2-40B4-BE49-F238E27FC236}">
                <a16:creationId xmlns:a16="http://schemas.microsoft.com/office/drawing/2014/main" id="{D9954CA9-EA98-4A2D-B6EE-A175B841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066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5" name="line-91">
            <a:extLst xmlns:a="http://schemas.openxmlformats.org/drawingml/2006/main">
              <a:ext uri="{FF2B5EF4-FFF2-40B4-BE49-F238E27FC236}">
                <a16:creationId xmlns:a16="http://schemas.microsoft.com/office/drawing/2014/main" id="{27407D8F-09C6-4178-B244-98E4BF69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069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6" name="line-92">
            <a:extLst xmlns:a="http://schemas.openxmlformats.org/drawingml/2006/main">
              <a:ext uri="{FF2B5EF4-FFF2-40B4-BE49-F238E27FC236}">
                <a16:creationId xmlns:a16="http://schemas.microsoft.com/office/drawing/2014/main" id="{9FA11058-8AA0-4589-AEC8-84B6D0C6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072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7" name="line-93">
            <a:extLst xmlns:a="http://schemas.openxmlformats.org/drawingml/2006/main">
              <a:ext uri="{FF2B5EF4-FFF2-40B4-BE49-F238E27FC236}">
                <a16:creationId xmlns:a16="http://schemas.microsoft.com/office/drawing/2014/main" id="{BA31412F-3978-4596-870A-52C8013E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1586349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0"/>
                </a:moveTo>
                <a:lnTo>
                  <a:pt x="25003" y="393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8" name="line-94">
            <a:extLst xmlns:a="http://schemas.openxmlformats.org/drawingml/2006/main">
              <a:ext uri="{FF2B5EF4-FFF2-40B4-BE49-F238E27FC236}">
                <a16:creationId xmlns:a16="http://schemas.microsoft.com/office/drawing/2014/main" id="{9FA50D12-D9C1-4BF5-8C39-9BC6137F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078" y="1625655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0"/>
                </a:moveTo>
                <a:lnTo>
                  <a:pt x="25003" y="535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9" name="line-95">
            <a:extLst xmlns:a="http://schemas.openxmlformats.org/drawingml/2006/main">
              <a:ext uri="{FF2B5EF4-FFF2-40B4-BE49-F238E27FC236}">
                <a16:creationId xmlns:a16="http://schemas.microsoft.com/office/drawing/2014/main" id="{AA6CE51F-FD98-4658-818F-0675C199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1679253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0"/>
                </a:moveTo>
                <a:lnTo>
                  <a:pt x="25003" y="626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0" name="line-96">
            <a:extLst xmlns:a="http://schemas.openxmlformats.org/drawingml/2006/main">
              <a:ext uri="{FF2B5EF4-FFF2-40B4-BE49-F238E27FC236}">
                <a16:creationId xmlns:a16="http://schemas.microsoft.com/office/drawing/2014/main" id="{183D9BDC-552B-42C5-BD87-7385D861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84" y="1741895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0"/>
                </a:moveTo>
                <a:lnTo>
                  <a:pt x="25003" y="655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1" name="line-97">
            <a:extLst xmlns:a="http://schemas.openxmlformats.org/drawingml/2006/main">
              <a:ext uri="{FF2B5EF4-FFF2-40B4-BE49-F238E27FC236}">
                <a16:creationId xmlns:a16="http://schemas.microsoft.com/office/drawing/2014/main" id="{8AEAA9D2-720D-40E9-A69D-E5BD1789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088" y="1807449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0"/>
                </a:moveTo>
                <a:lnTo>
                  <a:pt x="25003" y="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2" name="line-98">
            <a:extLst xmlns:a="http://schemas.openxmlformats.org/drawingml/2006/main">
              <a:ext uri="{FF2B5EF4-FFF2-40B4-BE49-F238E27FC236}">
                <a16:creationId xmlns:a16="http://schemas.microsoft.com/office/drawing/2014/main" id="{804ABD66-464B-48BD-86DF-CBA858B1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091" y="1869500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0"/>
                </a:moveTo>
                <a:lnTo>
                  <a:pt x="25003" y="524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3" name="line-99">
            <a:extLst xmlns:a="http://schemas.openxmlformats.org/drawingml/2006/main">
              <a:ext uri="{FF2B5EF4-FFF2-40B4-BE49-F238E27FC236}">
                <a16:creationId xmlns:a16="http://schemas.microsoft.com/office/drawing/2014/main" id="{06B796C6-B1DE-4AAB-A1C1-EA8A081C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094" y="1921972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0"/>
                </a:moveTo>
                <a:lnTo>
                  <a:pt x="25003" y="377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4" name="line-100">
            <a:extLst xmlns:a="http://schemas.openxmlformats.org/drawingml/2006/main">
              <a:ext uri="{FF2B5EF4-FFF2-40B4-BE49-F238E27FC236}">
                <a16:creationId xmlns:a16="http://schemas.microsoft.com/office/drawing/2014/main" id="{C5E54048-AAB6-471C-A6CA-E2B90428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097" y="1959730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0"/>
                </a:moveTo>
                <a:lnTo>
                  <a:pt x="25003" y="1934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5" name="line-101">
            <a:extLst xmlns:a="http://schemas.openxmlformats.org/drawingml/2006/main">
              <a:ext uri="{FF2B5EF4-FFF2-40B4-BE49-F238E27FC236}">
                <a16:creationId xmlns:a16="http://schemas.microsoft.com/office/drawing/2014/main" id="{F240F23C-BF52-4E47-9549-DA038010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7811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5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6" name="line-102">
            <a:extLst xmlns:a="http://schemas.openxmlformats.org/drawingml/2006/main">
              <a:ext uri="{FF2B5EF4-FFF2-40B4-BE49-F238E27FC236}">
                <a16:creationId xmlns:a16="http://schemas.microsoft.com/office/drawing/2014/main" id="{BA4064BC-7878-4ABE-8085-416860B7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103" y="195695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21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7" name="line-103">
            <a:extLst xmlns:a="http://schemas.openxmlformats.org/drawingml/2006/main">
              <a:ext uri="{FF2B5EF4-FFF2-40B4-BE49-F238E27FC236}">
                <a16:creationId xmlns:a16="http://schemas.microsoft.com/office/drawing/2014/main" id="{7F1A02CC-4739-4E4D-9241-D1B1161E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106" y="1917645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393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8" name="line-104">
            <a:extLst xmlns:a="http://schemas.openxmlformats.org/drawingml/2006/main">
              <a:ext uri="{FF2B5EF4-FFF2-40B4-BE49-F238E27FC236}">
                <a16:creationId xmlns:a16="http://schemas.microsoft.com/office/drawing/2014/main" id="{6E80AFE3-93CB-45CB-A9F3-6A166529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1109" y="1864047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5359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9" name="line-105">
            <a:extLst xmlns:a="http://schemas.openxmlformats.org/drawingml/2006/main">
              <a:ext uri="{FF2B5EF4-FFF2-40B4-BE49-F238E27FC236}">
                <a16:creationId xmlns:a16="http://schemas.microsoft.com/office/drawing/2014/main" id="{905FF4EE-C948-477A-A39E-74EE2520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801405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6264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0" name="line-106">
            <a:extLst xmlns:a="http://schemas.openxmlformats.org/drawingml/2006/main">
              <a:ext uri="{FF2B5EF4-FFF2-40B4-BE49-F238E27FC236}">
                <a16:creationId xmlns:a16="http://schemas.microsoft.com/office/drawing/2014/main" id="{505F30EF-DCE1-4EB5-B6F8-EF8B46D7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116" y="1735851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655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1" name="line-107">
            <a:extLst xmlns:a="http://schemas.openxmlformats.org/drawingml/2006/main">
              <a:ext uri="{FF2B5EF4-FFF2-40B4-BE49-F238E27FC236}">
                <a16:creationId xmlns:a16="http://schemas.microsoft.com/office/drawing/2014/main" id="{302895AB-F3B3-4619-B7F6-A9D9A842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119" y="1673800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6205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2" name="line-108">
            <a:extLst xmlns:a="http://schemas.openxmlformats.org/drawingml/2006/main">
              <a:ext uri="{FF2B5EF4-FFF2-40B4-BE49-F238E27FC236}">
                <a16:creationId xmlns:a16="http://schemas.microsoft.com/office/drawing/2014/main" id="{F2D011AC-5CE9-420C-8403-2220E544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122" y="1621328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5247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3" name="line-109">
            <a:extLst xmlns:a="http://schemas.openxmlformats.org/drawingml/2006/main">
              <a:ext uri="{FF2B5EF4-FFF2-40B4-BE49-F238E27FC236}">
                <a16:creationId xmlns:a16="http://schemas.microsoft.com/office/drawing/2014/main" id="{803DDCB1-9853-4FD2-8866-390564AF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4" name="line-110">
            <a:extLst xmlns:a="http://schemas.openxmlformats.org/drawingml/2006/main">
              <a:ext uri="{FF2B5EF4-FFF2-40B4-BE49-F238E27FC236}">
                <a16:creationId xmlns:a16="http://schemas.microsoft.com/office/drawing/2014/main" id="{C958C052-0B02-4932-991C-5C56B561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128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5" name="line-111">
            <a:extLst xmlns:a="http://schemas.openxmlformats.org/drawingml/2006/main">
              <a:ext uri="{FF2B5EF4-FFF2-40B4-BE49-F238E27FC236}">
                <a16:creationId xmlns:a16="http://schemas.microsoft.com/office/drawing/2014/main" id="{975C7CBF-BEBD-4CD9-92BD-5B489EEA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131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6" name="line-112">
            <a:extLst xmlns:a="http://schemas.openxmlformats.org/drawingml/2006/main">
              <a:ext uri="{FF2B5EF4-FFF2-40B4-BE49-F238E27FC236}">
                <a16:creationId xmlns:a16="http://schemas.microsoft.com/office/drawing/2014/main" id="{BE74524A-6DDD-4516-892D-36C92871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134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7" name="line-113">
            <a:extLst xmlns:a="http://schemas.openxmlformats.org/drawingml/2006/main">
              <a:ext uri="{FF2B5EF4-FFF2-40B4-BE49-F238E27FC236}">
                <a16:creationId xmlns:a16="http://schemas.microsoft.com/office/drawing/2014/main" id="{31A4FA7B-A5C3-444B-8D56-EACEE424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1586349"/>
            <a:ext cx="25003" cy="185301"/>
          </a:xfrm>
          <a:custGeom xmlns:a="http://schemas.openxmlformats.org/drawingml/2006/main">
            <a:pathLst>
              <a:path w="25003" h="185301">
                <a:moveTo>
                  <a:pt x="0" y="0"/>
                </a:moveTo>
                <a:lnTo>
                  <a:pt x="25003" y="18530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8" name="line-114">
            <a:extLst xmlns:a="http://schemas.openxmlformats.org/drawingml/2006/main">
              <a:ext uri="{FF2B5EF4-FFF2-40B4-BE49-F238E27FC236}">
                <a16:creationId xmlns:a16="http://schemas.microsoft.com/office/drawing/2014/main" id="{2E2C4370-0F8B-4BD4-97F3-3735691B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14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9" name="line-115">
            <a:extLst xmlns:a="http://schemas.openxmlformats.org/drawingml/2006/main">
              <a:ext uri="{FF2B5EF4-FFF2-40B4-BE49-F238E27FC236}">
                <a16:creationId xmlns:a16="http://schemas.microsoft.com/office/drawing/2014/main" id="{EBE5A93C-9D0C-4D3E-B8E3-784B947F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14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0" name="line-116">
            <a:extLst xmlns:a="http://schemas.openxmlformats.org/drawingml/2006/main">
              <a:ext uri="{FF2B5EF4-FFF2-40B4-BE49-F238E27FC236}">
                <a16:creationId xmlns:a16="http://schemas.microsoft.com/office/drawing/2014/main" id="{66977A43-C255-472F-8BA6-32CBFD12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14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1" name="line-117">
            <a:extLst xmlns:a="http://schemas.openxmlformats.org/drawingml/2006/main">
              <a:ext uri="{FF2B5EF4-FFF2-40B4-BE49-F238E27FC236}">
                <a16:creationId xmlns:a16="http://schemas.microsoft.com/office/drawing/2014/main" id="{F9776E95-9888-452C-9D16-BED77097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2" name="line-118">
            <a:extLst xmlns:a="http://schemas.openxmlformats.org/drawingml/2006/main">
              <a:ext uri="{FF2B5EF4-FFF2-40B4-BE49-F238E27FC236}">
                <a16:creationId xmlns:a16="http://schemas.microsoft.com/office/drawing/2014/main" id="{D803082D-0268-47A3-9467-FE5DF70A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15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3" name="line-119">
            <a:extLst xmlns:a="http://schemas.openxmlformats.org/drawingml/2006/main">
              <a:ext uri="{FF2B5EF4-FFF2-40B4-BE49-F238E27FC236}">
                <a16:creationId xmlns:a16="http://schemas.microsoft.com/office/drawing/2014/main" id="{1DD8EB2F-2DBD-42BF-98DF-0AFF38A0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15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4" name="line-120">
            <a:extLst xmlns:a="http://schemas.openxmlformats.org/drawingml/2006/main">
              <a:ext uri="{FF2B5EF4-FFF2-40B4-BE49-F238E27FC236}">
                <a16:creationId xmlns:a16="http://schemas.microsoft.com/office/drawing/2014/main" id="{45E477E9-D26B-48C3-92B8-E09CBA28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115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5" name="line-121">
            <a:extLst xmlns:a="http://schemas.openxmlformats.org/drawingml/2006/main">
              <a:ext uri="{FF2B5EF4-FFF2-40B4-BE49-F238E27FC236}">
                <a16:creationId xmlns:a16="http://schemas.microsoft.com/office/drawing/2014/main" id="{4AE971D6-2A9E-4873-B74F-5B87F79D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16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6" name="line-122">
            <a:extLst xmlns:a="http://schemas.openxmlformats.org/drawingml/2006/main">
              <a:ext uri="{FF2B5EF4-FFF2-40B4-BE49-F238E27FC236}">
                <a16:creationId xmlns:a16="http://schemas.microsoft.com/office/drawing/2014/main" id="{E6AB8012-E7EB-4E15-AC78-2D305018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16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7" name="line-123">
            <a:extLst xmlns:a="http://schemas.openxmlformats.org/drawingml/2006/main">
              <a:ext uri="{FF2B5EF4-FFF2-40B4-BE49-F238E27FC236}">
                <a16:creationId xmlns:a16="http://schemas.microsoft.com/office/drawing/2014/main" id="{9BD4BD32-4675-4D2B-BD8F-6BB69390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16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8" name="line-124">
            <a:extLst xmlns:a="http://schemas.openxmlformats.org/drawingml/2006/main">
              <a:ext uri="{FF2B5EF4-FFF2-40B4-BE49-F238E27FC236}">
                <a16:creationId xmlns:a16="http://schemas.microsoft.com/office/drawing/2014/main" id="{0AE6FD52-A5D9-4EF0-9E1C-689B0013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1172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9" name="line-125">
            <a:extLst xmlns:a="http://schemas.openxmlformats.org/drawingml/2006/main">
              <a:ext uri="{FF2B5EF4-FFF2-40B4-BE49-F238E27FC236}">
                <a16:creationId xmlns:a16="http://schemas.microsoft.com/office/drawing/2014/main" id="{9B6112DD-2CB9-4ACB-87DA-3B3E32F0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0" name="line-126">
            <a:extLst xmlns:a="http://schemas.openxmlformats.org/drawingml/2006/main">
              <a:ext uri="{FF2B5EF4-FFF2-40B4-BE49-F238E27FC236}">
                <a16:creationId xmlns:a16="http://schemas.microsoft.com/office/drawing/2014/main" id="{BAC262B3-E55E-4B8C-B294-CC432E5C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117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1" name="line-127">
            <a:extLst xmlns:a="http://schemas.openxmlformats.org/drawingml/2006/main">
              <a:ext uri="{FF2B5EF4-FFF2-40B4-BE49-F238E27FC236}">
                <a16:creationId xmlns:a16="http://schemas.microsoft.com/office/drawing/2014/main" id="{BFA8DC48-2B8F-474F-9BD5-60F46F8B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618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2" name="line-128">
            <a:extLst xmlns:a="http://schemas.openxmlformats.org/drawingml/2006/main">
              <a:ext uri="{FF2B5EF4-FFF2-40B4-BE49-F238E27FC236}">
                <a16:creationId xmlns:a16="http://schemas.microsoft.com/office/drawing/2014/main" id="{0E3B1694-B702-4175-A7A8-563C21A3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8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3" name="line-129">
            <a:extLst xmlns:a="http://schemas.openxmlformats.org/drawingml/2006/main">
              <a:ext uri="{FF2B5EF4-FFF2-40B4-BE49-F238E27FC236}">
                <a16:creationId xmlns:a16="http://schemas.microsoft.com/office/drawing/2014/main" id="{83BBE8DE-BFC9-450F-96AD-C73F7D96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4" name="line-130">
            <a:extLst xmlns:a="http://schemas.openxmlformats.org/drawingml/2006/main">
              <a:ext uri="{FF2B5EF4-FFF2-40B4-BE49-F238E27FC236}">
                <a16:creationId xmlns:a16="http://schemas.microsoft.com/office/drawing/2014/main" id="{AD82C22B-5E50-4C42-9E0F-F11119EE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19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5" name="line-131">
            <a:extLst xmlns:a="http://schemas.openxmlformats.org/drawingml/2006/main">
              <a:ext uri="{FF2B5EF4-FFF2-40B4-BE49-F238E27FC236}">
                <a16:creationId xmlns:a16="http://schemas.microsoft.com/office/drawing/2014/main" id="{2FFAC4C7-37B5-4638-B08E-6F1D96F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19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6" name="line-132">
            <a:extLst xmlns:a="http://schemas.openxmlformats.org/drawingml/2006/main">
              <a:ext uri="{FF2B5EF4-FFF2-40B4-BE49-F238E27FC236}">
                <a16:creationId xmlns:a16="http://schemas.microsoft.com/office/drawing/2014/main" id="{BA5B5A68-388B-435B-B135-392BBE41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19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7" name="line-133">
            <a:extLst xmlns:a="http://schemas.openxmlformats.org/drawingml/2006/main">
              <a:ext uri="{FF2B5EF4-FFF2-40B4-BE49-F238E27FC236}">
                <a16:creationId xmlns:a16="http://schemas.microsoft.com/office/drawing/2014/main" id="{16020754-9DC6-452F-980C-B28D0C72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8" name="line-134">
            <a:extLst xmlns:a="http://schemas.openxmlformats.org/drawingml/2006/main">
              <a:ext uri="{FF2B5EF4-FFF2-40B4-BE49-F238E27FC236}">
                <a16:creationId xmlns:a16="http://schemas.microsoft.com/office/drawing/2014/main" id="{751E090C-10DC-4DD5-8706-796E2E88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20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9" name="line-135">
            <a:extLst xmlns:a="http://schemas.openxmlformats.org/drawingml/2006/main">
              <a:ext uri="{FF2B5EF4-FFF2-40B4-BE49-F238E27FC236}">
                <a16:creationId xmlns:a16="http://schemas.microsoft.com/office/drawing/2014/main" id="{C9C403ED-FF8C-4217-BFAF-8755122E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20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0" name="line-136">
            <a:extLst xmlns:a="http://schemas.openxmlformats.org/drawingml/2006/main">
              <a:ext uri="{FF2B5EF4-FFF2-40B4-BE49-F238E27FC236}">
                <a16:creationId xmlns:a16="http://schemas.microsoft.com/office/drawing/2014/main" id="{1ED456FD-3618-479B-AB67-D8C8BB39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120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1" name="line-137">
            <a:extLst xmlns:a="http://schemas.openxmlformats.org/drawingml/2006/main">
              <a:ext uri="{FF2B5EF4-FFF2-40B4-BE49-F238E27FC236}">
                <a16:creationId xmlns:a16="http://schemas.microsoft.com/office/drawing/2014/main" id="{A3AC07E5-D202-4003-9E64-B2A96CC1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21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2" name="line-138">
            <a:extLst xmlns:a="http://schemas.openxmlformats.org/drawingml/2006/main">
              <a:ext uri="{FF2B5EF4-FFF2-40B4-BE49-F238E27FC236}">
                <a16:creationId xmlns:a16="http://schemas.microsoft.com/office/drawing/2014/main" id="{0C945222-C0C1-4672-A44B-F1BBE604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121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3" name="line-139">
            <a:extLst xmlns:a="http://schemas.openxmlformats.org/drawingml/2006/main">
              <a:ext uri="{FF2B5EF4-FFF2-40B4-BE49-F238E27FC236}">
                <a16:creationId xmlns:a16="http://schemas.microsoft.com/office/drawing/2014/main" id="{CAECBE46-AC97-435C-85AA-2F0555D5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621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4" name="line-140">
            <a:extLst xmlns:a="http://schemas.openxmlformats.org/drawingml/2006/main">
              <a:ext uri="{FF2B5EF4-FFF2-40B4-BE49-F238E27FC236}">
                <a16:creationId xmlns:a16="http://schemas.microsoft.com/office/drawing/2014/main" id="{5900868A-20C2-4E02-9095-287BA8E4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1222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5" name="line-141">
            <a:extLst xmlns:a="http://schemas.openxmlformats.org/drawingml/2006/main">
              <a:ext uri="{FF2B5EF4-FFF2-40B4-BE49-F238E27FC236}">
                <a16:creationId xmlns:a16="http://schemas.microsoft.com/office/drawing/2014/main" id="{458EB496-014E-42B7-9C84-E5806FE0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6" name="line-142">
            <a:extLst xmlns:a="http://schemas.openxmlformats.org/drawingml/2006/main">
              <a:ext uri="{FF2B5EF4-FFF2-40B4-BE49-F238E27FC236}">
                <a16:creationId xmlns:a16="http://schemas.microsoft.com/office/drawing/2014/main" id="{0B744131-26B0-4E36-85A6-59EC52B7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22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7" name="line-143">
            <a:extLst xmlns:a="http://schemas.openxmlformats.org/drawingml/2006/main">
              <a:ext uri="{FF2B5EF4-FFF2-40B4-BE49-F238E27FC236}">
                <a16:creationId xmlns:a16="http://schemas.microsoft.com/office/drawing/2014/main" id="{DF51F416-B9C5-4996-96AD-64CEC7B3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23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8" name="line-144">
            <a:extLst xmlns:a="http://schemas.openxmlformats.org/drawingml/2006/main">
              <a:ext uri="{FF2B5EF4-FFF2-40B4-BE49-F238E27FC236}">
                <a16:creationId xmlns:a16="http://schemas.microsoft.com/office/drawing/2014/main" id="{6E69B6DF-758D-43A2-A140-26C07D70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123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9" name="line-145">
            <a:extLst xmlns:a="http://schemas.openxmlformats.org/drawingml/2006/main">
              <a:ext uri="{FF2B5EF4-FFF2-40B4-BE49-F238E27FC236}">
                <a16:creationId xmlns:a16="http://schemas.microsoft.com/office/drawing/2014/main" id="{8141197B-FC92-4C99-8C0F-164F28C0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623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0" name="line-146">
            <a:extLst xmlns:a="http://schemas.openxmlformats.org/drawingml/2006/main">
              <a:ext uri="{FF2B5EF4-FFF2-40B4-BE49-F238E27FC236}">
                <a16:creationId xmlns:a16="http://schemas.microsoft.com/office/drawing/2014/main" id="{B187D304-144D-43BD-8D47-20EFD5BF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124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1" name="line-147">
            <a:extLst xmlns:a="http://schemas.openxmlformats.org/drawingml/2006/main">
              <a:ext uri="{FF2B5EF4-FFF2-40B4-BE49-F238E27FC236}">
                <a16:creationId xmlns:a16="http://schemas.microsoft.com/office/drawing/2014/main" id="{7B6A84C3-D254-4015-9CE2-9FE5FCD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2" name="line-148">
            <a:extLst xmlns:a="http://schemas.openxmlformats.org/drawingml/2006/main">
              <a:ext uri="{FF2B5EF4-FFF2-40B4-BE49-F238E27FC236}">
                <a16:creationId xmlns:a16="http://schemas.microsoft.com/office/drawing/2014/main" id="{528DC2E6-AFB6-4016-A01E-0D879863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24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3" name="object-149">
            <a:extLst xmlns:a="http://schemas.openxmlformats.org/drawingml/2006/main">
              <a:ext uri="{FF2B5EF4-FFF2-40B4-BE49-F238E27FC236}">
                <a16:creationId xmlns:a16="http://schemas.microsoft.com/office/drawing/2014/main" id="{E9EA8C69-0DDF-4339-B07E-DC0F9207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049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在半幅上切断，</a:t>
            </a:r>
          </a:p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会听到一声“啪”</a:t>
            </a:r>
          </a:p>
        </p:txBody>
      </p:sp>
      <p:sp>
        <p:nvSpPr>
          <p:cNvPr id="84" name="object-150">
            <a:extLst xmlns:a="http://schemas.openxmlformats.org/drawingml/2006/main">
              <a:ext uri="{FF2B5EF4-FFF2-40B4-BE49-F238E27FC236}">
                <a16:creationId xmlns:a16="http://schemas.microsoft.com/office/drawing/2014/main" id="{179DD23C-90D6-4417-9533-6744D189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1333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逐渐降低增益，声音淡出去</a:t>
            </a:r>
          </a:p>
        </p:txBody>
      </p:sp>
      <p:sp>
        <p:nvSpPr>
          <p:cNvPr id="85" name="line-151">
            <a:extLst xmlns:a="http://schemas.openxmlformats.org/drawingml/2006/main">
              <a:ext uri="{FF2B5EF4-FFF2-40B4-BE49-F238E27FC236}">
                <a16:creationId xmlns:a16="http://schemas.microsoft.com/office/drawing/2014/main" id="{DF9184A9-DD65-4D21-B35A-06F3D64F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5921"/>
            <a:ext cx="25003" cy="35407"/>
          </a:xfrm>
          <a:custGeom xmlns:a="http://schemas.openxmlformats.org/drawingml/2006/main">
            <a:pathLst>
              <a:path w="25003" h="35407">
                <a:moveTo>
                  <a:pt x="0" y="354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6" name="line-152">
            <a:extLst xmlns:a="http://schemas.openxmlformats.org/drawingml/2006/main">
              <a:ext uri="{FF2B5EF4-FFF2-40B4-BE49-F238E27FC236}">
                <a16:creationId xmlns:a16="http://schemas.microsoft.com/office/drawing/2014/main" id="{0B86B390-9B96-4D14-B4FE-1BC06D38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553" y="1569409"/>
            <a:ext cx="25003" cy="16512"/>
          </a:xfrm>
          <a:custGeom xmlns:a="http://schemas.openxmlformats.org/drawingml/2006/main">
            <a:pathLst>
              <a:path w="25003" h="16512">
                <a:moveTo>
                  <a:pt x="0" y="1651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7" name="line-153">
            <a:extLst xmlns:a="http://schemas.openxmlformats.org/drawingml/2006/main">
              <a:ext uri="{FF2B5EF4-FFF2-40B4-BE49-F238E27FC236}">
                <a16:creationId xmlns:a16="http://schemas.microsoft.com/office/drawing/2014/main" id="{DACB13C2-A84F-4266-B7F8-ED509B68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3556" y="156940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51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8" name="line-154">
            <a:extLst xmlns:a="http://schemas.openxmlformats.org/drawingml/2006/main">
              <a:ext uri="{FF2B5EF4-FFF2-40B4-BE49-F238E27FC236}">
                <a16:creationId xmlns:a16="http://schemas.microsoft.com/office/drawing/2014/main" id="{97C006ED-66CB-4FAB-80E2-8B956ECD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8559" y="1572923"/>
            <a:ext cx="25003" cy="22690"/>
          </a:xfrm>
          <a:custGeom xmlns:a="http://schemas.openxmlformats.org/drawingml/2006/main">
            <a:pathLst>
              <a:path w="25003" h="22690">
                <a:moveTo>
                  <a:pt x="0" y="0"/>
                </a:moveTo>
                <a:lnTo>
                  <a:pt x="25003" y="226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9" name="line-155">
            <a:extLst xmlns:a="http://schemas.openxmlformats.org/drawingml/2006/main">
              <a:ext uri="{FF2B5EF4-FFF2-40B4-BE49-F238E27FC236}">
                <a16:creationId xmlns:a16="http://schemas.microsoft.com/office/drawing/2014/main" id="{B02DFA7F-825A-492F-A535-1088761D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3563" y="1595614"/>
            <a:ext cx="25003" cy="39166"/>
          </a:xfrm>
          <a:custGeom xmlns:a="http://schemas.openxmlformats.org/drawingml/2006/main">
            <a:pathLst>
              <a:path w="25003" h="39166">
                <a:moveTo>
                  <a:pt x="0" y="0"/>
                </a:moveTo>
                <a:lnTo>
                  <a:pt x="25003" y="3916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0" name="line-156">
            <a:extLst xmlns:a="http://schemas.openxmlformats.org/drawingml/2006/main">
              <a:ext uri="{FF2B5EF4-FFF2-40B4-BE49-F238E27FC236}">
                <a16:creationId xmlns:a16="http://schemas.microsoft.com/office/drawing/2014/main" id="{F0441B54-EC4C-48BD-8613-07437B98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8566" y="1634780"/>
            <a:ext cx="25003" cy="51403"/>
          </a:xfrm>
          <a:custGeom xmlns:a="http://schemas.openxmlformats.org/drawingml/2006/main">
            <a:pathLst>
              <a:path w="25003" h="51403">
                <a:moveTo>
                  <a:pt x="0" y="0"/>
                </a:moveTo>
                <a:lnTo>
                  <a:pt x="25003" y="514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1" name="line-157">
            <a:extLst xmlns:a="http://schemas.openxmlformats.org/drawingml/2006/main">
              <a:ext uri="{FF2B5EF4-FFF2-40B4-BE49-F238E27FC236}">
                <a16:creationId xmlns:a16="http://schemas.microsoft.com/office/drawing/2014/main" id="{C69A5C9A-C98F-4D6D-8CD1-0B7928F9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3569" y="1686182"/>
            <a:ext cx="25003" cy="58316"/>
          </a:xfrm>
          <a:custGeom xmlns:a="http://schemas.openxmlformats.org/drawingml/2006/main">
            <a:pathLst>
              <a:path w="25003" h="58316">
                <a:moveTo>
                  <a:pt x="0" y="0"/>
                </a:moveTo>
                <a:lnTo>
                  <a:pt x="25003" y="5831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2" name="line-158">
            <a:extLst xmlns:a="http://schemas.openxmlformats.org/drawingml/2006/main">
              <a:ext uri="{FF2B5EF4-FFF2-40B4-BE49-F238E27FC236}">
                <a16:creationId xmlns:a16="http://schemas.microsoft.com/office/drawing/2014/main" id="{7F5F9721-A802-4D94-848E-E48844CF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572" y="1744498"/>
            <a:ext cx="25003" cy="59371"/>
          </a:xfrm>
          <a:custGeom xmlns:a="http://schemas.openxmlformats.org/drawingml/2006/main">
            <a:pathLst>
              <a:path w="25003" h="59371">
                <a:moveTo>
                  <a:pt x="0" y="0"/>
                </a:moveTo>
                <a:lnTo>
                  <a:pt x="25003" y="5937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3" name="line-159">
            <a:extLst xmlns:a="http://schemas.openxmlformats.org/drawingml/2006/main">
              <a:ext uri="{FF2B5EF4-FFF2-40B4-BE49-F238E27FC236}">
                <a16:creationId xmlns:a16="http://schemas.microsoft.com/office/drawing/2014/main" id="{739DCE06-B008-4E06-8CAC-05BA706E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3869"/>
            <a:ext cx="25003" cy="54622"/>
          </a:xfrm>
          <a:custGeom xmlns:a="http://schemas.openxmlformats.org/drawingml/2006/main">
            <a:pathLst>
              <a:path w="25003" h="54622">
                <a:moveTo>
                  <a:pt x="0" y="0"/>
                </a:moveTo>
                <a:lnTo>
                  <a:pt x="25003" y="5462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4" name="line-160">
            <a:extLst xmlns:a="http://schemas.openxmlformats.org/drawingml/2006/main">
              <a:ext uri="{FF2B5EF4-FFF2-40B4-BE49-F238E27FC236}">
                <a16:creationId xmlns:a16="http://schemas.microsoft.com/office/drawing/2014/main" id="{E2270F5A-BF05-4C99-A144-02B0B92F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578" y="1858492"/>
            <a:ext cx="25003" cy="44690"/>
          </a:xfrm>
          <a:custGeom xmlns:a="http://schemas.openxmlformats.org/drawingml/2006/main">
            <a:pathLst>
              <a:path w="25003" h="44690">
                <a:moveTo>
                  <a:pt x="0" y="0"/>
                </a:moveTo>
                <a:lnTo>
                  <a:pt x="25003" y="446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5" name="line-161">
            <a:extLst xmlns:a="http://schemas.openxmlformats.org/drawingml/2006/main">
              <a:ext uri="{FF2B5EF4-FFF2-40B4-BE49-F238E27FC236}">
                <a16:creationId xmlns:a16="http://schemas.microsoft.com/office/drawing/2014/main" id="{CFC0D2E3-D1E9-4765-9BD6-ACBE49CF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581" y="1903182"/>
            <a:ext cx="25003" cy="30687"/>
          </a:xfrm>
          <a:custGeom xmlns:a="http://schemas.openxmlformats.org/drawingml/2006/main">
            <a:pathLst>
              <a:path w="25003" h="30687">
                <a:moveTo>
                  <a:pt x="0" y="0"/>
                </a:moveTo>
                <a:lnTo>
                  <a:pt x="25003" y="3068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6" name="line-162">
            <a:extLst xmlns:a="http://schemas.openxmlformats.org/drawingml/2006/main">
              <a:ext uri="{FF2B5EF4-FFF2-40B4-BE49-F238E27FC236}">
                <a16:creationId xmlns:a16="http://schemas.microsoft.com/office/drawing/2014/main" id="{720D33AE-7288-49BE-A8B0-83E59693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8584" y="1933869"/>
            <a:ext cx="25003" cy="14094"/>
          </a:xfrm>
          <a:custGeom xmlns:a="http://schemas.openxmlformats.org/drawingml/2006/main">
            <a:pathLst>
              <a:path w="25003" h="14094">
                <a:moveTo>
                  <a:pt x="0" y="0"/>
                </a:moveTo>
                <a:lnTo>
                  <a:pt x="25003" y="1409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7" name="line-163">
            <a:extLst xmlns:a="http://schemas.openxmlformats.org/drawingml/2006/main">
              <a:ext uri="{FF2B5EF4-FFF2-40B4-BE49-F238E27FC236}">
                <a16:creationId xmlns:a16="http://schemas.microsoft.com/office/drawing/2014/main" id="{39AFF9A0-B987-4DB3-8879-DD477DD3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3588" y="1944568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39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8" name="line-164">
            <a:extLst xmlns:a="http://schemas.openxmlformats.org/drawingml/2006/main">
              <a:ext uri="{FF2B5EF4-FFF2-40B4-BE49-F238E27FC236}">
                <a16:creationId xmlns:a16="http://schemas.microsoft.com/office/drawing/2014/main" id="{6C6C3AA9-C3AB-4957-8684-A4E3F2CA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8591" y="1924524"/>
            <a:ext cx="25003" cy="20044"/>
          </a:xfrm>
          <a:custGeom xmlns:a="http://schemas.openxmlformats.org/drawingml/2006/main">
            <a:pathLst>
              <a:path w="25003" h="20044">
                <a:moveTo>
                  <a:pt x="0" y="2004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9" name="line-165">
            <a:extLst xmlns:a="http://schemas.openxmlformats.org/drawingml/2006/main">
              <a:ext uri="{FF2B5EF4-FFF2-40B4-BE49-F238E27FC236}">
                <a16:creationId xmlns:a16="http://schemas.microsoft.com/office/drawing/2014/main" id="{37B8557C-48C3-46D1-B853-4D71C7B9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3594" y="1890271"/>
            <a:ext cx="25003" cy="34253"/>
          </a:xfrm>
          <a:custGeom xmlns:a="http://schemas.openxmlformats.org/drawingml/2006/main">
            <a:pathLst>
              <a:path w="25003" h="34253">
                <a:moveTo>
                  <a:pt x="0" y="3425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0" name="line-166">
            <a:extLst xmlns:a="http://schemas.openxmlformats.org/drawingml/2006/main">
              <a:ext uri="{FF2B5EF4-FFF2-40B4-BE49-F238E27FC236}">
                <a16:creationId xmlns:a16="http://schemas.microsoft.com/office/drawing/2014/main" id="{C24EF0F4-81C7-47C3-B598-2D1F02A3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597" y="1845568"/>
            <a:ext cx="25003" cy="44703"/>
          </a:xfrm>
          <a:custGeom xmlns:a="http://schemas.openxmlformats.org/drawingml/2006/main">
            <a:pathLst>
              <a:path w="25003" h="44703">
                <a:moveTo>
                  <a:pt x="0" y="4470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1" name="line-167">
            <a:extLst xmlns:a="http://schemas.openxmlformats.org/drawingml/2006/main">
              <a:ext uri="{FF2B5EF4-FFF2-40B4-BE49-F238E27FC236}">
                <a16:creationId xmlns:a16="http://schemas.microsoft.com/office/drawing/2014/main" id="{E09F7E96-0D5C-4CED-9585-AE135FAB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95082"/>
            <a:ext cx="25003" cy="50486"/>
          </a:xfrm>
          <a:custGeom xmlns:a="http://schemas.openxmlformats.org/drawingml/2006/main">
            <a:pathLst>
              <a:path w="25003" h="50486">
                <a:moveTo>
                  <a:pt x="0" y="5048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2" name="line-168">
            <a:extLst xmlns:a="http://schemas.openxmlformats.org/drawingml/2006/main">
              <a:ext uri="{FF2B5EF4-FFF2-40B4-BE49-F238E27FC236}">
                <a16:creationId xmlns:a16="http://schemas.microsoft.com/office/drawing/2014/main" id="{30050646-427C-46C4-A950-513000D8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603" y="1743905"/>
            <a:ext cx="25003" cy="51177"/>
          </a:xfrm>
          <a:custGeom xmlns:a="http://schemas.openxmlformats.org/drawingml/2006/main">
            <a:pathLst>
              <a:path w="25003" h="51177">
                <a:moveTo>
                  <a:pt x="0" y="5117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3" name="line-169">
            <a:extLst xmlns:a="http://schemas.openxmlformats.org/drawingml/2006/main">
              <a:ext uri="{FF2B5EF4-FFF2-40B4-BE49-F238E27FC236}">
                <a16:creationId xmlns:a16="http://schemas.microsoft.com/office/drawing/2014/main" id="{A7022BF7-0B7C-4EB8-99EB-C99E77D4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3606" y="1697040"/>
            <a:ext cx="25003" cy="46866"/>
          </a:xfrm>
          <a:custGeom xmlns:a="http://schemas.openxmlformats.org/drawingml/2006/main">
            <a:pathLst>
              <a:path w="25003" h="46866">
                <a:moveTo>
                  <a:pt x="0" y="4686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4" name="line-170">
            <a:extLst xmlns:a="http://schemas.openxmlformats.org/drawingml/2006/main">
              <a:ext uri="{FF2B5EF4-FFF2-40B4-BE49-F238E27FC236}">
                <a16:creationId xmlns:a16="http://schemas.microsoft.com/office/drawing/2014/main" id="{03BB724D-A9E0-4BE0-856F-3A55754F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609" y="1658909"/>
            <a:ext cx="25003" cy="38131"/>
          </a:xfrm>
          <a:custGeom xmlns:a="http://schemas.openxmlformats.org/drawingml/2006/main">
            <a:pathLst>
              <a:path w="25003" h="38131">
                <a:moveTo>
                  <a:pt x="0" y="3813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5" name="line-171">
            <a:extLst xmlns:a="http://schemas.openxmlformats.org/drawingml/2006/main">
              <a:ext uri="{FF2B5EF4-FFF2-40B4-BE49-F238E27FC236}">
                <a16:creationId xmlns:a16="http://schemas.microsoft.com/office/drawing/2014/main" id="{DCD521B0-D79F-4D15-BCD9-D51345DB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3613" y="1632941"/>
            <a:ext cx="25003" cy="25967"/>
          </a:xfrm>
          <a:custGeom xmlns:a="http://schemas.openxmlformats.org/drawingml/2006/main">
            <a:pathLst>
              <a:path w="25003" h="25967">
                <a:moveTo>
                  <a:pt x="0" y="2596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6" name="line-172">
            <a:extLst xmlns:a="http://schemas.openxmlformats.org/drawingml/2006/main">
              <a:ext uri="{FF2B5EF4-FFF2-40B4-BE49-F238E27FC236}">
                <a16:creationId xmlns:a16="http://schemas.microsoft.com/office/drawing/2014/main" id="{960F5EDA-944D-4715-9123-575D9EE8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8616" y="1621266"/>
            <a:ext cx="25003" cy="11676"/>
          </a:xfrm>
          <a:custGeom xmlns:a="http://schemas.openxmlformats.org/drawingml/2006/main">
            <a:pathLst>
              <a:path w="25003" h="11676">
                <a:moveTo>
                  <a:pt x="0" y="1167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7" name="line-173">
            <a:extLst xmlns:a="http://schemas.openxmlformats.org/drawingml/2006/main">
              <a:ext uri="{FF2B5EF4-FFF2-40B4-BE49-F238E27FC236}">
                <a16:creationId xmlns:a16="http://schemas.microsoft.com/office/drawing/2014/main" id="{11888F27-3501-415A-8BEB-43E7E5FE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619" y="162126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8" name="line-174">
            <a:extLst xmlns:a="http://schemas.openxmlformats.org/drawingml/2006/main">
              <a:ext uri="{FF2B5EF4-FFF2-40B4-BE49-F238E27FC236}">
                <a16:creationId xmlns:a16="http://schemas.microsoft.com/office/drawing/2014/main" id="{4B009DC2-723E-4DAD-952E-FA087BAE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8622" y="1624541"/>
            <a:ext cx="25003" cy="17398"/>
          </a:xfrm>
          <a:custGeom xmlns:a="http://schemas.openxmlformats.org/drawingml/2006/main">
            <a:pathLst>
              <a:path w="25003" h="17398">
                <a:moveTo>
                  <a:pt x="0" y="0"/>
                </a:moveTo>
                <a:lnTo>
                  <a:pt x="25003" y="173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9" name="line-175">
            <a:extLst xmlns:a="http://schemas.openxmlformats.org/drawingml/2006/main">
              <a:ext uri="{FF2B5EF4-FFF2-40B4-BE49-F238E27FC236}">
                <a16:creationId xmlns:a16="http://schemas.microsoft.com/office/drawing/2014/main" id="{3F0B8FF5-6BB5-4934-B021-A55C6D84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641939"/>
            <a:ext cx="25003" cy="29340"/>
          </a:xfrm>
          <a:custGeom xmlns:a="http://schemas.openxmlformats.org/drawingml/2006/main">
            <a:pathLst>
              <a:path w="25003" h="29340">
                <a:moveTo>
                  <a:pt x="0" y="0"/>
                </a:moveTo>
                <a:lnTo>
                  <a:pt x="25003" y="2934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0" name="line-176">
            <a:extLst xmlns:a="http://schemas.openxmlformats.org/drawingml/2006/main">
              <a:ext uri="{FF2B5EF4-FFF2-40B4-BE49-F238E27FC236}">
                <a16:creationId xmlns:a16="http://schemas.microsoft.com/office/drawing/2014/main" id="{81490CD8-FABF-45D6-A0D9-C6D31C7A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8628" y="1671279"/>
            <a:ext cx="25003" cy="38003"/>
          </a:xfrm>
          <a:custGeom xmlns:a="http://schemas.openxmlformats.org/drawingml/2006/main">
            <a:pathLst>
              <a:path w="25003" h="38003">
                <a:moveTo>
                  <a:pt x="0" y="0"/>
                </a:moveTo>
                <a:lnTo>
                  <a:pt x="25003" y="380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1" name="line-177">
            <a:extLst xmlns:a="http://schemas.openxmlformats.org/drawingml/2006/main">
              <a:ext uri="{FF2B5EF4-FFF2-40B4-BE49-F238E27FC236}">
                <a16:creationId xmlns:a16="http://schemas.microsoft.com/office/drawing/2014/main" id="{588357B1-792B-41EA-9521-877817F0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631" y="1709282"/>
            <a:ext cx="25003" cy="42655"/>
          </a:xfrm>
          <a:custGeom xmlns:a="http://schemas.openxmlformats.org/drawingml/2006/main">
            <a:pathLst>
              <a:path w="25003" h="42655">
                <a:moveTo>
                  <a:pt x="0" y="0"/>
                </a:moveTo>
                <a:lnTo>
                  <a:pt x="25003" y="426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2" name="line-178">
            <a:extLst xmlns:a="http://schemas.openxmlformats.org/drawingml/2006/main">
              <a:ext uri="{FF2B5EF4-FFF2-40B4-BE49-F238E27FC236}">
                <a16:creationId xmlns:a16="http://schemas.microsoft.com/office/drawing/2014/main" id="{34AEB76F-9DEF-4BF1-9D89-AEA442511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8634" y="1751937"/>
            <a:ext cx="25003" cy="42982"/>
          </a:xfrm>
          <a:custGeom xmlns:a="http://schemas.openxmlformats.org/drawingml/2006/main">
            <a:pathLst>
              <a:path w="25003" h="42982">
                <a:moveTo>
                  <a:pt x="0" y="0"/>
                </a:moveTo>
                <a:lnTo>
                  <a:pt x="25003" y="4298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3" name="line-179">
            <a:extLst xmlns:a="http://schemas.openxmlformats.org/drawingml/2006/main">
              <a:ext uri="{FF2B5EF4-FFF2-40B4-BE49-F238E27FC236}">
                <a16:creationId xmlns:a16="http://schemas.microsoft.com/office/drawing/2014/main" id="{C46D6489-6854-442D-B21A-D32E3CB3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3638" y="1794920"/>
            <a:ext cx="25003" cy="39110"/>
          </a:xfrm>
          <a:custGeom xmlns:a="http://schemas.openxmlformats.org/drawingml/2006/main">
            <a:pathLst>
              <a:path w="25003" h="39110">
                <a:moveTo>
                  <a:pt x="0" y="0"/>
                </a:moveTo>
                <a:lnTo>
                  <a:pt x="25003" y="3911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4" name="line-180">
            <a:extLst xmlns:a="http://schemas.openxmlformats.org/drawingml/2006/main">
              <a:ext uri="{FF2B5EF4-FFF2-40B4-BE49-F238E27FC236}">
                <a16:creationId xmlns:a16="http://schemas.microsoft.com/office/drawing/2014/main" id="{FFD9AEDF-4A91-40D4-AB7B-64D14CFB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8641" y="1834029"/>
            <a:ext cx="25003" cy="31572"/>
          </a:xfrm>
          <a:custGeom xmlns:a="http://schemas.openxmlformats.org/drawingml/2006/main">
            <a:pathLst>
              <a:path w="25003" h="31572">
                <a:moveTo>
                  <a:pt x="0" y="0"/>
                </a:moveTo>
                <a:lnTo>
                  <a:pt x="25003" y="315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5" name="line-181">
            <a:extLst xmlns:a="http://schemas.openxmlformats.org/drawingml/2006/main">
              <a:ext uri="{FF2B5EF4-FFF2-40B4-BE49-F238E27FC236}">
                <a16:creationId xmlns:a16="http://schemas.microsoft.com/office/drawing/2014/main" id="{8B8E6840-6330-487E-AE66-A2981B2C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644" y="1865601"/>
            <a:ext cx="25003" cy="21248"/>
          </a:xfrm>
          <a:custGeom xmlns:a="http://schemas.openxmlformats.org/drawingml/2006/main">
            <a:pathLst>
              <a:path w="25003" h="21248">
                <a:moveTo>
                  <a:pt x="0" y="0"/>
                </a:moveTo>
                <a:lnTo>
                  <a:pt x="25003" y="2124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6" name="line-182">
            <a:extLst xmlns:a="http://schemas.openxmlformats.org/drawingml/2006/main">
              <a:ext uri="{FF2B5EF4-FFF2-40B4-BE49-F238E27FC236}">
                <a16:creationId xmlns:a16="http://schemas.microsoft.com/office/drawing/2014/main" id="{C4D9A987-85BD-48E2-ACFE-90467F36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8647" y="188684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2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7" name="line-183">
            <a:extLst xmlns:a="http://schemas.openxmlformats.org/drawingml/2006/main">
              <a:ext uri="{FF2B5EF4-FFF2-40B4-BE49-F238E27FC236}">
                <a16:creationId xmlns:a16="http://schemas.microsoft.com/office/drawing/2014/main" id="{F974D4B8-42C1-474F-B217-31B8438C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892951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1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8" name="line-184">
            <a:extLst xmlns:a="http://schemas.openxmlformats.org/drawingml/2006/main">
              <a:ext uri="{FF2B5EF4-FFF2-40B4-BE49-F238E27FC236}">
                <a16:creationId xmlns:a16="http://schemas.microsoft.com/office/drawing/2014/main" id="{D4CB42C0-2436-4C55-BE50-10AA2CCE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8653" y="1878198"/>
            <a:ext cx="25003" cy="14752"/>
          </a:xfrm>
          <a:custGeom xmlns:a="http://schemas.openxmlformats.org/drawingml/2006/main">
            <a:pathLst>
              <a:path w="25003" h="14752">
                <a:moveTo>
                  <a:pt x="0" y="1475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9" name="line-185">
            <a:extLst xmlns:a="http://schemas.openxmlformats.org/drawingml/2006/main">
              <a:ext uri="{FF2B5EF4-FFF2-40B4-BE49-F238E27FC236}">
                <a16:creationId xmlns:a16="http://schemas.microsoft.com/office/drawing/2014/main" id="{DA3B4CF3-73FD-4704-8A23-F0562CD5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3656" y="1853772"/>
            <a:ext cx="25003" cy="24426"/>
          </a:xfrm>
          <a:custGeom xmlns:a="http://schemas.openxmlformats.org/drawingml/2006/main">
            <a:pathLst>
              <a:path w="25003" h="24426">
                <a:moveTo>
                  <a:pt x="0" y="2442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0" name="line-186">
            <a:extLst xmlns:a="http://schemas.openxmlformats.org/drawingml/2006/main">
              <a:ext uri="{FF2B5EF4-FFF2-40B4-BE49-F238E27FC236}">
                <a16:creationId xmlns:a16="http://schemas.microsoft.com/office/drawing/2014/main" id="{29BF09C4-1355-4AEE-8E87-FBA382AA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8659" y="1822469"/>
            <a:ext cx="25003" cy="31304"/>
          </a:xfrm>
          <a:custGeom xmlns:a="http://schemas.openxmlformats.org/drawingml/2006/main">
            <a:pathLst>
              <a:path w="25003" h="31304">
                <a:moveTo>
                  <a:pt x="0" y="313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1" name="line-187">
            <a:extLst xmlns:a="http://schemas.openxmlformats.org/drawingml/2006/main">
              <a:ext uri="{FF2B5EF4-FFF2-40B4-BE49-F238E27FC236}">
                <a16:creationId xmlns:a16="http://schemas.microsoft.com/office/drawing/2014/main" id="{CF1C9E1E-0852-48ED-9784-660B1A00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3663" y="1787643"/>
            <a:ext cx="25003" cy="34825"/>
          </a:xfrm>
          <a:custGeom xmlns:a="http://schemas.openxmlformats.org/drawingml/2006/main">
            <a:pathLst>
              <a:path w="25003" h="34825">
                <a:moveTo>
                  <a:pt x="0" y="3482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2" name="line-188">
            <a:extLst xmlns:a="http://schemas.openxmlformats.org/drawingml/2006/main">
              <a:ext uri="{FF2B5EF4-FFF2-40B4-BE49-F238E27FC236}">
                <a16:creationId xmlns:a16="http://schemas.microsoft.com/office/drawing/2014/main" id="{36F4D3F9-FA14-4ABE-8CA9-8A6A4B61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8666" y="1752855"/>
            <a:ext cx="25003" cy="34788"/>
          </a:xfrm>
          <a:custGeom xmlns:a="http://schemas.openxmlformats.org/drawingml/2006/main">
            <a:pathLst>
              <a:path w="25003" h="34788">
                <a:moveTo>
                  <a:pt x="0" y="3478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3" name="line-189">
            <a:extLst xmlns:a="http://schemas.openxmlformats.org/drawingml/2006/main">
              <a:ext uri="{FF2B5EF4-FFF2-40B4-BE49-F238E27FC236}">
                <a16:creationId xmlns:a16="http://schemas.microsoft.com/office/drawing/2014/main" id="{2FB37BDF-512C-4606-AA97-E0AC9DA1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721502"/>
            <a:ext cx="25003" cy="31353"/>
          </a:xfrm>
          <a:custGeom xmlns:a="http://schemas.openxmlformats.org/drawingml/2006/main">
            <a:pathLst>
              <a:path w="25003" h="31353">
                <a:moveTo>
                  <a:pt x="0" y="3135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4" name="line-190">
            <a:extLst xmlns:a="http://schemas.openxmlformats.org/drawingml/2006/main">
              <a:ext uri="{FF2B5EF4-FFF2-40B4-BE49-F238E27FC236}">
                <a16:creationId xmlns:a16="http://schemas.microsoft.com/office/drawing/2014/main" id="{4AE73D6E-B700-4E54-BCFA-AA3F0179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8672" y="1696489"/>
            <a:ext cx="25003" cy="25013"/>
          </a:xfrm>
          <a:custGeom xmlns:a="http://schemas.openxmlformats.org/drawingml/2006/main">
            <a:pathLst>
              <a:path w="25003" h="25013">
                <a:moveTo>
                  <a:pt x="0" y="2501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5" name="line-191">
            <a:extLst xmlns:a="http://schemas.openxmlformats.org/drawingml/2006/main">
              <a:ext uri="{FF2B5EF4-FFF2-40B4-BE49-F238E27FC236}">
                <a16:creationId xmlns:a16="http://schemas.microsoft.com/office/drawing/2014/main" id="{C1F2CAC8-F0F6-4EC3-A201-40EEE269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1679961"/>
            <a:ext cx="25003" cy="16528"/>
          </a:xfrm>
          <a:custGeom xmlns:a="http://schemas.openxmlformats.org/drawingml/2006/main">
            <a:pathLst>
              <a:path w="25003" h="16528">
                <a:moveTo>
                  <a:pt x="0" y="1652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6" name="line-192">
            <a:extLst xmlns:a="http://schemas.openxmlformats.org/drawingml/2006/main">
              <a:ext uri="{FF2B5EF4-FFF2-40B4-BE49-F238E27FC236}">
                <a16:creationId xmlns:a16="http://schemas.microsoft.com/office/drawing/2014/main" id="{C056FDBA-4AEF-4C34-A552-870A8475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678" y="1673122"/>
            <a:ext cx="25003" cy="9525"/>
          </a:xfrm>
          <a:custGeom xmlns:a="http://schemas.openxmlformats.org/drawingml/2006/main">
            <a:pathLst>
              <a:path w="25003" h="9525">
                <a:moveTo>
                  <a:pt x="0" y="6839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7" name="line-193">
            <a:extLst xmlns:a="http://schemas.openxmlformats.org/drawingml/2006/main">
              <a:ext uri="{FF2B5EF4-FFF2-40B4-BE49-F238E27FC236}">
                <a16:creationId xmlns:a16="http://schemas.microsoft.com/office/drawing/2014/main" id="{EBDCEC61-45B5-43A8-95B5-5744ABD3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3681" y="1673122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03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8" name="line-194">
            <a:extLst xmlns:a="http://schemas.openxmlformats.org/drawingml/2006/main">
              <a:ext uri="{FF2B5EF4-FFF2-40B4-BE49-F238E27FC236}">
                <a16:creationId xmlns:a16="http://schemas.microsoft.com/office/drawing/2014/main" id="{8F84392B-9885-4A65-A57B-D9274B46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8684" y="1676158"/>
            <a:ext cx="25003" cy="12106"/>
          </a:xfrm>
          <a:custGeom xmlns:a="http://schemas.openxmlformats.org/drawingml/2006/main">
            <a:pathLst>
              <a:path w="25003" h="12106">
                <a:moveTo>
                  <a:pt x="0" y="0"/>
                </a:moveTo>
                <a:lnTo>
                  <a:pt x="25003" y="121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9" name="line-195">
            <a:extLst xmlns:a="http://schemas.openxmlformats.org/drawingml/2006/main">
              <a:ext uri="{FF2B5EF4-FFF2-40B4-BE49-F238E27FC236}">
                <a16:creationId xmlns:a16="http://schemas.microsoft.com/office/drawing/2014/main" id="{D01579E7-20A7-4C0B-9C2C-973F254A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3688" y="1688264"/>
            <a:ext cx="25003" cy="19513"/>
          </a:xfrm>
          <a:custGeom xmlns:a="http://schemas.openxmlformats.org/drawingml/2006/main">
            <a:pathLst>
              <a:path w="25003" h="19513">
                <a:moveTo>
                  <a:pt x="0" y="0"/>
                </a:moveTo>
                <a:lnTo>
                  <a:pt x="25003" y="195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0" name="line-196">
            <a:extLst xmlns:a="http://schemas.openxmlformats.org/drawingml/2006/main">
              <a:ext uri="{FF2B5EF4-FFF2-40B4-BE49-F238E27FC236}">
                <a16:creationId xmlns:a16="http://schemas.microsoft.com/office/drawing/2014/main" id="{5A1A5AE2-AB5C-4FD3-8DBE-7BF29D41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8691" y="1707777"/>
            <a:ext cx="25003" cy="24604"/>
          </a:xfrm>
          <a:custGeom xmlns:a="http://schemas.openxmlformats.org/drawingml/2006/main">
            <a:pathLst>
              <a:path w="25003" h="24604">
                <a:moveTo>
                  <a:pt x="0" y="0"/>
                </a:moveTo>
                <a:lnTo>
                  <a:pt x="25003" y="2460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1" name="line-197">
            <a:extLst xmlns:a="http://schemas.openxmlformats.org/drawingml/2006/main">
              <a:ext uri="{FF2B5EF4-FFF2-40B4-BE49-F238E27FC236}">
                <a16:creationId xmlns:a16="http://schemas.microsoft.com/office/drawing/2014/main" id="{861D9482-775C-4AD2-B9AD-464D009B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3694" y="1732381"/>
            <a:ext cx="25003" cy="26995"/>
          </a:xfrm>
          <a:custGeom xmlns:a="http://schemas.openxmlformats.org/drawingml/2006/main">
            <a:pathLst>
              <a:path w="25003" h="26995">
                <a:moveTo>
                  <a:pt x="0" y="0"/>
                </a:moveTo>
                <a:lnTo>
                  <a:pt x="25003" y="2699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2" name="line-198">
            <a:extLst xmlns:a="http://schemas.openxmlformats.org/drawingml/2006/main">
              <a:ext uri="{FF2B5EF4-FFF2-40B4-BE49-F238E27FC236}">
                <a16:creationId xmlns:a16="http://schemas.microsoft.com/office/drawing/2014/main" id="{916CC0FF-9195-444A-AB81-6C8C06D5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8697" y="1759376"/>
            <a:ext cx="25003" cy="26594"/>
          </a:xfrm>
          <a:custGeom xmlns:a="http://schemas.openxmlformats.org/drawingml/2006/main">
            <a:pathLst>
              <a:path w="25003" h="26594">
                <a:moveTo>
                  <a:pt x="0" y="0"/>
                </a:moveTo>
                <a:lnTo>
                  <a:pt x="25003" y="2659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3" name="line-199">
            <a:extLst xmlns:a="http://schemas.openxmlformats.org/drawingml/2006/main">
              <a:ext uri="{FF2B5EF4-FFF2-40B4-BE49-F238E27FC236}">
                <a16:creationId xmlns:a16="http://schemas.microsoft.com/office/drawing/2014/main" id="{F5B2AA58-F685-4CAC-91D8-04212DCF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785970"/>
            <a:ext cx="25003" cy="23597"/>
          </a:xfrm>
          <a:custGeom xmlns:a="http://schemas.openxmlformats.org/drawingml/2006/main">
            <a:pathLst>
              <a:path w="25003" h="23597">
                <a:moveTo>
                  <a:pt x="0" y="0"/>
                </a:moveTo>
                <a:lnTo>
                  <a:pt x="25003" y="2359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4" name="line-200">
            <a:extLst xmlns:a="http://schemas.openxmlformats.org/drawingml/2006/main">
              <a:ext uri="{FF2B5EF4-FFF2-40B4-BE49-F238E27FC236}">
                <a16:creationId xmlns:a16="http://schemas.microsoft.com/office/drawing/2014/main" id="{DC995FA2-AFAE-4012-ABFA-B81E32B1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8703" y="1809567"/>
            <a:ext cx="25003" cy="18454"/>
          </a:xfrm>
          <a:custGeom xmlns:a="http://schemas.openxmlformats.org/drawingml/2006/main">
            <a:pathLst>
              <a:path w="25003" h="18454">
                <a:moveTo>
                  <a:pt x="0" y="0"/>
                </a:moveTo>
                <a:lnTo>
                  <a:pt x="25003" y="1845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5" name="line-201">
            <a:extLst xmlns:a="http://schemas.openxmlformats.org/drawingml/2006/main">
              <a:ext uri="{FF2B5EF4-FFF2-40B4-BE49-F238E27FC236}">
                <a16:creationId xmlns:a16="http://schemas.microsoft.com/office/drawing/2014/main" id="{28B10788-089A-4C6C-9590-E7644770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3706" y="1828021"/>
            <a:ext cx="25003" cy="11808"/>
          </a:xfrm>
          <a:custGeom xmlns:a="http://schemas.openxmlformats.org/drawingml/2006/main">
            <a:pathLst>
              <a:path w="25003" h="11808">
                <a:moveTo>
                  <a:pt x="0" y="0"/>
                </a:moveTo>
                <a:lnTo>
                  <a:pt x="25003" y="1180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6" name="line-202">
            <a:extLst xmlns:a="http://schemas.openxmlformats.org/drawingml/2006/main">
              <a:ext uri="{FF2B5EF4-FFF2-40B4-BE49-F238E27FC236}">
                <a16:creationId xmlns:a16="http://schemas.microsoft.com/office/drawing/2014/main" id="{05304D3E-EA3B-4154-8AB8-D83EE724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8709" y="183982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442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7" name="line-203">
            <a:extLst xmlns:a="http://schemas.openxmlformats.org/drawingml/2006/main">
              <a:ext uri="{FF2B5EF4-FFF2-40B4-BE49-F238E27FC236}">
                <a16:creationId xmlns:a16="http://schemas.microsoft.com/office/drawing/2014/main" id="{F5C101C7-6A83-4F35-B5DB-18CA2509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3713" y="184133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91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8" name="line-204">
            <a:extLst xmlns:a="http://schemas.openxmlformats.org/drawingml/2006/main">
              <a:ext uri="{FF2B5EF4-FFF2-40B4-BE49-F238E27FC236}">
                <a16:creationId xmlns:a16="http://schemas.microsoft.com/office/drawing/2014/main" id="{EFAABFCB-5FEB-4CED-8DF9-F81EC182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8716" y="183187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46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9" name="line-205">
            <a:extLst xmlns:a="http://schemas.openxmlformats.org/drawingml/2006/main">
              <a:ext uri="{FF2B5EF4-FFF2-40B4-BE49-F238E27FC236}">
                <a16:creationId xmlns:a16="http://schemas.microsoft.com/office/drawing/2014/main" id="{AE81712C-3CD9-4CC0-945E-D0AC8DA2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3719" y="1817273"/>
            <a:ext cx="25003" cy="14600"/>
          </a:xfrm>
          <a:custGeom xmlns:a="http://schemas.openxmlformats.org/drawingml/2006/main">
            <a:pathLst>
              <a:path w="25003" h="14600">
                <a:moveTo>
                  <a:pt x="0" y="1460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0" name="line-206">
            <a:extLst xmlns:a="http://schemas.openxmlformats.org/drawingml/2006/main">
              <a:ext uri="{FF2B5EF4-FFF2-40B4-BE49-F238E27FC236}">
                <a16:creationId xmlns:a16="http://schemas.microsoft.com/office/drawing/2014/main" id="{13D72E98-C1F9-4DDF-B2E3-96003650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722" y="1799369"/>
            <a:ext cx="25003" cy="17904"/>
          </a:xfrm>
          <a:custGeom xmlns:a="http://schemas.openxmlformats.org/drawingml/2006/main">
            <a:pathLst>
              <a:path w="25003" h="17904">
                <a:moveTo>
                  <a:pt x="0" y="179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1" name="line-207">
            <a:extLst xmlns:a="http://schemas.openxmlformats.org/drawingml/2006/main">
              <a:ext uri="{FF2B5EF4-FFF2-40B4-BE49-F238E27FC236}">
                <a16:creationId xmlns:a16="http://schemas.microsoft.com/office/drawing/2014/main" id="{C09BA28E-A805-4904-AE77-F741F4E0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80205"/>
            <a:ext cx="25003" cy="19165"/>
          </a:xfrm>
          <a:custGeom xmlns:a="http://schemas.openxmlformats.org/drawingml/2006/main">
            <a:pathLst>
              <a:path w="25003" h="19165">
                <a:moveTo>
                  <a:pt x="0" y="1916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2" name="line-208">
            <a:extLst xmlns:a="http://schemas.openxmlformats.org/drawingml/2006/main">
              <a:ext uri="{FF2B5EF4-FFF2-40B4-BE49-F238E27FC236}">
                <a16:creationId xmlns:a16="http://schemas.microsoft.com/office/drawing/2014/main" id="{A89A91AC-4865-428B-82FE-ECB93810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8728" y="1761805"/>
            <a:ext cx="25003" cy="18399"/>
          </a:xfrm>
          <a:custGeom xmlns:a="http://schemas.openxmlformats.org/drawingml/2006/main">
            <a:pathLst>
              <a:path w="25003" h="18399">
                <a:moveTo>
                  <a:pt x="0" y="18399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3" name="line-209">
            <a:extLst xmlns:a="http://schemas.openxmlformats.org/drawingml/2006/main">
              <a:ext uri="{FF2B5EF4-FFF2-40B4-BE49-F238E27FC236}">
                <a16:creationId xmlns:a16="http://schemas.microsoft.com/office/drawing/2014/main" id="{972E5877-8B93-4050-BA79-50F09AF6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3731" y="1745964"/>
            <a:ext cx="25003" cy="15841"/>
          </a:xfrm>
          <a:custGeom xmlns:a="http://schemas.openxmlformats.org/drawingml/2006/main">
            <a:pathLst>
              <a:path w="25003" h="15841">
                <a:moveTo>
                  <a:pt x="0" y="1584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4" name="line-210">
            <a:extLst xmlns:a="http://schemas.openxmlformats.org/drawingml/2006/main">
              <a:ext uri="{FF2B5EF4-FFF2-40B4-BE49-F238E27FC236}">
                <a16:creationId xmlns:a16="http://schemas.microsoft.com/office/drawing/2014/main" id="{306EFF06-CA9B-43CE-B832-D66B1657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8734" y="1734070"/>
            <a:ext cx="25003" cy="11895"/>
          </a:xfrm>
          <a:custGeom xmlns:a="http://schemas.openxmlformats.org/drawingml/2006/main">
            <a:pathLst>
              <a:path w="25003" h="11895">
                <a:moveTo>
                  <a:pt x="0" y="1189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5" name="line-211">
            <a:extLst xmlns:a="http://schemas.openxmlformats.org/drawingml/2006/main">
              <a:ext uri="{FF2B5EF4-FFF2-40B4-BE49-F238E27FC236}">
                <a16:creationId xmlns:a16="http://schemas.microsoft.com/office/drawing/2014/main" id="{E644E164-122D-4A7C-9C0F-91C5C20F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3738" y="1726981"/>
            <a:ext cx="25003" cy="9525"/>
          </a:xfrm>
          <a:custGeom xmlns:a="http://schemas.openxmlformats.org/drawingml/2006/main">
            <a:pathLst>
              <a:path w="25003" h="9525">
                <a:moveTo>
                  <a:pt x="0" y="708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6" name="line-212">
            <a:extLst xmlns:a="http://schemas.openxmlformats.org/drawingml/2006/main">
              <a:ext uri="{FF2B5EF4-FFF2-40B4-BE49-F238E27FC236}">
                <a16:creationId xmlns:a16="http://schemas.microsoft.com/office/drawing/2014/main" id="{F0D433D1-04B2-41DC-AC00-796A73CF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8741" y="172497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00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7" name="line-213">
            <a:extLst xmlns:a="http://schemas.openxmlformats.org/drawingml/2006/main">
              <a:ext uri="{FF2B5EF4-FFF2-40B4-BE49-F238E27FC236}">
                <a16:creationId xmlns:a16="http://schemas.microsoft.com/office/drawing/2014/main" id="{4CAE180B-9313-4F27-8D17-13848975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3744" y="172497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279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8" name="line-214">
            <a:extLst xmlns:a="http://schemas.openxmlformats.org/drawingml/2006/main">
              <a:ext uri="{FF2B5EF4-FFF2-40B4-BE49-F238E27FC236}">
                <a16:creationId xmlns:a16="http://schemas.microsoft.com/office/drawing/2014/main" id="{DC374D6F-97FE-4135-833E-5D25DDF1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8747" y="172777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681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9" name="line-215">
            <a:extLst xmlns:a="http://schemas.openxmlformats.org/drawingml/2006/main">
              <a:ext uri="{FF2B5EF4-FFF2-40B4-BE49-F238E27FC236}">
                <a16:creationId xmlns:a16="http://schemas.microsoft.com/office/drawing/2014/main" id="{55BFE928-EBFD-40D2-BB45-29AE416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34590"/>
            <a:ext cx="25003" cy="9686"/>
          </a:xfrm>
          <a:custGeom xmlns:a="http://schemas.openxmlformats.org/drawingml/2006/main">
            <a:pathLst>
              <a:path w="25003" h="9686">
                <a:moveTo>
                  <a:pt x="0" y="0"/>
                </a:moveTo>
                <a:lnTo>
                  <a:pt x="25003" y="968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0" name="line-216">
            <a:extLst xmlns:a="http://schemas.openxmlformats.org/drawingml/2006/main">
              <a:ext uri="{FF2B5EF4-FFF2-40B4-BE49-F238E27FC236}">
                <a16:creationId xmlns:a16="http://schemas.microsoft.com/office/drawing/2014/main" id="{59244859-AF62-492E-95F5-93D1EEB2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8753" y="1744276"/>
            <a:ext cx="25003" cy="11205"/>
          </a:xfrm>
          <a:custGeom xmlns:a="http://schemas.openxmlformats.org/drawingml/2006/main">
            <a:pathLst>
              <a:path w="25003" h="11205">
                <a:moveTo>
                  <a:pt x="0" y="0"/>
                </a:moveTo>
                <a:lnTo>
                  <a:pt x="25003" y="1120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1" name="line-217">
            <a:extLst xmlns:a="http://schemas.openxmlformats.org/drawingml/2006/main">
              <a:ext uri="{FF2B5EF4-FFF2-40B4-BE49-F238E27FC236}">
                <a16:creationId xmlns:a16="http://schemas.microsoft.com/office/drawing/2014/main" id="{0B6378CD-35FE-4111-B9E1-1D014B00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3756" y="1755480"/>
            <a:ext cx="25003" cy="11334"/>
          </a:xfrm>
          <a:custGeom xmlns:a="http://schemas.openxmlformats.org/drawingml/2006/main">
            <a:pathLst>
              <a:path w="25003" h="11334">
                <a:moveTo>
                  <a:pt x="0" y="0"/>
                </a:moveTo>
                <a:lnTo>
                  <a:pt x="25003" y="1133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2" name="line-218">
            <a:extLst xmlns:a="http://schemas.openxmlformats.org/drawingml/2006/main">
              <a:ext uri="{FF2B5EF4-FFF2-40B4-BE49-F238E27FC236}">
                <a16:creationId xmlns:a16="http://schemas.microsoft.com/office/drawing/2014/main" id="{716F0648-08EA-4254-A2C5-17028B9D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8759" y="1766815"/>
            <a:ext cx="25003" cy="10205"/>
          </a:xfrm>
          <a:custGeom xmlns:a="http://schemas.openxmlformats.org/drawingml/2006/main">
            <a:pathLst>
              <a:path w="25003" h="10205">
                <a:moveTo>
                  <a:pt x="0" y="0"/>
                </a:moveTo>
                <a:lnTo>
                  <a:pt x="25003" y="1020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3" name="line-219">
            <a:extLst xmlns:a="http://schemas.openxmlformats.org/drawingml/2006/main">
              <a:ext uri="{FF2B5EF4-FFF2-40B4-BE49-F238E27FC236}">
                <a16:creationId xmlns:a16="http://schemas.microsoft.com/office/drawing/2014/main" id="{94C92BB9-1EE6-406F-AEB3-42917A00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763" y="177702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808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4" name="line-220">
            <a:extLst xmlns:a="http://schemas.openxmlformats.org/drawingml/2006/main">
              <a:ext uri="{FF2B5EF4-FFF2-40B4-BE49-F238E27FC236}">
                <a16:creationId xmlns:a16="http://schemas.microsoft.com/office/drawing/2014/main" id="{241FE18B-9A1A-455A-BF35-8A57143E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8766" y="1785104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533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5" name="line-221">
            <a:extLst xmlns:a="http://schemas.openxmlformats.org/drawingml/2006/main">
              <a:ext uri="{FF2B5EF4-FFF2-40B4-BE49-F238E27FC236}">
                <a16:creationId xmlns:a16="http://schemas.microsoft.com/office/drawing/2014/main" id="{DAF02C16-68E4-4AEF-B261-55EA25C4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3769" y="179044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236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6" name="line-222">
            <a:extLst xmlns:a="http://schemas.openxmlformats.org/drawingml/2006/main">
              <a:ext uri="{FF2B5EF4-FFF2-40B4-BE49-F238E27FC236}">
                <a16:creationId xmlns:a16="http://schemas.microsoft.com/office/drawing/2014/main" id="{350EB292-4961-4AA3-AC54-B11B79BA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8772" y="179239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1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7" name="line-223">
            <a:extLst xmlns:a="http://schemas.openxmlformats.org/drawingml/2006/main">
              <a:ext uri="{FF2B5EF4-FFF2-40B4-BE49-F238E27FC236}">
                <a16:creationId xmlns:a16="http://schemas.microsoft.com/office/drawing/2014/main" id="{F8B6AE43-FDDD-418C-8A9D-5B0EDA42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178971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67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8" name="line-224">
            <a:extLst xmlns:a="http://schemas.openxmlformats.org/drawingml/2006/main">
              <a:ext uri="{FF2B5EF4-FFF2-40B4-BE49-F238E27FC236}">
                <a16:creationId xmlns:a16="http://schemas.microsoft.com/office/drawing/2014/main" id="{01A37275-A6C0-4FBF-A1D3-45A199E4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8778" y="1785548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9" name="line-225">
            <a:extLst xmlns:a="http://schemas.openxmlformats.org/drawingml/2006/main">
              <a:ext uri="{FF2B5EF4-FFF2-40B4-BE49-F238E27FC236}">
                <a16:creationId xmlns:a16="http://schemas.microsoft.com/office/drawing/2014/main" id="{7D09B15C-2D7E-4A85-BB8B-BFDDB569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781" y="178077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77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0" name="line-226">
            <a:extLst xmlns:a="http://schemas.openxmlformats.org/drawingml/2006/main">
              <a:ext uri="{FF2B5EF4-FFF2-40B4-BE49-F238E27FC236}">
                <a16:creationId xmlns:a16="http://schemas.microsoft.com/office/drawing/2014/main" id="{19E56639-2C58-425E-BCD9-317532BD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784" y="177627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50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1" name="line-227">
            <a:extLst xmlns:a="http://schemas.openxmlformats.org/drawingml/2006/main">
              <a:ext uri="{FF2B5EF4-FFF2-40B4-BE49-F238E27FC236}">
                <a16:creationId xmlns:a16="http://schemas.microsoft.com/office/drawing/2014/main" id="{9844A19D-6EC7-4CF0-BAE9-6AF570E4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788" y="177276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5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2" name="line-228">
            <a:extLst xmlns:a="http://schemas.openxmlformats.org/drawingml/2006/main">
              <a:ext uri="{FF2B5EF4-FFF2-40B4-BE49-F238E27FC236}">
                <a16:creationId xmlns:a16="http://schemas.microsoft.com/office/drawing/2014/main" id="{30D2DAAA-1675-4624-A1DC-81AD6D88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8791" y="177075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01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3" name="line-229">
            <a:extLst xmlns:a="http://schemas.openxmlformats.org/drawingml/2006/main">
              <a:ext uri="{FF2B5EF4-FFF2-40B4-BE49-F238E27FC236}">
                <a16:creationId xmlns:a16="http://schemas.microsoft.com/office/drawing/2014/main" id="{CE91B54D-1378-40BD-B63B-D0FB8037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794" y="1770427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2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4" name="line-230">
            <a:extLst xmlns:a="http://schemas.openxmlformats.org/drawingml/2006/main">
              <a:ext uri="{FF2B5EF4-FFF2-40B4-BE49-F238E27FC236}">
                <a16:creationId xmlns:a16="http://schemas.microsoft.com/office/drawing/2014/main" id="{07B4FE80-E11B-4CEC-8C43-ED5491B4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797" y="1770427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122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5" name="line-231">
            <a:extLst xmlns:a="http://schemas.openxmlformats.org/drawingml/2006/main">
              <a:ext uri="{FF2B5EF4-FFF2-40B4-BE49-F238E27FC236}">
                <a16:creationId xmlns:a16="http://schemas.microsoft.com/office/drawing/2014/main" id="{D48B4FC2-D996-4593-B079-DE295885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66" name="object-232">
            <a:extLst xmlns:a="http://schemas.openxmlformats.org/drawingml/2006/main">
              <a:ext uri="{FF2B5EF4-FFF2-40B4-BE49-F238E27FC236}">
                <a16:creationId xmlns:a16="http://schemas.microsoft.com/office/drawing/2014/main" id="{DC47DBED-662A-4490-B6F6-E75490288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提出暂停</a:t>
            </a:r>
          </a:p>
        </p:txBody>
      </p:sp>
      <p:sp>
        <p:nvSpPr>
          <p:cNvPr id="167" name="line-233">
            <a:extLst xmlns:a="http://schemas.openxmlformats.org/drawingml/2006/main">
              <a:ext uri="{FF2B5EF4-FFF2-40B4-BE49-F238E27FC236}">
                <a16:creationId xmlns:a16="http://schemas.microsoft.com/office/drawing/2014/main" id="{BA8928D6-C368-4CC4-B5BB-A2B09C14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68" name="object-234">
            <a:extLst xmlns:a="http://schemas.openxmlformats.org/drawingml/2006/main">
              <a:ext uri="{FF2B5EF4-FFF2-40B4-BE49-F238E27FC236}">
                <a16:creationId xmlns:a16="http://schemas.microsoft.com/office/drawing/2014/main" id="{6BBAC818-4579-4D60-9C15-6144D97B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开始淡出</a:t>
            </a:r>
          </a:p>
        </p:txBody>
      </p:sp>
      <p:sp>
        <p:nvSpPr>
          <p:cNvPr id="169" name="line-235">
            <a:extLst xmlns:a="http://schemas.openxmlformats.org/drawingml/2006/main">
              <a:ext uri="{FF2B5EF4-FFF2-40B4-BE49-F238E27FC236}">
                <a16:creationId xmlns:a16="http://schemas.microsoft.com/office/drawing/2014/main" id="{CCAC8A20-312D-439F-A241-57CB708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0" name="object-236">
            <a:extLst xmlns:a="http://schemas.openxmlformats.org/drawingml/2006/main">
              <a:ext uri="{FF2B5EF4-FFF2-40B4-BE49-F238E27FC236}">
                <a16:creationId xmlns:a16="http://schemas.microsoft.com/office/drawing/2014/main" id="{3FD4C0F9-6DE0-4024-8D34-A2FE1238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淡出结束</a:t>
            </a:r>
          </a:p>
        </p:txBody>
      </p:sp>
      <p:sp>
        <p:nvSpPr>
          <p:cNvPr id="171" name="line-237">
            <a:extLst xmlns:a="http://schemas.openxmlformats.org/drawingml/2006/main">
              <a:ext uri="{FF2B5EF4-FFF2-40B4-BE49-F238E27FC236}">
                <a16:creationId xmlns:a16="http://schemas.microsoft.com/office/drawing/2014/main" id="{D585CE08-83F8-45A2-AB12-76AFFEA5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2" name="object-238">
            <a:extLst xmlns:a="http://schemas.openxmlformats.org/drawingml/2006/main">
              <a:ext uri="{FF2B5EF4-FFF2-40B4-BE49-F238E27FC236}">
                <a16:creationId xmlns:a16="http://schemas.microsoft.com/office/drawing/2014/main" id="{D48C4D33-B1CF-4765-9D3A-2ABF0419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完成收尾</a:t>
            </a:r>
          </a:p>
        </p:txBody>
      </p:sp>
      <p:sp>
        <p:nvSpPr>
          <p:cNvPr id="173" name="line-239">
            <a:extLst xmlns:a="http://schemas.openxmlformats.org/drawingml/2006/main">
              <a:ext uri="{FF2B5EF4-FFF2-40B4-BE49-F238E27FC236}">
                <a16:creationId xmlns:a16="http://schemas.microsoft.com/office/drawing/2014/main" id="{47F78632-0B16-4072-A464-24234DFF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4" name="object-240">
            <a:extLst xmlns:a="http://schemas.openxmlformats.org/drawingml/2006/main">
              <a:ext uri="{FF2B5EF4-FFF2-40B4-BE49-F238E27FC236}">
                <a16:creationId xmlns:a16="http://schemas.microsoft.com/office/drawing/2014/main" id="{9F6BC2E8-4024-4982-A55A-ED8AEE5E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控制请求</a:t>
            </a:r>
          </a:p>
        </p:txBody>
      </p:sp>
      <p:sp>
        <p:nvSpPr>
          <p:cNvPr id="175" name="line-241">
            <a:extLst xmlns:a="http://schemas.openxmlformats.org/drawingml/2006/main">
              <a:ext uri="{FF2B5EF4-FFF2-40B4-BE49-F238E27FC236}">
                <a16:creationId xmlns:a16="http://schemas.microsoft.com/office/drawing/2014/main" id="{953D2AD1-B059-4DE3-BE64-C8117D27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6" name="line-242">
            <a:extLst xmlns:a="http://schemas.openxmlformats.org/drawingml/2006/main">
              <a:ext uri="{FF2B5EF4-FFF2-40B4-BE49-F238E27FC236}">
                <a16:creationId xmlns:a16="http://schemas.microsoft.com/office/drawing/2014/main" id="{89CF6D3A-60C4-4FF9-BF14-EFAC3D10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7" name="line-243">
            <a:extLst xmlns:a="http://schemas.openxmlformats.org/drawingml/2006/main">
              <a:ext uri="{FF2B5EF4-FFF2-40B4-BE49-F238E27FC236}">
                <a16:creationId xmlns:a16="http://schemas.microsoft.com/office/drawing/2014/main" id="{0084ED3C-B5B4-417D-A42A-B3BA271E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8" name="line-244">
            <a:extLst xmlns:a="http://schemas.openxmlformats.org/drawingml/2006/main">
              <a:ext uri="{FF2B5EF4-FFF2-40B4-BE49-F238E27FC236}">
                <a16:creationId xmlns:a16="http://schemas.microsoft.com/office/drawing/2014/main" id="{B9122458-2A24-4330-9E5D-AE1EABEF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9" name="line-245">
            <a:extLst xmlns:a="http://schemas.openxmlformats.org/drawingml/2006/main">
              <a:ext uri="{FF2B5EF4-FFF2-40B4-BE49-F238E27FC236}">
                <a16:creationId xmlns:a16="http://schemas.microsoft.com/office/drawing/2014/main" id="{DC23FC6C-E2B2-4680-B476-A82DE746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0" name="line-246">
            <a:extLst xmlns:a="http://schemas.openxmlformats.org/drawingml/2006/main">
              <a:ext uri="{FF2B5EF4-FFF2-40B4-BE49-F238E27FC236}">
                <a16:creationId xmlns:a16="http://schemas.microsoft.com/office/drawing/2014/main" id="{066061A7-3BEE-4C25-B3F7-928C705D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1" name="line-247">
            <a:extLst xmlns:a="http://schemas.openxmlformats.org/drawingml/2006/main">
              <a:ext uri="{FF2B5EF4-FFF2-40B4-BE49-F238E27FC236}">
                <a16:creationId xmlns:a16="http://schemas.microsoft.com/office/drawing/2014/main" id="{CFAFB64F-2625-413E-BC24-E7D86B17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482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2" name="line-248">
            <a:extLst xmlns:a="http://schemas.openxmlformats.org/drawingml/2006/main">
              <a:ext uri="{FF2B5EF4-FFF2-40B4-BE49-F238E27FC236}">
                <a16:creationId xmlns:a16="http://schemas.microsoft.com/office/drawing/2014/main" id="{62CEB10C-4DA2-4212-B674-3BCEE11B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482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3" name="object-249">
            <a:extLst xmlns:a="http://schemas.openxmlformats.org/drawingml/2006/main">
              <a:ext uri="{FF2B5EF4-FFF2-40B4-BE49-F238E27FC236}">
                <a16:creationId xmlns:a16="http://schemas.microsoft.com/office/drawing/2014/main" id="{1D63F3B0-FFA2-4437-9420-F4414C28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003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等待执行</a:t>
            </a:r>
          </a:p>
        </p:txBody>
      </p:sp>
      <p:sp>
        <p:nvSpPr>
          <p:cNvPr id="184" name="reveal1-line-250">
            <a:extLst xmlns:a="http://schemas.openxmlformats.org/drawingml/2006/main">
              <a:ext uri="{FF2B5EF4-FFF2-40B4-BE49-F238E27FC236}">
                <a16:creationId xmlns:a16="http://schemas.microsoft.com/office/drawing/2014/main" id="{83B1200C-1173-4FAC-B975-173D9C0B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5" name="reveal1-line-251">
            <a:extLst xmlns:a="http://schemas.openxmlformats.org/drawingml/2006/main">
              <a:ext uri="{FF2B5EF4-FFF2-40B4-BE49-F238E27FC236}">
                <a16:creationId xmlns:a16="http://schemas.microsoft.com/office/drawing/2014/main" id="{31C4AC68-7B2A-4B6E-AA85-DC3B202D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6" name="reveal1-line-252">
            <a:extLst xmlns:a="http://schemas.openxmlformats.org/drawingml/2006/main">
              <a:ext uri="{FF2B5EF4-FFF2-40B4-BE49-F238E27FC236}">
                <a16:creationId xmlns:a16="http://schemas.microsoft.com/office/drawing/2014/main" id="{4B157877-347C-47AE-BF0E-74A48DA7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17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7" name="reveal1-line-253">
            <a:extLst xmlns:a="http://schemas.openxmlformats.org/drawingml/2006/main">
              <a:ext uri="{FF2B5EF4-FFF2-40B4-BE49-F238E27FC236}">
                <a16:creationId xmlns:a16="http://schemas.microsoft.com/office/drawing/2014/main" id="{71315924-E02B-4F5E-B24D-82CC7748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8" name="reveal1-line-254">
            <a:extLst xmlns:a="http://schemas.openxmlformats.org/drawingml/2006/main">
              <a:ext uri="{FF2B5EF4-FFF2-40B4-BE49-F238E27FC236}">
                <a16:creationId xmlns:a16="http://schemas.microsoft.com/office/drawing/2014/main" id="{160C6EB3-DC44-4F48-ABFC-A7219980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2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9" name="reveal1-line-255">
            <a:extLst xmlns:a="http://schemas.openxmlformats.org/drawingml/2006/main">
              <a:ext uri="{FF2B5EF4-FFF2-40B4-BE49-F238E27FC236}">
                <a16:creationId xmlns:a16="http://schemas.microsoft.com/office/drawing/2014/main" id="{7E915B23-4815-4658-AA82-F8409A86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90" name="reveal1-line-256">
            <a:extLst xmlns:a="http://schemas.openxmlformats.org/drawingml/2006/main">
              <a:ext uri="{FF2B5EF4-FFF2-40B4-BE49-F238E27FC236}">
                <a16:creationId xmlns:a16="http://schemas.microsoft.com/office/drawing/2014/main" id="{541BE2D1-1C9A-4D94-B4F7-C452F59A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6982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1" name="reveal1-line-257">
            <a:extLst xmlns:a="http://schemas.openxmlformats.org/drawingml/2006/main">
              <a:ext uri="{FF2B5EF4-FFF2-40B4-BE49-F238E27FC236}">
                <a16:creationId xmlns:a16="http://schemas.microsoft.com/office/drawing/2014/main" id="{5C7D26F5-E511-46D2-AAD2-EF306569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6982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2" name="reveal1-object-258">
            <a:extLst xmlns:a="http://schemas.openxmlformats.org/drawingml/2006/main">
              <a:ext uri="{FF2B5EF4-FFF2-40B4-BE49-F238E27FC236}">
                <a16:creationId xmlns:a16="http://schemas.microsoft.com/office/drawing/2014/main" id="{D42A1B95-0B70-4365-94E2-E6268284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771775"/>
            <a:ext cx="2143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完成处理再次排队</a:t>
            </a:r>
          </a:p>
        </p:txBody>
      </p:sp>
      <p:sp>
        <p:nvSpPr>
          <p:cNvPr id="193" name="reveal1-object-259">
            <a:extLst xmlns:a="http://schemas.openxmlformats.org/drawingml/2006/main">
              <a:ext uri="{FF2B5EF4-FFF2-40B4-BE49-F238E27FC236}">
                <a16:creationId xmlns:a16="http://schemas.microsoft.com/office/drawing/2014/main" id="{F31F6952-18AD-4503-BB42-D743F2BE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输入连接</a:t>
            </a:r>
          </a:p>
        </p:txBody>
      </p:sp>
      <p:sp>
        <p:nvSpPr>
          <p:cNvPr id="194" name="reveal1-line-260">
            <a:extLst xmlns:a="http://schemas.openxmlformats.org/drawingml/2006/main">
              <a:ext uri="{FF2B5EF4-FFF2-40B4-BE49-F238E27FC236}">
                <a16:creationId xmlns:a16="http://schemas.microsoft.com/office/drawing/2014/main" id="{CFE28F63-F254-49A8-AD57-4776BC50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19550"/>
            <a:ext cx="7505700" cy="9525"/>
          </a:xfrm>
          <a:custGeom xmlns:a="http://schemas.openxmlformats.org/drawingml/2006/main">
            <a:pathLst>
              <a:path w="7505700" h="9525">
                <a:moveTo>
                  <a:pt x="0" y="0"/>
                </a:moveTo>
                <a:lnTo>
                  <a:pt x="7505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195" name="reveal1-object-261">
            <a:extLst xmlns:a="http://schemas.openxmlformats.org/drawingml/2006/main">
              <a:ext uri="{FF2B5EF4-FFF2-40B4-BE49-F238E27FC236}">
                <a16:creationId xmlns:a16="http://schemas.microsoft.com/office/drawing/2014/main" id="{68220A9E-808A-492B-B794-F30FD060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6099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仍相连，继续处理以完成淡出</a:t>
            </a:r>
          </a:p>
        </p:txBody>
      </p:sp>
      <p:sp>
        <p:nvSpPr>
          <p:cNvPr id="196" name="reveal1-line-262">
            <a:extLst xmlns:a="http://schemas.openxmlformats.org/drawingml/2006/main">
              <a:ext uri="{FF2B5EF4-FFF2-40B4-BE49-F238E27FC236}">
                <a16:creationId xmlns:a16="http://schemas.microsoft.com/office/drawing/2014/main" id="{325A95ED-5700-4BBD-BB18-3FE008DF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05250"/>
            <a:ext cx="190500" cy="228600"/>
          </a:xfrm>
          <a:custGeom xmlns:a="http://schemas.openxmlformats.org/drawingml/2006/main">
            <a:pathLst>
              <a:path w="190500" h="228600">
                <a:moveTo>
                  <a:pt x="0" y="0"/>
                </a:moveTo>
                <a:lnTo>
                  <a:pt x="19050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97" name="reveal1-line-263">
            <a:extLst xmlns:a="http://schemas.openxmlformats.org/drawingml/2006/main">
              <a:ext uri="{FF2B5EF4-FFF2-40B4-BE49-F238E27FC236}">
                <a16:creationId xmlns:a16="http://schemas.microsoft.com/office/drawing/2014/main" id="{381FA41F-D5AC-40DE-9528-F05076D4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05250"/>
            <a:ext cx="190500" cy="228600"/>
          </a:xfrm>
          <a:custGeom xmlns:a="http://schemas.openxmlformats.org/drawingml/2006/main">
            <a:pathLst>
              <a:path w="190500" h="228600">
                <a:moveTo>
                  <a:pt x="19050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98" name="reveal1-object-264">
            <a:extLst xmlns:a="http://schemas.openxmlformats.org/drawingml/2006/main">
              <a:ext uri="{FF2B5EF4-FFF2-40B4-BE49-F238E27FC236}">
                <a16:creationId xmlns:a16="http://schemas.microsoft.com/office/drawing/2014/main" id="{862E443D-8C9D-450C-95A5-EE9A4F67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82905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断开</a:t>
            </a:r>
          </a:p>
        </p:txBody>
      </p:sp>
      <p:sp>
        <p:nvSpPr>
          <p:cNvPr id="199" name="reveal1-object-265">
            <a:extLst xmlns:a="http://schemas.openxmlformats.org/drawingml/2006/main">
              <a:ext uri="{FF2B5EF4-FFF2-40B4-BE49-F238E27FC236}">
                <a16:creationId xmlns:a16="http://schemas.microsoft.com/office/drawing/2014/main" id="{4D035E11-8CA8-47A0-A1E8-1D6B07BC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增益</a:t>
            </a:r>
          </a:p>
        </p:txBody>
      </p:sp>
      <p:sp>
        <p:nvSpPr>
          <p:cNvPr id="200" name="reveal1-line-266">
            <a:extLst xmlns:a="http://schemas.openxmlformats.org/drawingml/2006/main">
              <a:ext uri="{FF2B5EF4-FFF2-40B4-BE49-F238E27FC236}">
                <a16:creationId xmlns:a16="http://schemas.microsoft.com/office/drawing/2014/main" id="{D26D9B70-F4FF-4D06-9342-C57CDF62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24400"/>
            <a:ext cx="2571750" cy="9525"/>
          </a:xfrm>
          <a:custGeom xmlns:a="http://schemas.openxmlformats.org/drawingml/2006/main">
            <a:pathLst>
              <a:path w="2571750" h="9525">
                <a:moveTo>
                  <a:pt x="0" y="0"/>
                </a:moveTo>
                <a:lnTo>
                  <a:pt x="2571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1" name="reveal1-line-267">
            <a:extLst xmlns:a="http://schemas.openxmlformats.org/drawingml/2006/main">
              <a:ext uri="{FF2B5EF4-FFF2-40B4-BE49-F238E27FC236}">
                <a16:creationId xmlns:a16="http://schemas.microsoft.com/office/drawing/2014/main" id="{E4F180F4-A248-4D15-B211-D86E7BC0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24400"/>
            <a:ext cx="2667000" cy="561975"/>
          </a:xfrm>
          <a:custGeom xmlns:a="http://schemas.openxmlformats.org/drawingml/2006/main">
            <a:pathLst>
              <a:path w="2667000" h="561975">
                <a:moveTo>
                  <a:pt x="0" y="0"/>
                </a:moveTo>
                <a:lnTo>
                  <a:pt x="2667000" y="561975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2" name="reveal1-line-268">
            <a:extLst xmlns:a="http://schemas.openxmlformats.org/drawingml/2006/main">
              <a:ext uri="{FF2B5EF4-FFF2-40B4-BE49-F238E27FC236}">
                <a16:creationId xmlns:a16="http://schemas.microsoft.com/office/drawing/2014/main" id="{A5720521-2A36-4DCD-96F0-F9872DC0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86375"/>
            <a:ext cx="3238500" cy="9525"/>
          </a:xfrm>
          <a:custGeom xmlns:a="http://schemas.openxmlformats.org/drawingml/2006/main">
            <a:pathLst>
              <a:path w="3238500" h="9525">
                <a:moveTo>
                  <a:pt x="0" y="0"/>
                </a:moveTo>
                <a:lnTo>
                  <a:pt x="323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3" name="reveal1-object-269">
            <a:extLst xmlns:a="http://schemas.openxmlformats.org/drawingml/2006/main">
              <a:ext uri="{FF2B5EF4-FFF2-40B4-BE49-F238E27FC236}">
                <a16:creationId xmlns:a16="http://schemas.microsoft.com/office/drawing/2014/main" id="{4D74BE9D-D13A-4DBE-B107-F4035E00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播放中</a:t>
            </a:r>
          </a:p>
        </p:txBody>
      </p:sp>
      <p:sp>
        <p:nvSpPr>
          <p:cNvPr id="204" name="reveal1-object-270">
            <a:extLst xmlns:a="http://schemas.openxmlformats.org/drawingml/2006/main">
              <a:ext uri="{FF2B5EF4-FFF2-40B4-BE49-F238E27FC236}">
                <a16:creationId xmlns:a16="http://schemas.microsoft.com/office/drawing/2014/main" id="{FAAA10A5-5D8F-41EC-A5E3-EB2FB1F6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4006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正在暂停</a:t>
            </a:r>
          </a:p>
        </p:txBody>
      </p:sp>
      <p:sp>
        <p:nvSpPr>
          <p:cNvPr id="205" name="reveal1-object-271">
            <a:extLst xmlns:a="http://schemas.openxmlformats.org/drawingml/2006/main">
              <a:ext uri="{FF2B5EF4-FFF2-40B4-BE49-F238E27FC236}">
                <a16:creationId xmlns:a16="http://schemas.microsoft.com/office/drawing/2014/main" id="{5971B836-8279-495B-A7B3-DA8714C0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400675"/>
            <a:ext cx="104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已暂停</a:t>
            </a:r>
          </a:p>
        </p:txBody>
      </p:sp>
      <p:sp>
        <p:nvSpPr>
          <p:cNvPr id="206" name="reveal2-object-272">
            <a:extLst xmlns:a="http://schemas.openxmlformats.org/drawingml/2006/main">
              <a:ext uri="{FF2B5EF4-FFF2-40B4-BE49-F238E27FC236}">
                <a16:creationId xmlns:a16="http://schemas.microsoft.com/office/drawing/2014/main" id="{F813436B-EA57-478E-BC12-4FABF679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“淡出结束”和“输入断开”是两个时刻，中间还可能等待执行。</a:t>
            </a:r>
          </a:p>
        </p:txBody>
      </p:sp>
      <p:sp>
        <p:nvSpPr>
          <p:cNvPr id="207" name="object-273">
            <a:extLst xmlns:a="http://schemas.openxmlformats.org/drawingml/2006/main">
              <a:ext uri="{FF2B5EF4-FFF2-40B4-BE49-F238E27FC236}">
                <a16:creationId xmlns:a16="http://schemas.microsoft.com/office/drawing/2014/main" id="{C0F6749B-1B08-4EA8-BA87-C3183798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波形与时间为示意。</a:t>
            </a:r>
          </a:p>
        </p:txBody>
      </p:sp>
      <p:sp>
        <p:nvSpPr>
          <p:cNvPr id="208" name="object-274">
            <a:extLst xmlns:a="http://schemas.openxmlformats.org/drawingml/2006/main">
              <a:ext uri="{FF2B5EF4-FFF2-40B4-BE49-F238E27FC236}">
                <a16:creationId xmlns:a16="http://schemas.microsoft.com/office/drawing/2014/main" id="{F5009B03-626F-4DED-9C64-D142A59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1045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" grpId="1"/>
      <p:bldP spid="185" grpId="1"/>
      <p:bldP spid="186" grpId="1"/>
      <p:bldP spid="187" grpId="1"/>
      <p:bldP spid="188" grpId="1"/>
      <p:bldP spid="189" grpId="1"/>
      <p:bldP spid="190" grpId="1"/>
      <p:bldP spid="191" grpId="1"/>
      <p:bldP spid="192" grpId="1"/>
      <p:bldP spid="193" grpId="1"/>
      <p:bldP spid="194" grpId="1"/>
      <p:bldP spid="195" grpId="1"/>
      <p:bldP spid="196" grpId="1"/>
      <p:bldP spid="197" grpId="1"/>
      <p:bldP spid="198" grpId="1"/>
      <p:bldP spid="199" grpId="1"/>
      <p:bldP spid="200" grpId="1"/>
      <p:bldP spid="201" grpId="1"/>
      <p:bldP spid="202" grpId="1"/>
      <p:bldP spid="203" grpId="1"/>
      <p:bldP spid="204" grpId="1"/>
      <p:bldP spid="205" grpId="1"/>
      <p:bldP spid="206" grpId="2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object-275">
            <a:extLst xmlns:a="http://schemas.openxmlformats.org/drawingml/2006/main">
              <a:ext uri="{FF2B5EF4-FFF2-40B4-BE49-F238E27FC236}">
                <a16:creationId xmlns:a16="http://schemas.microsoft.com/office/drawing/2014/main" id="{D9C1A71E-2BD4-427D-992B-569882AD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已经恢复播放，旧的暂停还会生效吗？</a:t>
            </a:r>
          </a:p>
        </p:txBody>
      </p:sp>
      <p:sp>
        <p:nvSpPr>
          <p:cNvPr id="2" name="object-276">
            <a:extLst xmlns:a="http://schemas.openxmlformats.org/drawingml/2006/main">
              <a:ext uri="{FF2B5EF4-FFF2-40B4-BE49-F238E27FC236}">
                <a16:creationId xmlns:a16="http://schemas.microsoft.com/office/drawing/2014/main" id="{96B51E33-655A-4990-84C3-64922D55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85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淡出刚结束时，恢复请求已经排在前面。</a:t>
            </a:r>
          </a:p>
        </p:txBody>
      </p:sp>
      <p:sp>
        <p:nvSpPr>
          <p:cNvPr id="3" name="object-277">
            <a:extLst xmlns:a="http://schemas.openxmlformats.org/drawingml/2006/main">
              <a:ext uri="{FF2B5EF4-FFF2-40B4-BE49-F238E27FC236}">
                <a16:creationId xmlns:a16="http://schemas.microsoft.com/office/drawing/2014/main" id="{BB79B09C-0E57-49E2-9981-2495D11B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04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待执行请求</a:t>
            </a:r>
          </a:p>
        </p:txBody>
      </p:sp>
      <p:sp>
        <p:nvSpPr>
          <p:cNvPr id="4" name="object-278">
            <a:extLst xmlns:a="http://schemas.openxmlformats.org/drawingml/2006/main">
              <a:ext uri="{FF2B5EF4-FFF2-40B4-BE49-F238E27FC236}">
                <a16:creationId xmlns:a16="http://schemas.microsoft.com/office/drawing/2014/main" id="{65B42627-F6A6-4FCE-B2CC-98474DCB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097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下一条先执行</a:t>
            </a:r>
          </a:p>
        </p:txBody>
      </p:sp>
      <p:sp>
        <p:nvSpPr>
          <p:cNvPr id="5" name="object-279">
            <a:extLst xmlns:a="http://schemas.openxmlformats.org/drawingml/2006/main">
              <a:ext uri="{FF2B5EF4-FFF2-40B4-BE49-F238E27FC236}">
                <a16:creationId xmlns:a16="http://schemas.microsoft.com/office/drawing/2014/main" id="{06D6D0C0-8077-4EF5-B229-B2434085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19350"/>
            <a:ext cx="2714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bject-280">
            <a:extLst xmlns:a="http://schemas.openxmlformats.org/drawingml/2006/main">
              <a:ext uri="{FF2B5EF4-FFF2-40B4-BE49-F238E27FC236}">
                <a16:creationId xmlns:a16="http://schemas.microsoft.com/office/drawing/2014/main" id="{9399307A-9543-480B-A7B2-CB17CFED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24860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恢复播放</a:t>
            </a:r>
          </a:p>
        </p:txBody>
      </p:sp>
      <p:sp>
        <p:nvSpPr>
          <p:cNvPr id="7" name="object-281">
            <a:extLst xmlns:a="http://schemas.openxmlformats.org/drawingml/2006/main">
              <a:ext uri="{FF2B5EF4-FFF2-40B4-BE49-F238E27FC236}">
                <a16:creationId xmlns:a16="http://schemas.microsoft.com/office/drawing/2014/main" id="{366E12A7-FBA1-4E9F-885D-3AA35E88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19350"/>
            <a:ext cx="3333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282">
            <a:extLst xmlns:a="http://schemas.openxmlformats.org/drawingml/2006/main">
              <a:ext uri="{FF2B5EF4-FFF2-40B4-BE49-F238E27FC236}">
                <a16:creationId xmlns:a16="http://schemas.microsoft.com/office/drawing/2014/main" id="{AB059F6F-3FF9-481C-980E-B61E9B03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淡出完成后的收尾</a:t>
            </a:r>
          </a:p>
        </p:txBody>
      </p:sp>
      <p:sp>
        <p:nvSpPr>
          <p:cNvPr id="9" name="line-283">
            <a:extLst xmlns:a="http://schemas.openxmlformats.org/drawingml/2006/main">
              <a:ext uri="{FF2B5EF4-FFF2-40B4-BE49-F238E27FC236}">
                <a16:creationId xmlns:a16="http://schemas.microsoft.com/office/drawing/2014/main" id="{9FEDFB24-B4B6-491F-B15E-6846AE73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14625"/>
            <a:ext cx="581025" cy="9525"/>
          </a:xfrm>
          <a:custGeom xmlns:a="http://schemas.openxmlformats.org/drawingml/2006/main">
            <a:pathLst>
              <a:path w="581025" h="9525">
                <a:moveTo>
                  <a:pt x="5810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0" name="line-284">
            <a:extLst xmlns:a="http://schemas.openxmlformats.org/drawingml/2006/main">
              <a:ext uri="{FF2B5EF4-FFF2-40B4-BE49-F238E27FC236}">
                <a16:creationId xmlns:a16="http://schemas.microsoft.com/office/drawing/2014/main" id="{43B210B7-59A9-4AE6-B65E-131FBBF2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673195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1" name="line-285">
            <a:extLst xmlns:a="http://schemas.openxmlformats.org/drawingml/2006/main">
              <a:ext uri="{FF2B5EF4-FFF2-40B4-BE49-F238E27FC236}">
                <a16:creationId xmlns:a16="http://schemas.microsoft.com/office/drawing/2014/main" id="{797FC683-3946-4569-A3B5-9F9F81C6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14625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2" name="object-286">
            <a:extLst xmlns:a="http://schemas.openxmlformats.org/drawingml/2006/main">
              <a:ext uri="{FF2B5EF4-FFF2-40B4-BE49-F238E27FC236}">
                <a16:creationId xmlns:a16="http://schemas.microsoft.com/office/drawing/2014/main" id="{15539A76-6C6F-4265-9656-C2B4E365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47650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随后加入</a:t>
            </a:r>
          </a:p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等待执行</a:t>
            </a:r>
          </a:p>
        </p:txBody>
      </p:sp>
      <p:sp>
        <p:nvSpPr>
          <p:cNvPr id="13" name="line-287">
            <a:extLst xmlns:a="http://schemas.openxmlformats.org/drawingml/2006/main">
              <a:ext uri="{FF2B5EF4-FFF2-40B4-BE49-F238E27FC236}">
                <a16:creationId xmlns:a16="http://schemas.microsoft.com/office/drawing/2014/main" id="{D3D216E7-6C40-4C54-B132-C343CB7B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4" name="object-288">
            <a:extLst xmlns:a="http://schemas.openxmlformats.org/drawingml/2006/main">
              <a:ext uri="{FF2B5EF4-FFF2-40B4-BE49-F238E27FC236}">
                <a16:creationId xmlns:a16="http://schemas.microsoft.com/office/drawing/2014/main" id="{BC303218-04C0-4C3E-87DB-45728CC7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bject-289">
            <a:extLst xmlns:a="http://schemas.openxmlformats.org/drawingml/2006/main">
              <a:ext uri="{FF2B5EF4-FFF2-40B4-BE49-F238E27FC236}">
                <a16:creationId xmlns:a16="http://schemas.microsoft.com/office/drawing/2014/main" id="{B1D386CB-DFF1-4BFD-87CC-4A47D125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16" name="object-290">
            <a:extLst xmlns:a="http://schemas.openxmlformats.org/drawingml/2006/main">
              <a:ext uri="{FF2B5EF4-FFF2-40B4-BE49-F238E27FC236}">
                <a16:creationId xmlns:a16="http://schemas.microsoft.com/office/drawing/2014/main" id="{A49D4F46-8BB1-4784-98CB-D2C94740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播放状态</a:t>
            </a:r>
          </a:p>
        </p:txBody>
      </p:sp>
      <p:sp>
        <p:nvSpPr>
          <p:cNvPr id="17" name="reveal1-object-291">
            <a:extLst xmlns:a="http://schemas.openxmlformats.org/drawingml/2006/main">
              <a:ext uri="{FF2B5EF4-FFF2-40B4-BE49-F238E27FC236}">
                <a16:creationId xmlns:a16="http://schemas.microsoft.com/office/drawing/2014/main" id="{90ABB46D-1EF2-48F3-AD76-67CF8966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43300"/>
            <a:ext cx="3429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执行 ① 恢复播放</a:t>
            </a:r>
          </a:p>
        </p:txBody>
      </p:sp>
      <p:sp>
        <p:nvSpPr>
          <p:cNvPr id="18" name="reveal1-object-292">
            <a:extLst xmlns:a="http://schemas.openxmlformats.org/drawingml/2006/main">
              <a:ext uri="{FF2B5EF4-FFF2-40B4-BE49-F238E27FC236}">
                <a16:creationId xmlns:a16="http://schemas.microsoft.com/office/drawing/2014/main" id="{0DA84932-2DF8-4EE7-A3F2-7832734C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162425"/>
            <a:ext cx="238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1-object-293">
            <a:extLst xmlns:a="http://schemas.openxmlformats.org/drawingml/2006/main">
              <a:ext uri="{FF2B5EF4-FFF2-40B4-BE49-F238E27FC236}">
                <a16:creationId xmlns:a16="http://schemas.microsoft.com/office/drawing/2014/main" id="{8BB7612D-BFFC-4E97-A271-D3489928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19575"/>
            <a:ext cx="2152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正在播放</a:t>
            </a:r>
          </a:p>
        </p:txBody>
      </p:sp>
      <p:sp>
        <p:nvSpPr>
          <p:cNvPr id="20" name="reveal1-object-294">
            <a:extLst xmlns:a="http://schemas.openxmlformats.org/drawingml/2006/main">
              <a:ext uri="{FF2B5EF4-FFF2-40B4-BE49-F238E27FC236}">
                <a16:creationId xmlns:a16="http://schemas.microsoft.com/office/drawing/2014/main" id="{05DAD500-7CFC-41DA-AA68-7AE7B77F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876800"/>
            <a:ext cx="328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输入保持连接</a:t>
            </a:r>
          </a:p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恢复所需的增益已安排</a:t>
            </a:r>
          </a:p>
        </p:txBody>
      </p:sp>
      <p:sp>
        <p:nvSpPr>
          <p:cNvPr id="21" name="reveal2-object-295">
            <a:extLst xmlns:a="http://schemas.openxmlformats.org/drawingml/2006/main">
              <a:ext uri="{FF2B5EF4-FFF2-40B4-BE49-F238E27FC236}">
                <a16:creationId xmlns:a16="http://schemas.microsoft.com/office/drawing/2014/main" id="{634DCBC0-D0C0-4D21-B347-F58ECC93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43300"/>
            <a:ext cx="4476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执行 ② 旧的暂停收尾</a:t>
            </a:r>
          </a:p>
        </p:txBody>
      </p:sp>
      <p:sp>
        <p:nvSpPr>
          <p:cNvPr id="22" name="reveal2-object-296">
            <a:extLst xmlns:a="http://schemas.openxmlformats.org/drawingml/2006/main">
              <a:ext uri="{FF2B5EF4-FFF2-40B4-BE49-F238E27FC236}">
                <a16:creationId xmlns:a16="http://schemas.microsoft.com/office/drawing/2014/main" id="{A7347FD2-BC96-4102-9AAF-6B6430D0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433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检查：现在已经在播放</a:t>
            </a:r>
          </a:p>
        </p:txBody>
      </p:sp>
      <p:sp>
        <p:nvSpPr>
          <p:cNvPr id="23" name="reveal2-line-297">
            <a:extLst xmlns:a="http://schemas.openxmlformats.org/drawingml/2006/main">
              <a:ext uri="{FF2B5EF4-FFF2-40B4-BE49-F238E27FC236}">
                <a16:creationId xmlns:a16="http://schemas.microsoft.com/office/drawing/2014/main" id="{D5A52196-9D2A-46B6-8E73-EEA0FC33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86300"/>
            <a:ext cx="4486275" cy="9525"/>
          </a:xfrm>
          <a:custGeom xmlns:a="http://schemas.openxmlformats.org/drawingml/2006/main">
            <a:pathLst>
              <a:path w="4486275" h="9525">
                <a:moveTo>
                  <a:pt x="0" y="0"/>
                </a:moveTo>
                <a:lnTo>
                  <a:pt x="4486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4" name="reveal2-object-298">
            <a:extLst xmlns:a="http://schemas.openxmlformats.org/drawingml/2006/main">
              <a:ext uri="{FF2B5EF4-FFF2-40B4-BE49-F238E27FC236}">
                <a16:creationId xmlns:a16="http://schemas.microsoft.com/office/drawing/2014/main" id="{AFD13A36-AFAD-4F7E-912D-671A8E0F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9585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结束这次收尾处理，</a:t>
            </a:r>
          </a:p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不暂停音效、不拆输入连接。</a:t>
            </a:r>
          </a:p>
        </p:txBody>
      </p:sp>
      <p:sp>
        <p:nvSpPr>
          <p:cNvPr id="25" name="reveal2-object-299">
            <a:extLst xmlns:a="http://schemas.openxmlformats.org/drawingml/2006/main">
              <a:ext uri="{FF2B5EF4-FFF2-40B4-BE49-F238E27FC236}">
                <a16:creationId xmlns:a16="http://schemas.microsoft.com/office/drawing/2014/main" id="{AD36F3D3-FA67-456F-901F-9AAF4E8C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6388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若不检查：明明点了恢复，声音却没了。</a:t>
            </a:r>
          </a:p>
        </p:txBody>
      </p:sp>
      <p:sp>
        <p:nvSpPr>
          <p:cNvPr id="26" name="object-300">
            <a:extLst xmlns:a="http://schemas.openxmlformats.org/drawingml/2006/main">
              <a:ext uri="{FF2B5EF4-FFF2-40B4-BE49-F238E27FC236}">
                <a16:creationId xmlns:a16="http://schemas.microsoft.com/office/drawing/2014/main" id="{3A7C8E88-9DE7-400F-BB0F-901653F8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队列表示引擎执行顺序。</a:t>
            </a:r>
          </a:p>
        </p:txBody>
      </p:sp>
      <p:sp>
        <p:nvSpPr>
          <p:cNvPr id="27" name="object-301">
            <a:extLst xmlns:a="http://schemas.openxmlformats.org/drawingml/2006/main">
              <a:ext uri="{FF2B5EF4-FFF2-40B4-BE49-F238E27FC236}">
                <a16:creationId xmlns:a16="http://schemas.microsoft.com/office/drawing/2014/main" id="{3DD8DEAA-0C98-4588-B637-CB17BBF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029368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1"/>
      <p:bldP spid="18" grpId="1"/>
      <p:bldP spid="19" grpId="1"/>
      <p:bldP spid="20" grpId="1"/>
      <p:bldP spid="21" grpId="2"/>
      <p:bldP spid="22" grpId="2"/>
      <p:bldP spid="23" grpId="2"/>
      <p:bldP spid="24" grpId="2"/>
      <p:bldP spid="25" grpId="2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object-302">
            <a:extLst xmlns:a="http://schemas.openxmlformats.org/drawingml/2006/main">
              <a:ext uri="{FF2B5EF4-FFF2-40B4-BE49-F238E27FC236}">
                <a16:creationId xmlns:a16="http://schemas.microsoft.com/office/drawing/2014/main" id="{4359EE47-81AF-4889-9355-3F99E26D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淡入为什么要先于音效启动？</a:t>
            </a:r>
          </a:p>
        </p:txBody>
      </p:sp>
      <p:sp>
        <p:nvSpPr>
          <p:cNvPr id="2" name="object-303">
            <a:extLst xmlns:a="http://schemas.openxmlformats.org/drawingml/2006/main">
              <a:ext uri="{FF2B5EF4-FFF2-40B4-BE49-F238E27FC236}">
                <a16:creationId xmlns:a16="http://schemas.microsoft.com/office/drawing/2014/main" id="{ED845F55-0A98-4A73-9A98-69182525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数据已经在门口等着，增益设置晚一步，那一步就是全音量爆音。</a:t>
            </a:r>
          </a:p>
        </p:txBody>
      </p:sp>
      <p:sp>
        <p:nvSpPr>
          <p:cNvPr id="3" name="object-304">
            <a:extLst xmlns:a="http://schemas.openxmlformats.org/drawingml/2006/main">
              <a:ext uri="{FF2B5EF4-FFF2-40B4-BE49-F238E27FC236}">
                <a16:creationId xmlns:a16="http://schemas.microsoft.com/office/drawing/2014/main" id="{84D3DB3C-9268-47CA-9C9D-2784FD14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接通处理链</a:t>
            </a:r>
          </a:p>
        </p:txBody>
      </p:sp>
      <p:sp>
        <p:nvSpPr>
          <p:cNvPr id="4" name="line-305">
            <a:extLst xmlns:a="http://schemas.openxmlformats.org/drawingml/2006/main">
              <a:ext uri="{FF2B5EF4-FFF2-40B4-BE49-F238E27FC236}">
                <a16:creationId xmlns:a16="http://schemas.microsoft.com/office/drawing/2014/main" id="{B1B9F9BC-34E2-4004-AAA3-37D7C7A8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5" name="object-306">
            <a:extLst xmlns:a="http://schemas.openxmlformats.org/drawingml/2006/main">
              <a:ext uri="{FF2B5EF4-FFF2-40B4-BE49-F238E27FC236}">
                <a16:creationId xmlns:a16="http://schemas.microsoft.com/office/drawing/2014/main" id="{D50CB1B7-5F4F-44DF-A020-5F13BBEB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音效启动中</a:t>
            </a:r>
          </a:p>
        </p:txBody>
      </p:sp>
      <p:sp>
        <p:nvSpPr>
          <p:cNvPr id="6" name="line-307">
            <a:extLst xmlns:a="http://schemas.openxmlformats.org/drawingml/2006/main">
              <a:ext uri="{FF2B5EF4-FFF2-40B4-BE49-F238E27FC236}">
                <a16:creationId xmlns:a16="http://schemas.microsoft.com/office/drawing/2014/main" id="{F4A43D34-5233-42AD-B666-CAF2339F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7" name="object-308">
            <a:extLst xmlns:a="http://schemas.openxmlformats.org/drawingml/2006/main">
              <a:ext uri="{FF2B5EF4-FFF2-40B4-BE49-F238E27FC236}">
                <a16:creationId xmlns:a16="http://schemas.microsoft.com/office/drawing/2014/main" id="{907EC8B7-3FA1-4D71-B0F4-E6501BAE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音效启动完成</a:t>
            </a:r>
          </a:p>
        </p:txBody>
      </p:sp>
      <p:sp>
        <p:nvSpPr>
          <p:cNvPr id="8" name="line-309">
            <a:extLst xmlns:a="http://schemas.openxmlformats.org/drawingml/2006/main">
              <a:ext uri="{FF2B5EF4-FFF2-40B4-BE49-F238E27FC236}">
                <a16:creationId xmlns:a16="http://schemas.microsoft.com/office/drawing/2014/main" id="{8F2F3572-5465-4E8B-A827-7FEE6E8B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310">
            <a:extLst xmlns:a="http://schemas.openxmlformats.org/drawingml/2006/main">
              <a:ext uri="{FF2B5EF4-FFF2-40B4-BE49-F238E27FC236}">
                <a16:creationId xmlns:a16="http://schemas.microsoft.com/office/drawing/2014/main" id="{65AF001C-06C2-410E-B5D8-674B24A3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如果淡入设置晚了</a:t>
            </a:r>
          </a:p>
        </p:txBody>
      </p:sp>
      <p:sp>
        <p:nvSpPr>
          <p:cNvPr id="10" name="object-311">
            <a:extLst xmlns:a="http://schemas.openxmlformats.org/drawingml/2006/main">
              <a:ext uri="{FF2B5EF4-FFF2-40B4-BE49-F238E27FC236}">
                <a16:creationId xmlns:a16="http://schemas.microsoft.com/office/drawing/2014/main" id="{17E6E0B1-4713-4A79-940A-62584BE7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6191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B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312">
            <a:extLst xmlns:a="http://schemas.openxmlformats.org/drawingml/2006/main">
              <a:ext uri="{FF2B5EF4-FFF2-40B4-BE49-F238E27FC236}">
                <a16:creationId xmlns:a16="http://schemas.microsoft.com/office/drawing/2014/main" id="{F9C08EDF-16D3-46F1-AE14-53035AD8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28925"/>
            <a:ext cx="585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这段窗口内，预缓冲数据按全音量冲出来</a:t>
            </a:r>
          </a:p>
        </p:txBody>
      </p:sp>
      <p:sp>
        <p:nvSpPr>
          <p:cNvPr id="12" name="line-313">
            <a:extLst xmlns:a="http://schemas.openxmlformats.org/drawingml/2006/main">
              <a:ext uri="{FF2B5EF4-FFF2-40B4-BE49-F238E27FC236}">
                <a16:creationId xmlns:a16="http://schemas.microsoft.com/office/drawing/2014/main" id="{FDA3D0A6-6FB2-4418-B310-790E1DDD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67125"/>
            <a:ext cx="6191250" cy="9525"/>
          </a:xfrm>
          <a:custGeom xmlns:a="http://schemas.openxmlformats.org/drawingml/2006/main"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3" name="object-314">
            <a:extLst xmlns:a="http://schemas.openxmlformats.org/drawingml/2006/main">
              <a:ext uri="{FF2B5EF4-FFF2-40B4-BE49-F238E27FC236}">
                <a16:creationId xmlns:a16="http://schemas.microsoft.com/office/drawing/2014/main" id="{967396C2-E407-426C-83BB-4FF5F8E9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432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增益尚未按淡入设置</a:t>
            </a:r>
          </a:p>
        </p:txBody>
      </p:sp>
      <p:sp>
        <p:nvSpPr>
          <p:cNvPr id="14" name="object-315">
            <a:extLst xmlns:a="http://schemas.openxmlformats.org/drawingml/2006/main">
              <a:ext uri="{FF2B5EF4-FFF2-40B4-BE49-F238E27FC236}">
                <a16:creationId xmlns:a16="http://schemas.microsoft.com/office/drawing/2014/main" id="{97AB241D-EA00-44F6-A983-879B8934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81300"/>
            <a:ext cx="166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到这时</a:t>
            </a:r>
          </a:p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才设置淡入</a:t>
            </a:r>
          </a:p>
        </p:txBody>
      </p:sp>
      <p:sp>
        <p:nvSpPr>
          <p:cNvPr id="15" name="reveal1-line-316">
            <a:extLst xmlns:a="http://schemas.openxmlformats.org/drawingml/2006/main">
              <a:ext uri="{FF2B5EF4-FFF2-40B4-BE49-F238E27FC236}">
                <a16:creationId xmlns:a16="http://schemas.microsoft.com/office/drawing/2014/main" id="{CEC62959-4ABC-4895-ADEA-80D9867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6" name="reveal1-object-317">
            <a:extLst xmlns:a="http://schemas.openxmlformats.org/drawingml/2006/main">
              <a:ext uri="{FF2B5EF4-FFF2-40B4-BE49-F238E27FC236}">
                <a16:creationId xmlns:a16="http://schemas.microsoft.com/office/drawing/2014/main" id="{8EDB7308-DAB2-42A1-A334-3D21A0D4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实际处理顺序</a:t>
            </a:r>
          </a:p>
        </p:txBody>
      </p:sp>
      <p:sp>
        <p:nvSpPr>
          <p:cNvPr id="17" name="reveal1-object-318">
            <a:extLst xmlns:a="http://schemas.openxmlformats.org/drawingml/2006/main">
              <a:ext uri="{FF2B5EF4-FFF2-40B4-BE49-F238E27FC236}">
                <a16:creationId xmlns:a16="http://schemas.microsoft.com/office/drawing/2014/main" id="{F2A5EAA5-8181-4FE4-BB8B-16AEFA3C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95800"/>
            <a:ext cx="1952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veal1-object-319">
            <a:extLst xmlns:a="http://schemas.openxmlformats.org/drawingml/2006/main">
              <a:ext uri="{FF2B5EF4-FFF2-40B4-BE49-F238E27FC236}">
                <a16:creationId xmlns:a16="http://schemas.microsoft.com/office/drawing/2014/main" id="{9BE47949-2EED-413B-86F7-0C4CB4D9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552950"/>
            <a:ext cx="17240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先设置淡入</a:t>
            </a:r>
          </a:p>
        </p:txBody>
      </p:sp>
      <p:sp>
        <p:nvSpPr>
          <p:cNvPr id="19" name="reveal1-line-320">
            <a:extLst xmlns:a="http://schemas.openxmlformats.org/drawingml/2006/main">
              <a:ext uri="{FF2B5EF4-FFF2-40B4-BE49-F238E27FC236}">
                <a16:creationId xmlns:a16="http://schemas.microsoft.com/office/drawing/2014/main" id="{9EF219AB-12AE-4690-9F91-BC4FD937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0" name="reveal1-line-321">
            <a:extLst xmlns:a="http://schemas.openxmlformats.org/drawingml/2006/main">
              <a:ext uri="{FF2B5EF4-FFF2-40B4-BE49-F238E27FC236}">
                <a16:creationId xmlns:a16="http://schemas.microsoft.com/office/drawing/2014/main" id="{8641760E-C84A-4BE2-AA3F-65B214D9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1" name="reveal1-line-322">
            <a:extLst xmlns:a="http://schemas.openxmlformats.org/drawingml/2006/main">
              <a:ext uri="{FF2B5EF4-FFF2-40B4-BE49-F238E27FC236}">
                <a16:creationId xmlns:a16="http://schemas.microsoft.com/office/drawing/2014/main" id="{91B1B52A-41F5-4ADF-843D-527CB38E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2" name="reveal1-line-323">
            <a:extLst xmlns:a="http://schemas.openxmlformats.org/drawingml/2006/main">
              <a:ext uri="{FF2B5EF4-FFF2-40B4-BE49-F238E27FC236}">
                <a16:creationId xmlns:a16="http://schemas.microsoft.com/office/drawing/2014/main" id="{C8C445E7-4942-4E24-90C6-47D0BE4F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3" name="reveal1-line-324">
            <a:extLst xmlns:a="http://schemas.openxmlformats.org/drawingml/2006/main">
              <a:ext uri="{FF2B5EF4-FFF2-40B4-BE49-F238E27FC236}">
                <a16:creationId xmlns:a16="http://schemas.microsoft.com/office/drawing/2014/main" id="{F3307FE0-242D-40F4-964A-70C07CB8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reveal1-line-325">
            <a:extLst xmlns:a="http://schemas.openxmlformats.org/drawingml/2006/main">
              <a:ext uri="{FF2B5EF4-FFF2-40B4-BE49-F238E27FC236}">
                <a16:creationId xmlns:a16="http://schemas.microsoft.com/office/drawing/2014/main" id="{794BBB47-A08E-482E-AECB-ACBA6EA3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reveal1-line-326">
            <a:extLst xmlns:a="http://schemas.openxmlformats.org/drawingml/2006/main">
              <a:ext uri="{FF2B5EF4-FFF2-40B4-BE49-F238E27FC236}">
                <a16:creationId xmlns:a16="http://schemas.microsoft.com/office/drawing/2014/main" id="{3802D16A-490F-40E7-B842-37275D7A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07" y="47434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6" name="reveal1-line-327">
            <a:extLst xmlns:a="http://schemas.openxmlformats.org/drawingml/2006/main">
              <a:ext uri="{FF2B5EF4-FFF2-40B4-BE49-F238E27FC236}">
                <a16:creationId xmlns:a16="http://schemas.microsoft.com/office/drawing/2014/main" id="{36018AAC-F667-4A6B-A4D3-19B358271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07" y="47020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7" name="reveal1-object-328">
            <a:extLst xmlns:a="http://schemas.openxmlformats.org/drawingml/2006/main">
              <a:ext uri="{FF2B5EF4-FFF2-40B4-BE49-F238E27FC236}">
                <a16:creationId xmlns:a16="http://schemas.microsoft.com/office/drawing/2014/main" id="{118A8D2A-27FD-48F5-85C2-4D26D2C0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05325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再启动会话音效</a:t>
            </a:r>
          </a:p>
        </p:txBody>
      </p:sp>
      <p:sp>
        <p:nvSpPr>
          <p:cNvPr id="28" name="reveal1-line-329">
            <a:extLst xmlns:a="http://schemas.openxmlformats.org/drawingml/2006/main">
              <a:ext uri="{FF2B5EF4-FFF2-40B4-BE49-F238E27FC236}">
                <a16:creationId xmlns:a16="http://schemas.microsoft.com/office/drawing/2014/main" id="{B1635920-FDEC-4A4F-8482-5A70A42E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6191250" cy="400050"/>
          </a:xfrm>
          <a:custGeom xmlns:a="http://schemas.openxmlformats.org/drawingml/2006/main">
            <a:pathLst>
              <a:path w="6191250" h="400050">
                <a:moveTo>
                  <a:pt x="0" y="400050"/>
                </a:moveTo>
                <a:lnTo>
                  <a:pt x="619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9" name="reveal1-object-330">
            <a:extLst xmlns:a="http://schemas.openxmlformats.org/drawingml/2006/main">
              <a:ext uri="{FF2B5EF4-FFF2-40B4-BE49-F238E27FC236}">
                <a16:creationId xmlns:a16="http://schemas.microsoft.com/office/drawing/2014/main" id="{8D1E38BD-6079-45D1-8B82-F81A925D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72452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示意：已有数据按淡入处理</a:t>
            </a:r>
          </a:p>
        </p:txBody>
      </p:sp>
      <p:sp>
        <p:nvSpPr>
          <p:cNvPr id="30" name="object-331">
            <a:extLst xmlns:a="http://schemas.openxmlformats.org/drawingml/2006/main">
              <a:ext uri="{FF2B5EF4-FFF2-40B4-BE49-F238E27FC236}">
                <a16:creationId xmlns:a16="http://schemas.microsoft.com/office/drawing/2014/main" id="{42EACACC-0361-4682-A5FF-E2F0E54E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上行为错误顺序，下行为实际顺序。</a:t>
            </a:r>
          </a:p>
        </p:txBody>
      </p:sp>
      <p:sp>
        <p:nvSpPr>
          <p:cNvPr id="31" name="object-332">
            <a:extLst xmlns:a="http://schemas.openxmlformats.org/drawingml/2006/main">
              <a:ext uri="{FF2B5EF4-FFF2-40B4-BE49-F238E27FC236}">
                <a16:creationId xmlns:a16="http://schemas.microsoft.com/office/drawing/2014/main" id="{92939ADC-9048-4635-B622-DE08461A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078849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object-333">
            <a:extLst xmlns:a="http://schemas.openxmlformats.org/drawingml/2006/main">
              <a:ext uri="{FF2B5EF4-FFF2-40B4-BE49-F238E27FC236}">
                <a16:creationId xmlns:a16="http://schemas.microsoft.com/office/drawing/2014/main" id="{EE59EFEB-CCEC-415A-8912-A2D16ECA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切到耳机，哪些东西变了？</a:t>
            </a:r>
          </a:p>
        </p:txBody>
      </p:sp>
      <p:sp>
        <p:nvSpPr>
          <p:cNvPr id="2" name="object-334">
            <a:extLst xmlns:a="http://schemas.openxmlformats.org/drawingml/2006/main">
              <a:ext uri="{FF2B5EF4-FFF2-40B4-BE49-F238E27FC236}">
                <a16:creationId xmlns:a16="http://schemas.microsoft.com/office/drawing/2014/main" id="{BF5BBDE5-1A6E-4ED0-89A4-1DD77AC5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同一路音乐保留下来，设备归属和处理连接随目标变化。</a:t>
            </a:r>
          </a:p>
        </p:txBody>
      </p:sp>
      <p:sp>
        <p:nvSpPr>
          <p:cNvPr id="3" name="line-335">
            <a:extLst xmlns:a="http://schemas.openxmlformats.org/drawingml/2006/main">
              <a:ext uri="{FF2B5EF4-FFF2-40B4-BE49-F238E27FC236}">
                <a16:creationId xmlns:a16="http://schemas.microsoft.com/office/drawing/2014/main" id="{CE004DFD-565B-4733-8BC5-89E85303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4" name="line-336">
            <a:extLst xmlns:a="http://schemas.openxmlformats.org/drawingml/2006/main">
              <a:ext uri="{FF2B5EF4-FFF2-40B4-BE49-F238E27FC236}">
                <a16:creationId xmlns:a16="http://schemas.microsoft.com/office/drawing/2014/main" id="{5400D589-BAC5-40E9-88CC-4D6C5AE3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5" name="object-337">
            <a:extLst xmlns:a="http://schemas.openxmlformats.org/drawingml/2006/main">
              <a:ext uri="{FF2B5EF4-FFF2-40B4-BE49-F238E27FC236}">
                <a16:creationId xmlns:a16="http://schemas.microsoft.com/office/drawing/2014/main" id="{B1B194D3-0F36-4987-AC81-868D06F4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① 切换前</a:t>
            </a:r>
          </a:p>
        </p:txBody>
      </p:sp>
      <p:sp>
        <p:nvSpPr>
          <p:cNvPr id="6" name="object-338">
            <a:extLst xmlns:a="http://schemas.openxmlformats.org/drawingml/2006/main">
              <a:ext uri="{FF2B5EF4-FFF2-40B4-BE49-F238E27FC236}">
                <a16:creationId xmlns:a16="http://schemas.microsoft.com/office/drawing/2014/main" id="{348B17FE-40C7-4EE8-9130-90264C04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907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339">
            <a:extLst xmlns:a="http://schemas.openxmlformats.org/drawingml/2006/main">
              <a:ext uri="{FF2B5EF4-FFF2-40B4-BE49-F238E27FC236}">
                <a16:creationId xmlns:a16="http://schemas.microsoft.com/office/drawing/2014/main" id="{F157B76B-B766-4C3E-964F-B83F0398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4787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8" name="line-340">
            <a:extLst xmlns:a="http://schemas.openxmlformats.org/drawingml/2006/main">
              <a:ext uri="{FF2B5EF4-FFF2-40B4-BE49-F238E27FC236}">
                <a16:creationId xmlns:a16="http://schemas.microsoft.com/office/drawing/2014/main" id="{43824F95-B9C2-4AFD-89A7-E4A14BFF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09800"/>
            <a:ext cx="914400" cy="9525"/>
          </a:xfrm>
          <a:custGeom xmlns:a="http://schemas.openxmlformats.org/drawingml/2006/main">
            <a:pathLst>
              <a:path w="914400" h="9525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9" name="line-341">
            <a:extLst xmlns:a="http://schemas.openxmlformats.org/drawingml/2006/main">
              <a:ext uri="{FF2B5EF4-FFF2-40B4-BE49-F238E27FC236}">
                <a16:creationId xmlns:a16="http://schemas.microsoft.com/office/drawing/2014/main" id="{0A118253-F114-4B8A-9A4B-6585793E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2209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0" name="line-342">
            <a:extLst xmlns:a="http://schemas.openxmlformats.org/drawingml/2006/main">
              <a:ext uri="{FF2B5EF4-FFF2-40B4-BE49-F238E27FC236}">
                <a16:creationId xmlns:a16="http://schemas.microsoft.com/office/drawing/2014/main" id="{CDE6D88C-D169-4CB5-8176-577C4365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2168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1" name="object-343">
            <a:extLst xmlns:a="http://schemas.openxmlformats.org/drawingml/2006/main">
              <a:ext uri="{FF2B5EF4-FFF2-40B4-BE49-F238E27FC236}">
                <a16:creationId xmlns:a16="http://schemas.microsoft.com/office/drawing/2014/main" id="{DFCA94B7-5CBC-430B-98DC-C5468FF0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431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344">
            <a:extLst xmlns:a="http://schemas.openxmlformats.org/drawingml/2006/main">
              <a:ext uri="{FF2B5EF4-FFF2-40B4-BE49-F238E27FC236}">
                <a16:creationId xmlns:a16="http://schemas.microsoft.com/office/drawing/2014/main" id="{425D634A-2BE5-42B1-8BA7-E8EEC57B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002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扬声器侧处理链</a:t>
            </a:r>
          </a:p>
        </p:txBody>
      </p:sp>
      <p:sp>
        <p:nvSpPr>
          <p:cNvPr id="13" name="line-345">
            <a:extLst xmlns:a="http://schemas.openxmlformats.org/drawingml/2006/main">
              <a:ext uri="{FF2B5EF4-FFF2-40B4-BE49-F238E27FC236}">
                <a16:creationId xmlns:a16="http://schemas.microsoft.com/office/drawing/2014/main" id="{297D2493-B453-4598-96BF-1E635F92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714375" cy="9525"/>
          </a:xfrm>
          <a:custGeom xmlns:a="http://schemas.openxmlformats.org/drawingml/2006/main"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4" name="line-346">
            <a:extLst xmlns:a="http://schemas.openxmlformats.org/drawingml/2006/main">
              <a:ext uri="{FF2B5EF4-FFF2-40B4-BE49-F238E27FC236}">
                <a16:creationId xmlns:a16="http://schemas.microsoft.com/office/drawing/2014/main" id="{1ECE9200-A0C5-4A63-B57F-2EC7236D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2209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5" name="line-347">
            <a:extLst xmlns:a="http://schemas.openxmlformats.org/drawingml/2006/main">
              <a:ext uri="{FF2B5EF4-FFF2-40B4-BE49-F238E27FC236}">
                <a16:creationId xmlns:a16="http://schemas.microsoft.com/office/drawing/2014/main" id="{54DD802E-E17F-40BA-B328-7288105A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2168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6" name="object-348">
            <a:extLst xmlns:a="http://schemas.openxmlformats.org/drawingml/2006/main">
              <a:ext uri="{FF2B5EF4-FFF2-40B4-BE49-F238E27FC236}">
                <a16:creationId xmlns:a16="http://schemas.microsoft.com/office/drawing/2014/main" id="{84CED093-F962-4128-8DEC-F7E87EDC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907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扬声器出声</a:t>
            </a:r>
          </a:p>
        </p:txBody>
      </p:sp>
      <p:sp>
        <p:nvSpPr>
          <p:cNvPr id="17" name="object-349">
            <a:extLst xmlns:a="http://schemas.openxmlformats.org/drawingml/2006/main">
              <a:ext uri="{FF2B5EF4-FFF2-40B4-BE49-F238E27FC236}">
                <a16:creationId xmlns:a16="http://schemas.microsoft.com/office/drawing/2014/main" id="{27843185-6B3C-471B-9125-808E5732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146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会话归属：扬声器</a:t>
            </a:r>
          </a:p>
        </p:txBody>
      </p:sp>
      <p:sp>
        <p:nvSpPr>
          <p:cNvPr id="18" name="reveal1-object-350">
            <a:extLst xmlns:a="http://schemas.openxmlformats.org/drawingml/2006/main">
              <a:ext uri="{FF2B5EF4-FFF2-40B4-BE49-F238E27FC236}">
                <a16:creationId xmlns:a16="http://schemas.microsoft.com/office/drawing/2014/main" id="{0B43CB35-BFE1-4CBF-8EC9-2DE0644A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② 交接中</a:t>
            </a:r>
          </a:p>
        </p:txBody>
      </p:sp>
      <p:sp>
        <p:nvSpPr>
          <p:cNvPr id="19" name="reveal1-object-351">
            <a:extLst xmlns:a="http://schemas.openxmlformats.org/drawingml/2006/main">
              <a:ext uri="{FF2B5EF4-FFF2-40B4-BE49-F238E27FC236}">
                <a16:creationId xmlns:a16="http://schemas.microsoft.com/office/drawing/2014/main" id="{83C2C366-BA4D-4ECF-8476-EF693A39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3813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veal1-object-352">
            <a:extLst xmlns:a="http://schemas.openxmlformats.org/drawingml/2006/main">
              <a:ext uri="{FF2B5EF4-FFF2-40B4-BE49-F238E27FC236}">
                <a16:creationId xmlns:a16="http://schemas.microsoft.com/office/drawing/2014/main" id="{B0609C4E-0E6D-4F04-B4AD-3A0D9D41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43852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21" name="reveal1-line-353">
            <a:extLst xmlns:a="http://schemas.openxmlformats.org/drawingml/2006/main">
              <a:ext uri="{FF2B5EF4-FFF2-40B4-BE49-F238E27FC236}">
                <a16:creationId xmlns:a16="http://schemas.microsoft.com/office/drawing/2014/main" id="{AABCF720-43DD-43F5-A1E9-0C3E2A03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90925"/>
            <a:ext cx="342900" cy="9525"/>
          </a:xfrm>
          <a:custGeom xmlns:a="http://schemas.openxmlformats.org/drawingml/2006/main"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22" name="reveal1-line-354">
            <a:extLst xmlns:a="http://schemas.openxmlformats.org/drawingml/2006/main">
              <a:ext uri="{FF2B5EF4-FFF2-40B4-BE49-F238E27FC236}">
                <a16:creationId xmlns:a16="http://schemas.microsoft.com/office/drawing/2014/main" id="{6C2AD18E-1BCB-4964-9D21-19AE3C35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0" cy="219075"/>
          </a:xfrm>
          <a:custGeom xmlns:a="http://schemas.openxmlformats.org/drawingml/2006/main">
            <a:pathLst>
              <a:path w="190500" h="219075">
                <a:moveTo>
                  <a:pt x="0" y="0"/>
                </a:moveTo>
                <a:lnTo>
                  <a:pt x="19050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3" name="reveal1-line-355">
            <a:extLst xmlns:a="http://schemas.openxmlformats.org/drawingml/2006/main">
              <a:ext uri="{FF2B5EF4-FFF2-40B4-BE49-F238E27FC236}">
                <a16:creationId xmlns:a16="http://schemas.microsoft.com/office/drawing/2014/main" id="{894D03AD-9490-4A2E-ACF3-F7D6853A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0" cy="219075"/>
          </a:xfrm>
          <a:custGeom xmlns:a="http://schemas.openxmlformats.org/drawingml/2006/main">
            <a:pathLst>
              <a:path w="190500" h="219075">
                <a:moveTo>
                  <a:pt x="19050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4" name="reveal1-object-356">
            <a:extLst xmlns:a="http://schemas.openxmlformats.org/drawingml/2006/main">
              <a:ext uri="{FF2B5EF4-FFF2-40B4-BE49-F238E27FC236}">
                <a16:creationId xmlns:a16="http://schemas.microsoft.com/office/drawing/2014/main" id="{737951C1-D332-4127-BA87-8090B000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摘除旧连接，交接同一个会话</a:t>
            </a:r>
          </a:p>
        </p:txBody>
      </p:sp>
      <p:sp>
        <p:nvSpPr>
          <p:cNvPr id="25" name="reveal1-object-357">
            <a:extLst xmlns:a="http://schemas.openxmlformats.org/drawingml/2006/main">
              <a:ext uri="{FF2B5EF4-FFF2-40B4-BE49-F238E27FC236}">
                <a16:creationId xmlns:a16="http://schemas.microsoft.com/office/drawing/2014/main" id="{1E579342-CD97-4950-A1B7-12372F0D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337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设备信息改为耳机；处理粒度跟着目标走，否则数据与设备对不上拍</a:t>
            </a:r>
          </a:p>
        </p:txBody>
      </p:sp>
      <p:sp>
        <p:nvSpPr>
          <p:cNvPr id="26" name="reveal1-object-358">
            <a:extLst xmlns:a="http://schemas.openxmlformats.org/drawingml/2006/main">
              <a:ext uri="{FF2B5EF4-FFF2-40B4-BE49-F238E27FC236}">
                <a16:creationId xmlns:a16="http://schemas.microsoft.com/office/drawing/2014/main" id="{70C19F3C-F733-48EE-B356-5337B6B26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385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朴素做法：停下重开，缓冲数据与播放状态全部重来</a:t>
            </a:r>
          </a:p>
        </p:txBody>
      </p:sp>
      <p:sp>
        <p:nvSpPr>
          <p:cNvPr id="27" name="reveal2-object-359">
            <a:extLst xmlns:a="http://schemas.openxmlformats.org/drawingml/2006/main">
              <a:ext uri="{FF2B5EF4-FFF2-40B4-BE49-F238E27FC236}">
                <a16:creationId xmlns:a16="http://schemas.microsoft.com/office/drawing/2014/main" id="{EDDD6661-9864-4FC8-B313-9900C77B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③ 接入后</a:t>
            </a:r>
          </a:p>
        </p:txBody>
      </p:sp>
      <p:sp>
        <p:nvSpPr>
          <p:cNvPr id="28" name="reveal2-object-360">
            <a:extLst xmlns:a="http://schemas.openxmlformats.org/drawingml/2006/main">
              <a:ext uri="{FF2B5EF4-FFF2-40B4-BE49-F238E27FC236}">
                <a16:creationId xmlns:a16="http://schemas.microsoft.com/office/drawing/2014/main" id="{5FE7C024-B7FE-468B-B75D-6093F209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482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reveal2-object-361">
            <a:extLst xmlns:a="http://schemas.openxmlformats.org/drawingml/2006/main">
              <a:ext uri="{FF2B5EF4-FFF2-40B4-BE49-F238E27FC236}">
                <a16:creationId xmlns:a16="http://schemas.microsoft.com/office/drawing/2014/main" id="{4663F841-DD63-4FDF-8A50-5C27F07F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0537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30" name="reveal2-line-362">
            <a:extLst xmlns:a="http://schemas.openxmlformats.org/drawingml/2006/main">
              <a:ext uri="{FF2B5EF4-FFF2-40B4-BE49-F238E27FC236}">
                <a16:creationId xmlns:a16="http://schemas.microsoft.com/office/drawing/2014/main" id="{48ABADDB-8131-4D47-84F3-AF26497B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67300"/>
            <a:ext cx="914400" cy="9525"/>
          </a:xfrm>
          <a:custGeom xmlns:a="http://schemas.openxmlformats.org/drawingml/2006/main">
            <a:pathLst>
              <a:path w="914400" h="9525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1" name="reveal2-line-363">
            <a:extLst xmlns:a="http://schemas.openxmlformats.org/drawingml/2006/main">
              <a:ext uri="{FF2B5EF4-FFF2-40B4-BE49-F238E27FC236}">
                <a16:creationId xmlns:a16="http://schemas.microsoft.com/office/drawing/2014/main" id="{00C02AB1-A1D8-4E1F-A740-B42A5A06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2" name="reveal2-line-364">
            <a:extLst xmlns:a="http://schemas.openxmlformats.org/drawingml/2006/main">
              <a:ext uri="{FF2B5EF4-FFF2-40B4-BE49-F238E27FC236}">
                <a16:creationId xmlns:a16="http://schemas.microsoft.com/office/drawing/2014/main" id="{A07ED524-F67E-4A21-9163-35B1E10D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3" name="reveal2-object-365">
            <a:extLst xmlns:a="http://schemas.openxmlformats.org/drawingml/2006/main">
              <a:ext uri="{FF2B5EF4-FFF2-40B4-BE49-F238E27FC236}">
                <a16:creationId xmlns:a16="http://schemas.microsoft.com/office/drawing/2014/main" id="{FE394FBE-8C58-4920-9A7B-43451B76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006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reveal2-object-366">
            <a:extLst xmlns:a="http://schemas.openxmlformats.org/drawingml/2006/main">
              <a:ext uri="{FF2B5EF4-FFF2-40B4-BE49-F238E27FC236}">
                <a16:creationId xmlns:a16="http://schemas.microsoft.com/office/drawing/2014/main" id="{4203FCE2-0837-4983-8FB2-4D2D9508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8577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耳机侧处理链</a:t>
            </a:r>
          </a:p>
        </p:txBody>
      </p:sp>
      <p:sp>
        <p:nvSpPr>
          <p:cNvPr id="35" name="reveal2-line-367">
            <a:extLst xmlns:a="http://schemas.openxmlformats.org/drawingml/2006/main">
              <a:ext uri="{FF2B5EF4-FFF2-40B4-BE49-F238E27FC236}">
                <a16:creationId xmlns:a16="http://schemas.microsoft.com/office/drawing/2014/main" id="{3A65000B-7FF5-40FA-A671-7934C057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714375" cy="9525"/>
          </a:xfrm>
          <a:custGeom xmlns:a="http://schemas.openxmlformats.org/drawingml/2006/main"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6" name="reveal2-line-368">
            <a:extLst xmlns:a="http://schemas.openxmlformats.org/drawingml/2006/main">
              <a:ext uri="{FF2B5EF4-FFF2-40B4-BE49-F238E27FC236}">
                <a16:creationId xmlns:a16="http://schemas.microsoft.com/office/drawing/2014/main" id="{FE64B39C-A174-4D84-AA54-EA3A8309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7" name="reveal2-line-369">
            <a:extLst xmlns:a="http://schemas.openxmlformats.org/drawingml/2006/main">
              <a:ext uri="{FF2B5EF4-FFF2-40B4-BE49-F238E27FC236}">
                <a16:creationId xmlns:a16="http://schemas.microsoft.com/office/drawing/2014/main" id="{DAD7C0E2-33BF-422D-BF87-3862EB62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8" name="reveal2-object-370">
            <a:extLst xmlns:a="http://schemas.openxmlformats.org/drawingml/2006/main">
              <a:ext uri="{FF2B5EF4-FFF2-40B4-BE49-F238E27FC236}">
                <a16:creationId xmlns:a16="http://schemas.microsoft.com/office/drawing/2014/main" id="{D10729AF-267B-43D7-B20C-53CF53C0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82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耳机输出</a:t>
            </a:r>
          </a:p>
        </p:txBody>
      </p:sp>
      <p:sp>
        <p:nvSpPr>
          <p:cNvPr id="39" name="reveal2-object-371">
            <a:extLst xmlns:a="http://schemas.openxmlformats.org/drawingml/2006/main">
              <a:ext uri="{FF2B5EF4-FFF2-40B4-BE49-F238E27FC236}">
                <a16:creationId xmlns:a16="http://schemas.microsoft.com/office/drawing/2014/main" id="{A3A107DE-B8F7-4902-8889-69D5B6DF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410200"/>
            <a:ext cx="619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会话归属更新；运行中的会话接入目标链</a:t>
            </a:r>
          </a:p>
        </p:txBody>
      </p:sp>
      <p:sp>
        <p:nvSpPr>
          <p:cNvPr id="40" name="object-372">
            <a:extLst xmlns:a="http://schemas.openxmlformats.org/drawingml/2006/main">
              <a:ext uri="{FF2B5EF4-FFF2-40B4-BE49-F238E27FC236}">
                <a16:creationId xmlns:a16="http://schemas.microsoft.com/office/drawing/2014/main" id="{28F53639-876A-475F-99DC-8B1E785D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三幅为阶段示意，不是实测时间线。</a:t>
            </a:r>
          </a:p>
        </p:txBody>
      </p:sp>
      <p:sp>
        <p:nvSpPr>
          <p:cNvPr id="41" name="object-373">
            <a:extLst xmlns:a="http://schemas.openxmlformats.org/drawingml/2006/main">
              <a:ext uri="{FF2B5EF4-FFF2-40B4-BE49-F238E27FC236}">
                <a16:creationId xmlns:a16="http://schemas.microsoft.com/office/drawing/2014/main" id="{1A13353A-8C90-4B42-8552-A44017EC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67184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2"/>
      <p:bldP spid="28" grpId="2"/>
      <p:bldP spid="29" grpId="2"/>
      <p:bldP spid="30" grpId="2"/>
      <p:bldP spid="31" grpId="2"/>
      <p:bldP spid="32" grpId="2"/>
      <p:bldP spid="33" grpId="2"/>
      <p:bldP spid="34" grpId="2"/>
      <p:bldP spid="35" grpId="2"/>
      <p:bldP spid="36" grpId="2"/>
      <p:bldP spid="37" grpId="2"/>
      <p:bldP spid="38" grpId="2"/>
      <p:bldP spid="39" grpId="2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object-374">
            <a:extLst xmlns:a="http://schemas.openxmlformats.org/drawingml/2006/main">
              <a:ext uri="{FF2B5EF4-FFF2-40B4-BE49-F238E27FC236}">
                <a16:creationId xmlns:a16="http://schemas.microsoft.com/office/drawing/2014/main" id="{FE8EAB19-CAE9-4C8B-9E1C-9A993BA5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这些请求，谁来执行？</a:t>
            </a:r>
          </a:p>
        </p:txBody>
      </p:sp>
      <p:sp>
        <p:nvSpPr>
          <p:cNvPr id="2" name="object-375">
            <a:extLst xmlns:a="http://schemas.openxmlformats.org/drawingml/2006/main">
              <a:ext uri="{FF2B5EF4-FFF2-40B4-BE49-F238E27FC236}">
                <a16:creationId xmlns:a16="http://schemas.microsoft.com/office/drawing/2014/main" id="{B74F8A94-7725-4BD2-871A-A104EC36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前面反复出现的“排队”与“等待执行”，载体是一个队列加一条线程。</a:t>
            </a:r>
          </a:p>
        </p:txBody>
      </p:sp>
      <p:sp>
        <p:nvSpPr>
          <p:cNvPr id="3" name="object-376">
            <a:extLst xmlns:a="http://schemas.openxmlformats.org/drawingml/2006/main">
              <a:ext uri="{FF2B5EF4-FFF2-40B4-BE49-F238E27FC236}">
                <a16:creationId xmlns:a16="http://schemas.microsoft.com/office/drawing/2014/main" id="{830E30C2-3422-4700-8CEE-6E3A4859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43125"/>
            <a:ext cx="3810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263B"/>
            </a:solidFill>
            <a:prstDash val="solid"/>
          </a:ln>
        </p:spPr>
      </p:sp>
      <p:sp>
        <p:nvSpPr>
          <p:cNvPr id="4" name="object-377">
            <a:extLst xmlns:a="http://schemas.openxmlformats.org/drawingml/2006/main">
              <a:ext uri="{FF2B5EF4-FFF2-40B4-BE49-F238E27FC236}">
                <a16:creationId xmlns:a16="http://schemas.microsoft.com/office/drawing/2014/main" id="{F114537B-D428-429B-9D97-4043B33E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信号处理线程</a:t>
            </a:r>
          </a:p>
        </p:txBody>
      </p:sp>
      <p:sp>
        <p:nvSpPr>
          <p:cNvPr id="5" name="object-378">
            <a:extLst xmlns:a="http://schemas.openxmlformats.org/drawingml/2006/main">
              <a:ext uri="{FF2B5EF4-FFF2-40B4-BE49-F238E27FC236}">
                <a16:creationId xmlns:a16="http://schemas.microsoft.com/office/drawing/2014/main" id="{537C3BD3-6E98-4AD1-937C-27EA2A5D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7622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bject-379">
            <a:extLst xmlns:a="http://schemas.openxmlformats.org/drawingml/2006/main">
              <a:ext uri="{FF2B5EF4-FFF2-40B4-BE49-F238E27FC236}">
                <a16:creationId xmlns:a16="http://schemas.microsoft.com/office/drawing/2014/main" id="{8F694A46-7D9F-4B06-92F3-77E8F553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8194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排空队列，执行控制请求</a:t>
            </a:r>
          </a:p>
        </p:txBody>
      </p:sp>
      <p:sp>
        <p:nvSpPr>
          <p:cNvPr id="7" name="object-380">
            <a:extLst xmlns:a="http://schemas.openxmlformats.org/drawingml/2006/main">
              <a:ext uri="{FF2B5EF4-FFF2-40B4-BE49-F238E27FC236}">
                <a16:creationId xmlns:a16="http://schemas.microsoft.com/office/drawing/2014/main" id="{46B08FFF-6A52-49C6-AF47-52F38A3B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480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381">
            <a:extLst xmlns:a="http://schemas.openxmlformats.org/drawingml/2006/main">
              <a:ext uri="{FF2B5EF4-FFF2-40B4-BE49-F238E27FC236}">
                <a16:creationId xmlns:a16="http://schemas.microsoft.com/office/drawing/2014/main" id="{8887F47F-BC2C-4366-9D3E-47F33C78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5052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跑一轮音频处理</a:t>
            </a:r>
          </a:p>
        </p:txBody>
      </p:sp>
      <p:sp>
        <p:nvSpPr>
          <p:cNvPr id="9" name="line-382">
            <a:extLst xmlns:a="http://schemas.openxmlformats.org/drawingml/2006/main">
              <a:ext uri="{FF2B5EF4-FFF2-40B4-BE49-F238E27FC236}">
                <a16:creationId xmlns:a16="http://schemas.microsoft.com/office/drawing/2014/main" id="{7CE73468-EAA0-465B-A68E-BA4C90DC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9525" cy="685800"/>
          </a:xfrm>
          <a:custGeom xmlns:a="http://schemas.openxmlformats.org/drawingml/2006/main">
            <a:pathLst>
              <a:path w="9525" h="685800">
                <a:moveTo>
                  <a:pt x="0" y="6858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0" name="line-383">
            <a:extLst xmlns:a="http://schemas.openxmlformats.org/drawingml/2006/main">
              <a:ext uri="{FF2B5EF4-FFF2-40B4-BE49-F238E27FC236}">
                <a16:creationId xmlns:a16="http://schemas.microsoft.com/office/drawing/2014/main" id="{EF6063CA-FE7E-48B9-A7BD-008D3770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8576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1" name="line-384">
            <a:extLst xmlns:a="http://schemas.openxmlformats.org/drawingml/2006/main">
              <a:ext uri="{FF2B5EF4-FFF2-40B4-BE49-F238E27FC236}">
                <a16:creationId xmlns:a16="http://schemas.microsoft.com/office/drawing/2014/main" id="{4F0921AA-117A-4235-9A33-F494A72D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945" y="3038475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85768"/>
                </a:moveTo>
                <a:lnTo>
                  <a:pt x="414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2" name="object-385">
            <a:extLst xmlns:a="http://schemas.openxmlformats.org/drawingml/2006/main">
              <a:ext uri="{FF2B5EF4-FFF2-40B4-BE49-F238E27FC236}">
                <a16:creationId xmlns:a16="http://schemas.microsoft.com/office/drawing/2014/main" id="{BA841EDB-CF11-47A6-8F71-3E05C0F6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14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睡到下次唤醒，再来一遍</a:t>
            </a:r>
          </a:p>
        </p:txBody>
      </p:sp>
      <p:sp>
        <p:nvSpPr>
          <p:cNvPr id="13" name="reveal1-object-386">
            <a:extLst xmlns:a="http://schemas.openxmlformats.org/drawingml/2006/main">
              <a:ext uri="{FF2B5EF4-FFF2-40B4-BE49-F238E27FC236}">
                <a16:creationId xmlns:a16="http://schemas.microsoft.com/office/drawing/2014/main" id="{0CC28197-A6EE-456C-9896-83072EE4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控制请求队列</a:t>
            </a:r>
          </a:p>
        </p:txBody>
      </p:sp>
      <p:sp>
        <p:nvSpPr>
          <p:cNvPr id="14" name="reveal1-object-387">
            <a:extLst xmlns:a="http://schemas.openxmlformats.org/drawingml/2006/main">
              <a:ext uri="{FF2B5EF4-FFF2-40B4-BE49-F238E27FC236}">
                <a16:creationId xmlns:a16="http://schemas.microsoft.com/office/drawing/2014/main" id="{1E78B1F1-4FF7-4349-AD29-619A6966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veal1-object-388">
            <a:extLst xmlns:a="http://schemas.openxmlformats.org/drawingml/2006/main">
              <a:ext uri="{FF2B5EF4-FFF2-40B4-BE49-F238E27FC236}">
                <a16:creationId xmlns:a16="http://schemas.microsoft.com/office/drawing/2014/main" id="{924339D0-2563-4740-A4AA-731917E7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暂停</a:t>
            </a:r>
          </a:p>
        </p:txBody>
      </p:sp>
      <p:sp>
        <p:nvSpPr>
          <p:cNvPr id="16" name="reveal1-object-389">
            <a:extLst xmlns:a="http://schemas.openxmlformats.org/drawingml/2006/main">
              <a:ext uri="{FF2B5EF4-FFF2-40B4-BE49-F238E27FC236}">
                <a16:creationId xmlns:a16="http://schemas.microsoft.com/office/drawing/2014/main" id="{44502348-9E98-463A-8165-4E3E8A76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veal1-object-390">
            <a:extLst xmlns:a="http://schemas.openxmlformats.org/drawingml/2006/main">
              <a:ext uri="{FF2B5EF4-FFF2-40B4-BE49-F238E27FC236}">
                <a16:creationId xmlns:a16="http://schemas.microsoft.com/office/drawing/2014/main" id="{8EA061A7-5578-4E40-ACE5-710673E9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淡出完成后的收尾</a:t>
            </a:r>
          </a:p>
        </p:txBody>
      </p:sp>
      <p:sp>
        <p:nvSpPr>
          <p:cNvPr id="18" name="reveal1-object-391">
            <a:extLst xmlns:a="http://schemas.openxmlformats.org/drawingml/2006/main">
              <a:ext uri="{FF2B5EF4-FFF2-40B4-BE49-F238E27FC236}">
                <a16:creationId xmlns:a16="http://schemas.microsoft.com/office/drawing/2014/main" id="{0F8DA327-2713-4C6F-B139-B7BD79F0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1-object-392">
            <a:extLst xmlns:a="http://schemas.openxmlformats.org/drawingml/2006/main">
              <a:ext uri="{FF2B5EF4-FFF2-40B4-BE49-F238E27FC236}">
                <a16:creationId xmlns:a16="http://schemas.microsoft.com/office/drawing/2014/main" id="{113C8559-4A6A-4A01-8406-D7AF9241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恢复播放</a:t>
            </a:r>
          </a:p>
        </p:txBody>
      </p:sp>
      <p:sp>
        <p:nvSpPr>
          <p:cNvPr id="20" name="reveal1-object-393">
            <a:extLst xmlns:a="http://schemas.openxmlformats.org/drawingml/2006/main">
              <a:ext uri="{FF2B5EF4-FFF2-40B4-BE49-F238E27FC236}">
                <a16:creationId xmlns:a16="http://schemas.microsoft.com/office/drawing/2014/main" id="{02585895-387B-4B1E-85DD-1D9A37BA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eveal1-object-394">
            <a:extLst xmlns:a="http://schemas.openxmlformats.org/drawingml/2006/main">
              <a:ext uri="{FF2B5EF4-FFF2-40B4-BE49-F238E27FC236}">
                <a16:creationId xmlns:a16="http://schemas.microsoft.com/office/drawing/2014/main" id="{CC251AB9-44A1-42F6-8D09-C041F442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切到耳机</a:t>
            </a:r>
          </a:p>
        </p:txBody>
      </p:sp>
      <p:sp>
        <p:nvSpPr>
          <p:cNvPr id="22" name="reveal1-object-395">
            <a:extLst xmlns:a="http://schemas.openxmlformats.org/drawingml/2006/main">
              <a:ext uri="{FF2B5EF4-FFF2-40B4-BE49-F238E27FC236}">
                <a16:creationId xmlns:a16="http://schemas.microsoft.com/office/drawing/2014/main" id="{A2FB0683-75C4-4324-8D61-A8A06FBA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336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下一条</a:t>
            </a:r>
          </a:p>
          <a:p xmlns:a="http://schemas.openxmlformats.org/drawingml/2006/main">
            <a: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先执行</a:t>
            </a:r>
          </a:p>
        </p:txBody>
      </p:sp>
      <p:sp>
        <p:nvSpPr>
          <p:cNvPr id="23" name="reveal1-line-396">
            <a:extLst xmlns:a="http://schemas.openxmlformats.org/drawingml/2006/main">
              <a:ext uri="{FF2B5EF4-FFF2-40B4-BE49-F238E27FC236}">
                <a16:creationId xmlns:a16="http://schemas.microsoft.com/office/drawing/2014/main" id="{E0376593-93BC-448C-85A3-0D31326F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reveal1-line-397">
            <a:extLst xmlns:a="http://schemas.openxmlformats.org/drawingml/2006/main">
              <a:ext uri="{FF2B5EF4-FFF2-40B4-BE49-F238E27FC236}">
                <a16:creationId xmlns:a16="http://schemas.microsoft.com/office/drawing/2014/main" id="{839463F2-E904-4151-8AEE-CE5479AC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563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reveal1-line-398">
            <a:extLst xmlns:a="http://schemas.openxmlformats.org/drawingml/2006/main">
              <a:ext uri="{FF2B5EF4-FFF2-40B4-BE49-F238E27FC236}">
                <a16:creationId xmlns:a16="http://schemas.microsoft.com/office/drawing/2014/main" id="{F2FFD95A-5446-4CDF-887C-0ABB63A7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25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6" name="reveal1-line-399">
            <a:extLst xmlns:a="http://schemas.openxmlformats.org/drawingml/2006/main">
              <a:ext uri="{FF2B5EF4-FFF2-40B4-BE49-F238E27FC236}">
                <a16:creationId xmlns:a16="http://schemas.microsoft.com/office/drawing/2014/main" id="{F04CA4A2-D968-48F7-BBCC-4E49A25C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0488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7" name="reveal1-line-400">
            <a:extLst xmlns:a="http://schemas.openxmlformats.org/drawingml/2006/main">
              <a:ext uri="{FF2B5EF4-FFF2-40B4-BE49-F238E27FC236}">
                <a16:creationId xmlns:a16="http://schemas.microsoft.com/office/drawing/2014/main" id="{2D0C9DC5-CF60-4F29-ACE0-1D69584C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4950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8" name="reveal1-line-401">
            <a:extLst xmlns:a="http://schemas.openxmlformats.org/drawingml/2006/main">
              <a:ext uri="{FF2B5EF4-FFF2-40B4-BE49-F238E27FC236}">
                <a16:creationId xmlns:a16="http://schemas.microsoft.com/office/drawing/2014/main" id="{4C13A0A2-375B-46CB-99E6-49F7C844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9413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9" name="reveal1-line-402">
            <a:extLst xmlns:a="http://schemas.openxmlformats.org/drawingml/2006/main">
              <a:ext uri="{FF2B5EF4-FFF2-40B4-BE49-F238E27FC236}">
                <a16:creationId xmlns:a16="http://schemas.microsoft.com/office/drawing/2014/main" id="{B121CF28-4823-4B4D-934C-C0B2C7CA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07" y="32385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0" name="reveal1-line-403">
            <a:extLst xmlns:a="http://schemas.openxmlformats.org/drawingml/2006/main">
              <a:ext uri="{FF2B5EF4-FFF2-40B4-BE49-F238E27FC236}">
                <a16:creationId xmlns:a16="http://schemas.microsoft.com/office/drawing/2014/main" id="{6A3BB46E-6CAB-413A-8C17-55224225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07" y="31970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1" name="reveal2-object-404">
            <a:extLst xmlns:a="http://schemas.openxmlformats.org/drawingml/2006/main">
              <a:ext uri="{FF2B5EF4-FFF2-40B4-BE49-F238E27FC236}">
                <a16:creationId xmlns:a16="http://schemas.microsoft.com/office/drawing/2014/main" id="{FBE68AA4-C9E8-4164-8958-7AFB502A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改图的人就是跑数据的人：</a:t>
            </a:r>
          </a:p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同一条线程串行，</a:t>
            </a:r>
          </a:p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这个队列不需要锁。</a:t>
            </a:r>
          </a:p>
        </p:txBody>
      </p:sp>
      <p:sp>
        <p:nvSpPr>
          <p:cNvPr id="32" name="reveal2-object-405">
            <a:extLst xmlns:a="http://schemas.openxmlformats.org/drawingml/2006/main">
              <a:ext uri="{FF2B5EF4-FFF2-40B4-BE49-F238E27FC236}">
                <a16:creationId xmlns:a16="http://schemas.microsoft.com/office/drawing/2014/main" id="{B8FC0BEB-FCEA-4038-8FDC-67443B97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淡出完成不是定时器猜的：处理链在真实数据上跑完渐变，就地发回“淡出完成”，排到队尾。</a:t>
            </a:r>
          </a:p>
        </p:txBody>
      </p:sp>
      <p:sp>
        <p:nvSpPr>
          <p:cNvPr id="33" name="reveal2-object-406">
            <a:extLst xmlns:a="http://schemas.openxmlformats.org/drawingml/2006/main">
              <a:ext uri="{FF2B5EF4-FFF2-40B4-BE49-F238E27FC236}">
                <a16:creationId xmlns:a16="http://schemas.microsoft.com/office/drawing/2014/main" id="{963EA754-ED02-411E-AF32-BE52B78A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短淡出 5 毫秒，默认淡出一轮数据内完成；改图永远不跟数据处理抢线程。</a:t>
            </a:r>
          </a:p>
        </p:txBody>
      </p:sp>
      <p:sp>
        <p:nvSpPr>
          <p:cNvPr id="34" name="object-407">
            <a:extLst xmlns:a="http://schemas.openxmlformats.org/drawingml/2006/main">
              <a:ext uri="{FF2B5EF4-FFF2-40B4-BE49-F238E27FC236}">
                <a16:creationId xmlns:a16="http://schemas.microsoft.com/office/drawing/2014/main" id="{FD4B6F16-664F-467B-8752-686F47E4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队列与线程为结构示意。</a:t>
            </a:r>
          </a:p>
        </p:txBody>
      </p:sp>
      <p:sp>
        <p:nvSpPr>
          <p:cNvPr id="35" name="object-408">
            <a:extLst xmlns:a="http://schemas.openxmlformats.org/drawingml/2006/main">
              <a:ext uri="{FF2B5EF4-FFF2-40B4-BE49-F238E27FC236}">
                <a16:creationId xmlns:a16="http://schemas.microsoft.com/office/drawing/2014/main" id="{9DF3C2C1-5A36-4F16-B6D6-2960F83A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277346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1"/>
      <p:bldP spid="14" grpId="1"/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  <p:bldP spid="30" grpId="1"/>
      <p:bldP spid="31" grpId="2"/>
      <p:bldP spid="32" grpId="2"/>
      <p:bldP spid="33" grpId="2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object-409">
            <a:extLst xmlns:a="http://schemas.openxmlformats.org/drawingml/2006/main">
              <a:ext uri="{FF2B5EF4-FFF2-40B4-BE49-F238E27FC236}">
                <a16:creationId xmlns:a16="http://schemas.microsoft.com/office/drawing/2014/main" id="{BDAAEED4-9787-4227-984B-52C06CE1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一次暂停，从头到尾</a:t>
            </a:r>
          </a:p>
        </p:txBody>
      </p:sp>
      <p:sp>
        <p:nvSpPr>
          <p:cNvPr id="2" name="object-410">
            <a:extLst xmlns:a="http://schemas.openxmlformats.org/drawingml/2006/main">
              <a:ext uri="{FF2B5EF4-FFF2-40B4-BE49-F238E27FC236}">
                <a16:creationId xmlns:a16="http://schemas.microsoft.com/office/drawing/2014/main" id="{D40509DE-8572-471F-9157-5C893E6C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一次暂停，从调用到状态回调，走一遍完整时序。</a:t>
            </a:r>
          </a:p>
        </p:txBody>
      </p:sp>
      <p:sp>
        <p:nvSpPr>
          <p:cNvPr id="3" name="object-411">
            <a:extLst xmlns:a="http://schemas.openxmlformats.org/drawingml/2006/main">
              <a:ext uri="{FF2B5EF4-FFF2-40B4-BE49-F238E27FC236}">
                <a16:creationId xmlns:a16="http://schemas.microsoft.com/office/drawing/2014/main" id="{1E3F0061-CE13-4ADD-95B6-51704927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412">
            <a:extLst xmlns:a="http://schemas.openxmlformats.org/drawingml/2006/main">
              <a:ext uri="{FF2B5EF4-FFF2-40B4-BE49-F238E27FC236}">
                <a16:creationId xmlns:a16="http://schemas.microsoft.com/office/drawing/2014/main" id="{188ED928-02D1-41D5-80BA-C6873F8B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</a:t>
            </a:r>
          </a:p>
        </p:txBody>
      </p:sp>
      <p:sp>
        <p:nvSpPr>
          <p:cNvPr id="5" name="line-413">
            <a:extLst xmlns:a="http://schemas.openxmlformats.org/drawingml/2006/main">
              <a:ext uri="{FF2B5EF4-FFF2-40B4-BE49-F238E27FC236}">
                <a16:creationId xmlns:a16="http://schemas.microsoft.com/office/drawing/2014/main" id="{67F233BB-468D-4E20-B720-ADF6E7C4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6" name="object-414">
            <a:extLst xmlns:a="http://schemas.openxmlformats.org/drawingml/2006/main">
              <a:ext uri="{FF2B5EF4-FFF2-40B4-BE49-F238E27FC236}">
                <a16:creationId xmlns:a16="http://schemas.microsoft.com/office/drawing/2014/main" id="{88B67F1C-6DC3-4122-B2D2-E933782B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415">
            <a:extLst xmlns:a="http://schemas.openxmlformats.org/drawingml/2006/main">
              <a:ext uri="{FF2B5EF4-FFF2-40B4-BE49-F238E27FC236}">
                <a16:creationId xmlns:a16="http://schemas.microsoft.com/office/drawing/2014/main" id="{F3CF381E-2347-4A40-9A76-245D0C8F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渲染管理器</a:t>
            </a:r>
          </a:p>
        </p:txBody>
      </p:sp>
      <p:sp>
        <p:nvSpPr>
          <p:cNvPr id="8" name="line-416">
            <a:extLst xmlns:a="http://schemas.openxmlformats.org/drawingml/2006/main">
              <a:ext uri="{FF2B5EF4-FFF2-40B4-BE49-F238E27FC236}">
                <a16:creationId xmlns:a16="http://schemas.microsoft.com/office/drawing/2014/main" id="{3E709AE0-9CE2-4A87-801B-75EF37D6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417">
            <a:extLst xmlns:a="http://schemas.openxmlformats.org/drawingml/2006/main">
              <a:ext uri="{FF2B5EF4-FFF2-40B4-BE49-F238E27FC236}">
                <a16:creationId xmlns:a16="http://schemas.microsoft.com/office/drawing/2014/main" id="{0F910B74-B373-4CDB-9A64-CFE80F63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418">
            <a:extLst xmlns:a="http://schemas.openxmlformats.org/drawingml/2006/main">
              <a:ext uri="{FF2B5EF4-FFF2-40B4-BE49-F238E27FC236}">
                <a16:creationId xmlns:a16="http://schemas.microsoft.com/office/drawing/2014/main" id="{1FBC6E34-77A1-443D-B179-982DD87F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请求队列 · 信号线程</a:t>
            </a:r>
          </a:p>
        </p:txBody>
      </p:sp>
      <p:sp>
        <p:nvSpPr>
          <p:cNvPr id="11" name="line-419">
            <a:extLst xmlns:a="http://schemas.openxmlformats.org/drawingml/2006/main">
              <a:ext uri="{FF2B5EF4-FFF2-40B4-BE49-F238E27FC236}">
                <a16:creationId xmlns:a16="http://schemas.microsoft.com/office/drawing/2014/main" id="{43F78FD6-000D-40E8-A3C4-74205334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2" name="object-420">
            <a:extLst xmlns:a="http://schemas.openxmlformats.org/drawingml/2006/main">
              <a:ext uri="{FF2B5EF4-FFF2-40B4-BE49-F238E27FC236}">
                <a16:creationId xmlns:a16="http://schemas.microsoft.com/office/drawing/2014/main" id="{DA7779C2-6BA6-45A3-8331-0AD7416F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421">
            <a:extLst xmlns:a="http://schemas.openxmlformats.org/drawingml/2006/main">
              <a:ext uri="{FF2B5EF4-FFF2-40B4-BE49-F238E27FC236}">
                <a16:creationId xmlns:a16="http://schemas.microsoft.com/office/drawing/2014/main" id="{4EAF98BA-B003-4C4F-98E6-AD60B649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处理链 · 增益节点</a:t>
            </a:r>
          </a:p>
        </p:txBody>
      </p:sp>
      <p:sp>
        <p:nvSpPr>
          <p:cNvPr id="14" name="line-422">
            <a:extLst xmlns:a="http://schemas.openxmlformats.org/drawingml/2006/main">
              <a:ext uri="{FF2B5EF4-FFF2-40B4-BE49-F238E27FC236}">
                <a16:creationId xmlns:a16="http://schemas.microsoft.com/office/drawing/2014/main" id="{85492450-CDDD-46EE-ACF6-CCD8D32C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5" name="reveal1-object-423">
            <a:extLst xmlns:a="http://schemas.openxmlformats.org/drawingml/2006/main">
              <a:ext uri="{FF2B5EF4-FFF2-40B4-BE49-F238E27FC236}">
                <a16:creationId xmlns:a16="http://schemas.microsoft.com/office/drawing/2014/main" id="{B7ED9DDB-F0F6-4E2A-9F25-643CFB206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3050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暂停请求</a:t>
            </a:r>
          </a:p>
        </p:txBody>
      </p:sp>
      <p:sp>
        <p:nvSpPr>
          <p:cNvPr id="16" name="reveal1-line-424">
            <a:extLst xmlns:a="http://schemas.openxmlformats.org/drawingml/2006/main">
              <a:ext uri="{FF2B5EF4-FFF2-40B4-BE49-F238E27FC236}">
                <a16:creationId xmlns:a16="http://schemas.microsoft.com/office/drawing/2014/main" id="{4A77C4B8-73E6-43B0-9871-15F9AEB0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59080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7" name="reveal1-line-425">
            <a:extLst xmlns:a="http://schemas.openxmlformats.org/drawingml/2006/main">
              <a:ext uri="{FF2B5EF4-FFF2-40B4-BE49-F238E27FC236}">
                <a16:creationId xmlns:a16="http://schemas.microsoft.com/office/drawing/2014/main" id="{B5B94F63-EE2C-48E1-97C6-8A11DA43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2590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" name="reveal1-line-426">
            <a:extLst xmlns:a="http://schemas.openxmlformats.org/drawingml/2006/main">
              <a:ext uri="{FF2B5EF4-FFF2-40B4-BE49-F238E27FC236}">
                <a16:creationId xmlns:a16="http://schemas.microsoft.com/office/drawing/2014/main" id="{F07D754C-EC7E-4A69-A14A-47E5FBFF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2549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" name="reveal1-object-427">
            <a:extLst xmlns:a="http://schemas.openxmlformats.org/drawingml/2006/main">
              <a:ext uri="{FF2B5EF4-FFF2-40B4-BE49-F238E27FC236}">
                <a16:creationId xmlns:a16="http://schemas.microsoft.com/office/drawing/2014/main" id="{CBFB4279-E4B0-4A13-A41A-87AF9EBA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670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请求入队</a:t>
            </a:r>
          </a:p>
        </p:txBody>
      </p:sp>
      <p:sp>
        <p:nvSpPr>
          <p:cNvPr id="20" name="reveal1-line-428">
            <a:extLst xmlns:a="http://schemas.openxmlformats.org/drawingml/2006/main">
              <a:ext uri="{FF2B5EF4-FFF2-40B4-BE49-F238E27FC236}">
                <a16:creationId xmlns:a16="http://schemas.microsoft.com/office/drawing/2014/main" id="{F02D160F-8FEF-4926-AE46-5D5B91EE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527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1" name="reveal1-line-429">
            <a:extLst xmlns:a="http://schemas.openxmlformats.org/drawingml/2006/main">
              <a:ext uri="{FF2B5EF4-FFF2-40B4-BE49-F238E27FC236}">
                <a16:creationId xmlns:a16="http://schemas.microsoft.com/office/drawing/2014/main" id="{134D7EC8-0AD0-46EB-B4FE-1328EB68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29527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2" name="reveal1-line-430">
            <a:extLst xmlns:a="http://schemas.openxmlformats.org/drawingml/2006/main">
              <a:ext uri="{FF2B5EF4-FFF2-40B4-BE49-F238E27FC236}">
                <a16:creationId xmlns:a16="http://schemas.microsoft.com/office/drawing/2014/main" id="{52BD9EF7-596A-4E42-8498-A2677828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29113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3" name="reveal1-object-431">
            <a:extLst xmlns:a="http://schemas.openxmlformats.org/drawingml/2006/main">
              <a:ext uri="{FF2B5EF4-FFF2-40B4-BE49-F238E27FC236}">
                <a16:creationId xmlns:a16="http://schemas.microsoft.com/office/drawing/2014/main" id="{224025F3-A4CC-4A8E-B592-95A0B594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挂淡出标志，状态→暂停中</a:t>
            </a:r>
          </a:p>
        </p:txBody>
      </p:sp>
      <p:sp>
        <p:nvSpPr>
          <p:cNvPr id="24" name="reveal1-object-432">
            <a:extLst xmlns:a="http://schemas.openxmlformats.org/drawingml/2006/main">
              <a:ext uri="{FF2B5EF4-FFF2-40B4-BE49-F238E27FC236}">
                <a16:creationId xmlns:a16="http://schemas.microsoft.com/office/drawing/2014/main" id="{FFDDD3BB-E454-4E15-927D-A0197B18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5433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跑一轮音频处理</a:t>
            </a:r>
          </a:p>
        </p:txBody>
      </p:sp>
      <p:sp>
        <p:nvSpPr>
          <p:cNvPr id="25" name="reveal1-line-433">
            <a:extLst xmlns:a="http://schemas.openxmlformats.org/drawingml/2006/main">
              <a:ext uri="{FF2B5EF4-FFF2-40B4-BE49-F238E27FC236}">
                <a16:creationId xmlns:a16="http://schemas.microsoft.com/office/drawing/2014/main" id="{990D2055-29ED-4EEF-8ABA-E3B18F9A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290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reveal1-line-434">
            <a:extLst xmlns:a="http://schemas.openxmlformats.org/drawingml/2006/main">
              <a:ext uri="{FF2B5EF4-FFF2-40B4-BE49-F238E27FC236}">
                <a16:creationId xmlns:a16="http://schemas.microsoft.com/office/drawing/2014/main" id="{202128C8-9A59-4B18-A58F-D8D0F3DA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38290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7" name="reveal1-line-435">
            <a:extLst xmlns:a="http://schemas.openxmlformats.org/drawingml/2006/main">
              <a:ext uri="{FF2B5EF4-FFF2-40B4-BE49-F238E27FC236}">
                <a16:creationId xmlns:a16="http://schemas.microsoft.com/office/drawing/2014/main" id="{F0CD62F1-DD80-4A10-AE40-B92A5CA9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37876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reveal1-object-436">
            <a:extLst xmlns:a="http://schemas.openxmlformats.org/drawingml/2006/main">
              <a:ext uri="{FF2B5EF4-FFF2-40B4-BE49-F238E27FC236}">
                <a16:creationId xmlns:a16="http://schemas.microsoft.com/office/drawing/2014/main" id="{9D14F64E-6154-4D42-A779-C0DBCF51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076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逐帧淡出：增益 1.0 → 0</a:t>
            </a:r>
          </a:p>
        </p:txBody>
      </p:sp>
      <p:sp>
        <p:nvSpPr>
          <p:cNvPr id="29" name="reveal2-object-437">
            <a:extLst xmlns:a="http://schemas.openxmlformats.org/drawingml/2006/main">
              <a:ext uri="{FF2B5EF4-FFF2-40B4-BE49-F238E27FC236}">
                <a16:creationId xmlns:a16="http://schemas.microsoft.com/office/drawing/2014/main" id="{16F6CD42-6EA3-46C8-9593-96F1416E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19600"/>
            <a:ext cx="546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淡出完成，就地回调</a:t>
            </a:r>
          </a:p>
        </p:txBody>
      </p:sp>
      <p:sp>
        <p:nvSpPr>
          <p:cNvPr id="30" name="reveal2-line-438">
            <a:extLst xmlns:a="http://schemas.openxmlformats.org/drawingml/2006/main">
              <a:ext uri="{FF2B5EF4-FFF2-40B4-BE49-F238E27FC236}">
                <a16:creationId xmlns:a16="http://schemas.microsoft.com/office/drawing/2014/main" id="{676810BD-D469-4F90-8CBD-6C8E0A0C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705350"/>
            <a:ext cx="5619750" cy="9525"/>
          </a:xfrm>
          <a:custGeom xmlns:a="http://schemas.openxmlformats.org/drawingml/2006/main">
            <a:pathLst>
              <a:path w="5619750" h="9525">
                <a:moveTo>
                  <a:pt x="5619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31" name="reveal2-line-439">
            <a:extLst xmlns:a="http://schemas.openxmlformats.org/drawingml/2006/main">
              <a:ext uri="{FF2B5EF4-FFF2-40B4-BE49-F238E27FC236}">
                <a16:creationId xmlns:a16="http://schemas.microsoft.com/office/drawing/2014/main" id="{3078BA5F-32B8-428B-8FAC-4ED954A2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66392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32" name="reveal2-line-440">
            <a:extLst xmlns:a="http://schemas.openxmlformats.org/drawingml/2006/main">
              <a:ext uri="{FF2B5EF4-FFF2-40B4-BE49-F238E27FC236}">
                <a16:creationId xmlns:a16="http://schemas.microsoft.com/office/drawing/2014/main" id="{C78349ED-1D5A-4885-AF8A-6937E63E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70535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33" name="reveal2-object-441">
            <a:extLst xmlns:a="http://schemas.openxmlformats.org/drawingml/2006/main">
              <a:ext uri="{FF2B5EF4-FFF2-40B4-BE49-F238E27FC236}">
                <a16:creationId xmlns:a16="http://schemas.microsoft.com/office/drawing/2014/main" id="{C5520DD2-6C82-48C2-8A0E-C1655A49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7815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收尾请求入队</a:t>
            </a:r>
          </a:p>
        </p:txBody>
      </p:sp>
      <p:sp>
        <p:nvSpPr>
          <p:cNvPr id="34" name="reveal2-line-442">
            <a:extLst xmlns:a="http://schemas.openxmlformats.org/drawingml/2006/main">
              <a:ext uri="{FF2B5EF4-FFF2-40B4-BE49-F238E27FC236}">
                <a16:creationId xmlns:a16="http://schemas.microsoft.com/office/drawing/2014/main" id="{2EE145FB-864E-46FB-868E-27E9CD7A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06730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5" name="reveal2-line-443">
            <a:extLst xmlns:a="http://schemas.openxmlformats.org/drawingml/2006/main">
              <a:ext uri="{FF2B5EF4-FFF2-40B4-BE49-F238E27FC236}">
                <a16:creationId xmlns:a16="http://schemas.microsoft.com/office/drawing/2014/main" id="{EEAD63FE-64F0-41EE-BC03-E84D940D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6" name="reveal2-line-444">
            <a:extLst xmlns:a="http://schemas.openxmlformats.org/drawingml/2006/main">
              <a:ext uri="{FF2B5EF4-FFF2-40B4-BE49-F238E27FC236}">
                <a16:creationId xmlns:a16="http://schemas.microsoft.com/office/drawing/2014/main" id="{F741A910-8E9D-4AA7-9906-4ACD0B3A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7" name="reveal2-object-445">
            <a:extLst xmlns:a="http://schemas.openxmlformats.org/drawingml/2006/main">
              <a:ext uri="{FF2B5EF4-FFF2-40B4-BE49-F238E27FC236}">
                <a16:creationId xmlns:a16="http://schemas.microsoft.com/office/drawing/2014/main" id="{D54AA163-B01E-4AEE-855F-7559FE38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149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查状态 → 停音效 → 断输入 → 状态=已暂停</a:t>
            </a:r>
          </a:p>
        </p:txBody>
      </p:sp>
      <p:sp>
        <p:nvSpPr>
          <p:cNvPr id="38" name="reveal2-object-446">
            <a:extLst xmlns:a="http://schemas.openxmlformats.org/drawingml/2006/main">
              <a:ext uri="{FF2B5EF4-FFF2-40B4-BE49-F238E27FC236}">
                <a16:creationId xmlns:a16="http://schemas.microsoft.com/office/drawing/2014/main" id="{7038F045-085F-4722-8597-96B115A6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6578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状态回调：已暂停</a:t>
            </a:r>
          </a:p>
        </p:txBody>
      </p:sp>
      <p:sp>
        <p:nvSpPr>
          <p:cNvPr id="39" name="reveal2-line-447">
            <a:extLst xmlns:a="http://schemas.openxmlformats.org/drawingml/2006/main">
              <a:ext uri="{FF2B5EF4-FFF2-40B4-BE49-F238E27FC236}">
                <a16:creationId xmlns:a16="http://schemas.microsoft.com/office/drawing/2014/main" id="{470280E7-312A-4E54-B3C1-E0C8CC81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43600"/>
            <a:ext cx="2809875" cy="9525"/>
          </a:xfrm>
          <a:custGeom xmlns:a="http://schemas.openxmlformats.org/drawingml/2006/main">
            <a:pathLst>
              <a:path w="2809875" h="9525">
                <a:moveTo>
                  <a:pt x="2809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0" name="reveal2-line-448">
            <a:extLst xmlns:a="http://schemas.openxmlformats.org/drawingml/2006/main">
              <a:ext uri="{FF2B5EF4-FFF2-40B4-BE49-F238E27FC236}">
                <a16:creationId xmlns:a16="http://schemas.microsoft.com/office/drawing/2014/main" id="{16C960D3-9E73-4985-B03D-C4770A86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0217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1" name="reveal2-line-449">
            <a:extLst xmlns:a="http://schemas.openxmlformats.org/drawingml/2006/main">
              <a:ext uri="{FF2B5EF4-FFF2-40B4-BE49-F238E27FC236}">
                <a16:creationId xmlns:a16="http://schemas.microsoft.com/office/drawing/2014/main" id="{118E0E9F-42AE-458D-9AC1-4D549C62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4360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2" name="object-450">
            <a:extLst xmlns:a="http://schemas.openxmlformats.org/drawingml/2006/main">
              <a:ext uri="{FF2B5EF4-FFF2-40B4-BE49-F238E27FC236}">
                <a16:creationId xmlns:a16="http://schemas.microsoft.com/office/drawing/2014/main" id="{989D9EB6-C138-46BD-8FB3-563117BE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实线箭头为调用或回调，顺序自上而下。</a:t>
            </a:r>
          </a:p>
        </p:txBody>
      </p:sp>
      <p:sp>
        <p:nvSpPr>
          <p:cNvPr id="43" name="object-451">
            <a:extLst xmlns:a="http://schemas.openxmlformats.org/drawingml/2006/main">
              <a:ext uri="{FF2B5EF4-FFF2-40B4-BE49-F238E27FC236}">
                <a16:creationId xmlns:a16="http://schemas.microsoft.com/office/drawing/2014/main" id="{5D4808A4-88A7-4772-813B-418F4FE4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987382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2"/>
      <p:bldP spid="30" grpId="2"/>
      <p:bldP spid="31" grpId="2"/>
      <p:bldP spid="32" grpId="2"/>
      <p:bldP spid="33" grpId="2"/>
      <p:bldP spid="34" grpId="2"/>
      <p:bldP spid="35" grpId="2"/>
      <p:bldP spid="36" grpId="2"/>
      <p:bldP spid="37" grpId="2"/>
      <p:bldP spid="38" grpId="2"/>
      <p:bldP spid="39" grpId="2"/>
      <p:bldP spid="40" grpId="2"/>
      <p:bldP spid="41" grpId="2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object-452">
            <a:extLst xmlns:a="http://schemas.openxmlformats.org/drawingml/2006/main">
              <a:ext uri="{FF2B5EF4-FFF2-40B4-BE49-F238E27FC236}">
                <a16:creationId xmlns:a16="http://schemas.microsoft.com/office/drawing/2014/main" id="{C13A7777-AFF6-493E-B8EC-0F52987B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恢复抢先一步，时序会怎样？</a:t>
            </a:r>
          </a:p>
        </p:txBody>
      </p:sp>
      <p:sp>
        <p:nvSpPr>
          <p:cNvPr id="2" name="object-453">
            <a:extLst xmlns:a="http://schemas.openxmlformats.org/drawingml/2006/main">
              <a:ext uri="{FF2B5EF4-FFF2-40B4-BE49-F238E27FC236}">
                <a16:creationId xmlns:a16="http://schemas.microsoft.com/office/drawing/2014/main" id="{94E397E1-A54D-4737-A60E-AC78B377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还是这套角色：收尾还在队里，恢复已经点下。</a:t>
            </a:r>
          </a:p>
        </p:txBody>
      </p:sp>
      <p:sp>
        <p:nvSpPr>
          <p:cNvPr id="3" name="object-454">
            <a:extLst xmlns:a="http://schemas.openxmlformats.org/drawingml/2006/main">
              <a:ext uri="{FF2B5EF4-FFF2-40B4-BE49-F238E27FC236}">
                <a16:creationId xmlns:a16="http://schemas.microsoft.com/office/drawing/2014/main" id="{01E21A34-CC33-47DE-AD8F-AAA73BE8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455">
            <a:extLst xmlns:a="http://schemas.openxmlformats.org/drawingml/2006/main">
              <a:ext uri="{FF2B5EF4-FFF2-40B4-BE49-F238E27FC236}">
                <a16:creationId xmlns:a16="http://schemas.microsoft.com/office/drawing/2014/main" id="{437763A5-81D2-463F-A2A9-8D6A4570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</a:t>
            </a:r>
          </a:p>
        </p:txBody>
      </p:sp>
      <p:sp>
        <p:nvSpPr>
          <p:cNvPr id="5" name="line-456">
            <a:extLst xmlns:a="http://schemas.openxmlformats.org/drawingml/2006/main">
              <a:ext uri="{FF2B5EF4-FFF2-40B4-BE49-F238E27FC236}">
                <a16:creationId xmlns:a16="http://schemas.microsoft.com/office/drawing/2014/main" id="{00486E58-FD9C-4757-9926-A58A76F3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6950"/>
            <a:ext cx="9525" cy="3209925"/>
          </a:xfrm>
          <a:custGeom xmlns:a="http://schemas.openxmlformats.org/drawingml/2006/main">
            <a:pathLst>
              <a:path w="9525" h="3209925">
                <a:moveTo>
                  <a:pt x="0" y="0"/>
                </a:moveTo>
                <a:lnTo>
                  <a:pt x="0" y="32099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6" name="object-457">
            <a:extLst xmlns:a="http://schemas.openxmlformats.org/drawingml/2006/main">
              <a:ext uri="{FF2B5EF4-FFF2-40B4-BE49-F238E27FC236}">
                <a16:creationId xmlns:a16="http://schemas.microsoft.com/office/drawing/2014/main" id="{0634E500-5B5A-44A6-9E51-D48E3686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458">
            <a:extLst xmlns:a="http://schemas.openxmlformats.org/drawingml/2006/main">
              <a:ext uri="{FF2B5EF4-FFF2-40B4-BE49-F238E27FC236}">
                <a16:creationId xmlns:a16="http://schemas.microsoft.com/office/drawing/2014/main" id="{9B612928-98CA-4569-9B5A-77CFDC87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渲染管理器</a:t>
            </a:r>
          </a:p>
        </p:txBody>
      </p:sp>
      <p:sp>
        <p:nvSpPr>
          <p:cNvPr id="8" name="line-459">
            <a:extLst xmlns:a="http://schemas.openxmlformats.org/drawingml/2006/main">
              <a:ext uri="{FF2B5EF4-FFF2-40B4-BE49-F238E27FC236}">
                <a16:creationId xmlns:a16="http://schemas.microsoft.com/office/drawing/2014/main" id="{1F536B31-29EF-48F3-97D7-CBAA1D7C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9525" cy="3209925"/>
          </a:xfrm>
          <a:custGeom xmlns:a="http://schemas.openxmlformats.org/drawingml/2006/main">
            <a:pathLst>
              <a:path w="9525" h="3209925">
                <a:moveTo>
                  <a:pt x="0" y="0"/>
                </a:moveTo>
                <a:lnTo>
                  <a:pt x="0" y="32099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460">
            <a:extLst xmlns:a="http://schemas.openxmlformats.org/drawingml/2006/main">
              <a:ext uri="{FF2B5EF4-FFF2-40B4-BE49-F238E27FC236}">
                <a16:creationId xmlns:a16="http://schemas.microsoft.com/office/drawing/2014/main" id="{E32BC64A-873D-464F-8BC0-065C3E99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461">
            <a:extLst xmlns:a="http://schemas.openxmlformats.org/drawingml/2006/main">
              <a:ext uri="{FF2B5EF4-FFF2-40B4-BE49-F238E27FC236}">
                <a16:creationId xmlns:a16="http://schemas.microsoft.com/office/drawing/2014/main" id="{642BC6A3-0AC8-429D-AEFC-F1BE45DF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请求队列 · 信号线程</a:t>
            </a:r>
          </a:p>
        </p:txBody>
      </p:sp>
      <p:sp>
        <p:nvSpPr>
          <p:cNvPr id="11" name="line-462">
            <a:extLst xmlns:a="http://schemas.openxmlformats.org/drawingml/2006/main">
              <a:ext uri="{FF2B5EF4-FFF2-40B4-BE49-F238E27FC236}">
                <a16:creationId xmlns:a16="http://schemas.microsoft.com/office/drawing/2014/main" id="{D4774A9D-7FC4-47C6-9F1A-1ACCE4C7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9525" cy="3209925"/>
          </a:xfrm>
          <a:custGeom xmlns:a="http://schemas.openxmlformats.org/drawingml/2006/main">
            <a:pathLst>
              <a:path w="9525" h="3209925">
                <a:moveTo>
                  <a:pt x="0" y="0"/>
                </a:moveTo>
                <a:lnTo>
                  <a:pt x="0" y="32099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2" name="object-463">
            <a:extLst xmlns:a="http://schemas.openxmlformats.org/drawingml/2006/main">
              <a:ext uri="{FF2B5EF4-FFF2-40B4-BE49-F238E27FC236}">
                <a16:creationId xmlns:a16="http://schemas.microsoft.com/office/drawing/2014/main" id="{DD71C0C6-86DA-41B9-AA08-211B95C3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464">
            <a:extLst xmlns:a="http://schemas.openxmlformats.org/drawingml/2006/main">
              <a:ext uri="{FF2B5EF4-FFF2-40B4-BE49-F238E27FC236}">
                <a16:creationId xmlns:a16="http://schemas.microsoft.com/office/drawing/2014/main" id="{15120C61-50DD-4158-B4FA-49D4217E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处理链 · 增益节点</a:t>
            </a:r>
          </a:p>
        </p:txBody>
      </p:sp>
      <p:sp>
        <p:nvSpPr>
          <p:cNvPr id="14" name="line-465">
            <a:extLst xmlns:a="http://schemas.openxmlformats.org/drawingml/2006/main">
              <a:ext uri="{FF2B5EF4-FFF2-40B4-BE49-F238E27FC236}">
                <a16:creationId xmlns:a16="http://schemas.microsoft.com/office/drawing/2014/main" id="{15237448-F33D-4315-A40D-810A63D9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266950"/>
            <a:ext cx="9525" cy="3209925"/>
          </a:xfrm>
          <a:custGeom xmlns:a="http://schemas.openxmlformats.org/drawingml/2006/main">
            <a:pathLst>
              <a:path w="9525" h="3209925">
                <a:moveTo>
                  <a:pt x="0" y="0"/>
                </a:moveTo>
                <a:lnTo>
                  <a:pt x="0" y="32099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5" name="object-466">
            <a:extLst xmlns:a="http://schemas.openxmlformats.org/drawingml/2006/main">
              <a:ext uri="{FF2B5EF4-FFF2-40B4-BE49-F238E27FC236}">
                <a16:creationId xmlns:a16="http://schemas.microsoft.com/office/drawing/2014/main" id="{22323708-28CE-4206-9195-5165356A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384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bject-467">
            <a:extLst xmlns:a="http://schemas.openxmlformats.org/drawingml/2006/main">
              <a:ext uri="{FF2B5EF4-FFF2-40B4-BE49-F238E27FC236}">
                <a16:creationId xmlns:a16="http://schemas.microsoft.com/office/drawing/2014/main" id="{1DF4D753-4910-4D28-A14E-2F7002C1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2247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队列里：旧的暂停收尾</a:t>
            </a:r>
          </a:p>
        </p:txBody>
      </p:sp>
      <p:sp>
        <p:nvSpPr>
          <p:cNvPr id="17" name="reveal1-object-468">
            <a:extLst xmlns:a="http://schemas.openxmlformats.org/drawingml/2006/main">
              <a:ext uri="{FF2B5EF4-FFF2-40B4-BE49-F238E27FC236}">
                <a16:creationId xmlns:a16="http://schemas.microsoft.com/office/drawing/2014/main" id="{E38C20F8-88DF-44BD-B916-A68CC3D0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8575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恢复请求：手比队列快</a:t>
            </a:r>
          </a:p>
        </p:txBody>
      </p:sp>
      <p:sp>
        <p:nvSpPr>
          <p:cNvPr id="18" name="reveal1-line-469">
            <a:extLst xmlns:a="http://schemas.openxmlformats.org/drawingml/2006/main">
              <a:ext uri="{FF2B5EF4-FFF2-40B4-BE49-F238E27FC236}">
                <a16:creationId xmlns:a16="http://schemas.microsoft.com/office/drawing/2014/main" id="{28E9A414-6817-4EFD-B692-B770B562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1432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" name="reveal1-line-470">
            <a:extLst xmlns:a="http://schemas.openxmlformats.org/drawingml/2006/main">
              <a:ext uri="{FF2B5EF4-FFF2-40B4-BE49-F238E27FC236}">
                <a16:creationId xmlns:a16="http://schemas.microsoft.com/office/drawing/2014/main" id="{7571D0D2-12A4-4195-A830-5026F614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0" name="reveal1-line-471">
            <a:extLst xmlns:a="http://schemas.openxmlformats.org/drawingml/2006/main">
              <a:ext uri="{FF2B5EF4-FFF2-40B4-BE49-F238E27FC236}">
                <a16:creationId xmlns:a16="http://schemas.microsoft.com/office/drawing/2014/main" id="{DA12538C-F892-458D-8F61-DE3B8C21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1" name="reveal1-object-472">
            <a:extLst xmlns:a="http://schemas.openxmlformats.org/drawingml/2006/main">
              <a:ext uri="{FF2B5EF4-FFF2-40B4-BE49-F238E27FC236}">
                <a16:creationId xmlns:a16="http://schemas.microsoft.com/office/drawing/2014/main" id="{33F76545-BFD2-4E34-8AB3-52632A1A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2194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入队，排在收尾前面</a:t>
            </a:r>
          </a:p>
        </p:txBody>
      </p:sp>
      <p:sp>
        <p:nvSpPr>
          <p:cNvPr id="22" name="reveal1-line-473">
            <a:extLst xmlns:a="http://schemas.openxmlformats.org/drawingml/2006/main">
              <a:ext uri="{FF2B5EF4-FFF2-40B4-BE49-F238E27FC236}">
                <a16:creationId xmlns:a16="http://schemas.microsoft.com/office/drawing/2014/main" id="{66D9DF7D-4EA4-452B-ADEC-21E4311F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0520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3" name="reveal1-line-474">
            <a:extLst xmlns:a="http://schemas.openxmlformats.org/drawingml/2006/main">
              <a:ext uri="{FF2B5EF4-FFF2-40B4-BE49-F238E27FC236}">
                <a16:creationId xmlns:a16="http://schemas.microsoft.com/office/drawing/2014/main" id="{EB8F0BAF-A483-4938-8F3B-3B51C35A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35052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4" name="reveal1-line-475">
            <a:extLst xmlns:a="http://schemas.openxmlformats.org/drawingml/2006/main">
              <a:ext uri="{FF2B5EF4-FFF2-40B4-BE49-F238E27FC236}">
                <a16:creationId xmlns:a16="http://schemas.microsoft.com/office/drawing/2014/main" id="{551AF568-502B-4FD0-89B5-3E111CBA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34637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5" name="reveal1-object-476">
            <a:extLst xmlns:a="http://schemas.openxmlformats.org/drawingml/2006/main">
              <a:ext uri="{FF2B5EF4-FFF2-40B4-BE49-F238E27FC236}">
                <a16:creationId xmlns:a16="http://schemas.microsoft.com/office/drawing/2014/main" id="{73CAD538-90F4-4B56-A87D-7926BBA0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7338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执行恢复：状态→运行中，接输入、挂淡入</a:t>
            </a:r>
          </a:p>
        </p:txBody>
      </p:sp>
      <p:sp>
        <p:nvSpPr>
          <p:cNvPr id="26" name="reveal1-object-477">
            <a:extLst xmlns:a="http://schemas.openxmlformats.org/drawingml/2006/main">
              <a:ext uri="{FF2B5EF4-FFF2-40B4-BE49-F238E27FC236}">
                <a16:creationId xmlns:a16="http://schemas.microsoft.com/office/drawing/2014/main" id="{D75934F7-40BF-4CD3-B260-B8F094F8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767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处理链带着淡入继续跑</a:t>
            </a:r>
          </a:p>
        </p:txBody>
      </p:sp>
      <p:sp>
        <p:nvSpPr>
          <p:cNvPr id="27" name="reveal1-line-478">
            <a:extLst xmlns:a="http://schemas.openxmlformats.org/drawingml/2006/main">
              <a:ext uri="{FF2B5EF4-FFF2-40B4-BE49-F238E27FC236}">
                <a16:creationId xmlns:a16="http://schemas.microsoft.com/office/drawing/2014/main" id="{A49B319B-E074-46F2-83CD-97F7C018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624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reveal1-line-479">
            <a:extLst xmlns:a="http://schemas.openxmlformats.org/drawingml/2006/main">
              <a:ext uri="{FF2B5EF4-FFF2-40B4-BE49-F238E27FC236}">
                <a16:creationId xmlns:a16="http://schemas.microsoft.com/office/drawing/2014/main" id="{52D0BCAD-2EE7-4B2A-A588-5AA2762F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43624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9" name="reveal1-line-480">
            <a:extLst xmlns:a="http://schemas.openxmlformats.org/drawingml/2006/main">
              <a:ext uri="{FF2B5EF4-FFF2-40B4-BE49-F238E27FC236}">
                <a16:creationId xmlns:a16="http://schemas.microsoft.com/office/drawing/2014/main" id="{8E888F3F-489C-487D-BE3C-F858CFD9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43210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0" name="reveal2-object-481">
            <a:extLst xmlns:a="http://schemas.openxmlformats.org/drawingml/2006/main">
              <a:ext uri="{FF2B5EF4-FFF2-40B4-BE49-F238E27FC236}">
                <a16:creationId xmlns:a16="http://schemas.microsoft.com/office/drawing/2014/main" id="{4DDDEA77-16CE-4F71-A4B5-E7EE5A6D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053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轮到旧收尾：首行检查——已在运行，直接返回</a:t>
            </a:r>
          </a:p>
        </p:txBody>
      </p:sp>
      <p:sp>
        <p:nvSpPr>
          <p:cNvPr id="31" name="reveal2-object-482">
            <a:extLst xmlns:a="http://schemas.openxmlformats.org/drawingml/2006/main">
              <a:ext uri="{FF2B5EF4-FFF2-40B4-BE49-F238E27FC236}">
                <a16:creationId xmlns:a16="http://schemas.microsoft.com/office/drawing/2014/main" id="{7C180EAF-C327-4F5A-89D5-45B9B18A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101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状态回调：运行中</a:t>
            </a:r>
          </a:p>
        </p:txBody>
      </p:sp>
      <p:sp>
        <p:nvSpPr>
          <p:cNvPr id="32" name="reveal2-line-483">
            <a:extLst xmlns:a="http://schemas.openxmlformats.org/drawingml/2006/main">
              <a:ext uri="{FF2B5EF4-FFF2-40B4-BE49-F238E27FC236}">
                <a16:creationId xmlns:a16="http://schemas.microsoft.com/office/drawing/2014/main" id="{5BCDAA1F-80A9-40F2-A6BE-10A85410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95900"/>
            <a:ext cx="2809875" cy="9525"/>
          </a:xfrm>
          <a:custGeom xmlns:a="http://schemas.openxmlformats.org/drawingml/2006/main">
            <a:pathLst>
              <a:path w="2809875" h="9525">
                <a:moveTo>
                  <a:pt x="2809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3" name="reveal2-line-484">
            <a:extLst xmlns:a="http://schemas.openxmlformats.org/drawingml/2006/main">
              <a:ext uri="{FF2B5EF4-FFF2-40B4-BE49-F238E27FC236}">
                <a16:creationId xmlns:a16="http://schemas.microsoft.com/office/drawing/2014/main" id="{C963AAB1-F4D3-46F6-8D2E-A72E927C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5447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4" name="reveal2-line-485">
            <a:extLst xmlns:a="http://schemas.openxmlformats.org/drawingml/2006/main">
              <a:ext uri="{FF2B5EF4-FFF2-40B4-BE49-F238E27FC236}">
                <a16:creationId xmlns:a16="http://schemas.microsoft.com/office/drawing/2014/main" id="{C0441698-C34B-4886-BAE7-F4B3CE6D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9590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5" name="reveal2-object-486">
            <a:extLst xmlns:a="http://schemas.openxmlformats.org/drawingml/2006/main">
              <a:ext uri="{FF2B5EF4-FFF2-40B4-BE49-F238E27FC236}">
                <a16:creationId xmlns:a16="http://schemas.microsoft.com/office/drawing/2014/main" id="{FAB24803-36CB-4A0C-8290-775EE40C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先到先执行，动手前看状态：一次交错，被两条小规则消化。</a:t>
            </a:r>
          </a:p>
        </p:txBody>
      </p:sp>
      <p:sp>
        <p:nvSpPr>
          <p:cNvPr id="36" name="object-487">
            <a:extLst xmlns:a="http://schemas.openxmlformats.org/drawingml/2006/main">
              <a:ext uri="{FF2B5EF4-FFF2-40B4-BE49-F238E27FC236}">
                <a16:creationId xmlns:a16="http://schemas.microsoft.com/office/drawing/2014/main" id="{FFB12E5E-E4A7-4F68-B44A-A26CD268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角色同前页；时序为一种交错示意。</a:t>
            </a:r>
          </a:p>
        </p:txBody>
      </p:sp>
      <p:sp>
        <p:nvSpPr>
          <p:cNvPr id="37" name="object-488">
            <a:extLst xmlns:a="http://schemas.openxmlformats.org/drawingml/2006/main">
              <a:ext uri="{FF2B5EF4-FFF2-40B4-BE49-F238E27FC236}">
                <a16:creationId xmlns:a16="http://schemas.microsoft.com/office/drawing/2014/main" id="{9509E16F-2378-4BE1-9644-FB32E9FC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163636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  <p:bldP spid="30" grpId="2"/>
      <p:bldP spid="31" grpId="2"/>
      <p:bldP spid="32" grpId="2"/>
      <p:bldP spid="33" grpId="2"/>
      <p:bldP spid="34" grpId="2"/>
      <p:bldP spid="35" grpId="2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object-489">
            <a:extLst xmlns:a="http://schemas.openxmlformats.org/drawingml/2006/main">
              <a:ext uri="{FF2B5EF4-FFF2-40B4-BE49-F238E27FC236}">
                <a16:creationId xmlns:a16="http://schemas.microsoft.com/office/drawing/2014/main" id="{938ED91A-455C-4F56-876E-24A445C4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切到耳机：三方接力</a:t>
            </a:r>
          </a:p>
        </p:txBody>
      </p:sp>
      <p:sp>
        <p:nvSpPr>
          <p:cNvPr id="2" name="object-490">
            <a:extLst xmlns:a="http://schemas.openxmlformats.org/drawingml/2006/main">
              <a:ext uri="{FF2B5EF4-FFF2-40B4-BE49-F238E27FC236}">
                <a16:creationId xmlns:a16="http://schemas.microsoft.com/office/drawing/2014/main" id="{1F338824-31BD-47A8-8009-0DDB1FBA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三方接力换设备，节点不换人。</a:t>
            </a:r>
          </a:p>
        </p:txBody>
      </p:sp>
      <p:sp>
        <p:nvSpPr>
          <p:cNvPr id="3" name="object-491">
            <a:extLst xmlns:a="http://schemas.openxmlformats.org/drawingml/2006/main">
              <a:ext uri="{FF2B5EF4-FFF2-40B4-BE49-F238E27FC236}">
                <a16:creationId xmlns:a16="http://schemas.microsoft.com/office/drawing/2014/main" id="{2914E8A4-1E82-420D-BC05-E59221D7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492">
            <a:extLst xmlns:a="http://schemas.openxmlformats.org/drawingml/2006/main">
              <a:ext uri="{FF2B5EF4-FFF2-40B4-BE49-F238E27FC236}">
                <a16:creationId xmlns:a16="http://schemas.microsoft.com/office/drawing/2014/main" id="{8AE82C1A-A035-462B-AD72-6E07EF42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设备策略</a:t>
            </a:r>
          </a:p>
        </p:txBody>
      </p:sp>
      <p:sp>
        <p:nvSpPr>
          <p:cNvPr id="5" name="line-493">
            <a:extLst xmlns:a="http://schemas.openxmlformats.org/drawingml/2006/main">
              <a:ext uri="{FF2B5EF4-FFF2-40B4-BE49-F238E27FC236}">
                <a16:creationId xmlns:a16="http://schemas.microsoft.com/office/drawing/2014/main" id="{DCBAC37E-B051-47FE-B432-331F343F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6" name="object-494">
            <a:extLst xmlns:a="http://schemas.openxmlformats.org/drawingml/2006/main">
              <a:ext uri="{FF2B5EF4-FFF2-40B4-BE49-F238E27FC236}">
                <a16:creationId xmlns:a16="http://schemas.microsoft.com/office/drawing/2014/main" id="{40D00762-4ED0-40D2-8547-B62BDE4F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495">
            <a:extLst xmlns:a="http://schemas.openxmlformats.org/drawingml/2006/main">
              <a:ext uri="{FF2B5EF4-FFF2-40B4-BE49-F238E27FC236}">
                <a16:creationId xmlns:a16="http://schemas.microsoft.com/office/drawing/2014/main" id="{68987A31-A4DF-4100-83CA-09C654D0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管理器</a:t>
            </a:r>
          </a:p>
        </p:txBody>
      </p:sp>
      <p:sp>
        <p:nvSpPr>
          <p:cNvPr id="8" name="line-496">
            <a:extLst xmlns:a="http://schemas.openxmlformats.org/drawingml/2006/main">
              <a:ext uri="{FF2B5EF4-FFF2-40B4-BE49-F238E27FC236}">
                <a16:creationId xmlns:a16="http://schemas.microsoft.com/office/drawing/2014/main" id="{9FC4B0FD-70E2-481C-9CF7-055C2D22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497">
            <a:extLst xmlns:a="http://schemas.openxmlformats.org/drawingml/2006/main">
              <a:ext uri="{FF2B5EF4-FFF2-40B4-BE49-F238E27FC236}">
                <a16:creationId xmlns:a16="http://schemas.microsoft.com/office/drawing/2014/main" id="{007183CC-274F-40F5-9071-F6D6651F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498">
            <a:extLst xmlns:a="http://schemas.openxmlformats.org/drawingml/2006/main">
              <a:ext uri="{FF2B5EF4-FFF2-40B4-BE49-F238E27FC236}">
                <a16:creationId xmlns:a16="http://schemas.microsoft.com/office/drawing/2014/main" id="{585F87FF-15ED-4302-B566-08548528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旧设备 · 渲染侧</a:t>
            </a:r>
          </a:p>
        </p:txBody>
      </p:sp>
      <p:sp>
        <p:nvSpPr>
          <p:cNvPr id="11" name="line-499">
            <a:extLst xmlns:a="http://schemas.openxmlformats.org/drawingml/2006/main">
              <a:ext uri="{FF2B5EF4-FFF2-40B4-BE49-F238E27FC236}">
                <a16:creationId xmlns:a16="http://schemas.microsoft.com/office/drawing/2014/main" id="{22F2ACF9-2C3E-4B5A-86B7-B8B85647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2" name="object-500">
            <a:extLst xmlns:a="http://schemas.openxmlformats.org/drawingml/2006/main">
              <a:ext uri="{FF2B5EF4-FFF2-40B4-BE49-F238E27FC236}">
                <a16:creationId xmlns:a16="http://schemas.microsoft.com/office/drawing/2014/main" id="{0B1B8B66-21EB-4257-B3B0-03A196BB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501">
            <a:extLst xmlns:a="http://schemas.openxmlformats.org/drawingml/2006/main">
              <a:ext uri="{FF2B5EF4-FFF2-40B4-BE49-F238E27FC236}">
                <a16:creationId xmlns:a16="http://schemas.microsoft.com/office/drawing/2014/main" id="{D9DF1115-9C21-44C9-B700-811D7CD0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新设备 · 渲染侧</a:t>
            </a:r>
          </a:p>
        </p:txBody>
      </p:sp>
      <p:sp>
        <p:nvSpPr>
          <p:cNvPr id="14" name="line-502">
            <a:extLst xmlns:a="http://schemas.openxmlformats.org/drawingml/2006/main">
              <a:ext uri="{FF2B5EF4-FFF2-40B4-BE49-F238E27FC236}">
                <a16:creationId xmlns:a16="http://schemas.microsoft.com/office/drawing/2014/main" id="{65B24539-6326-41DA-90EC-973BE285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5" name="reveal1-object-503">
            <a:extLst xmlns:a="http://schemas.openxmlformats.org/drawingml/2006/main">
              <a:ext uri="{FF2B5EF4-FFF2-40B4-BE49-F238E27FC236}">
                <a16:creationId xmlns:a16="http://schemas.microsoft.com/office/drawing/2014/main" id="{1AE295A4-3F2E-4BD8-8DDE-D8DFA784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3050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目标已选定：耳机</a:t>
            </a:r>
          </a:p>
        </p:txBody>
      </p:sp>
      <p:sp>
        <p:nvSpPr>
          <p:cNvPr id="16" name="reveal1-line-504">
            <a:extLst xmlns:a="http://schemas.openxmlformats.org/drawingml/2006/main">
              <a:ext uri="{FF2B5EF4-FFF2-40B4-BE49-F238E27FC236}">
                <a16:creationId xmlns:a16="http://schemas.microsoft.com/office/drawing/2014/main" id="{72C2CAC8-A7E1-4255-AC77-5F4D3611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59080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7" name="reveal1-line-505">
            <a:extLst xmlns:a="http://schemas.openxmlformats.org/drawingml/2006/main">
              <a:ext uri="{FF2B5EF4-FFF2-40B4-BE49-F238E27FC236}">
                <a16:creationId xmlns:a16="http://schemas.microsoft.com/office/drawing/2014/main" id="{4BDC68FF-3D99-4472-BFAD-806C658F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2590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" name="reveal1-line-506">
            <a:extLst xmlns:a="http://schemas.openxmlformats.org/drawingml/2006/main">
              <a:ext uri="{FF2B5EF4-FFF2-40B4-BE49-F238E27FC236}">
                <a16:creationId xmlns:a16="http://schemas.microsoft.com/office/drawing/2014/main" id="{8EF93D75-9F06-42C4-96EC-2E046B58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2549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" name="reveal1-object-507">
            <a:extLst xmlns:a="http://schemas.openxmlformats.org/drawingml/2006/main">
              <a:ext uri="{FF2B5EF4-FFF2-40B4-BE49-F238E27FC236}">
                <a16:creationId xmlns:a16="http://schemas.microsoft.com/office/drawing/2014/main" id="{D32E32AA-E80D-456F-A384-CF1942E7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670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发起迁移</a:t>
            </a:r>
          </a:p>
        </p:txBody>
      </p:sp>
      <p:sp>
        <p:nvSpPr>
          <p:cNvPr id="20" name="reveal1-line-508">
            <a:extLst xmlns:a="http://schemas.openxmlformats.org/drawingml/2006/main">
              <a:ext uri="{FF2B5EF4-FFF2-40B4-BE49-F238E27FC236}">
                <a16:creationId xmlns:a16="http://schemas.microsoft.com/office/drawing/2014/main" id="{7C6AEB93-B465-428C-A6A0-DC99C94E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527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1" name="reveal1-line-509">
            <a:extLst xmlns:a="http://schemas.openxmlformats.org/drawingml/2006/main">
              <a:ext uri="{FF2B5EF4-FFF2-40B4-BE49-F238E27FC236}">
                <a16:creationId xmlns:a16="http://schemas.microsoft.com/office/drawing/2014/main" id="{0B4EA229-7D68-498D-8FCB-F8B93996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29527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2" name="reveal1-line-510">
            <a:extLst xmlns:a="http://schemas.openxmlformats.org/drawingml/2006/main">
              <a:ext uri="{FF2B5EF4-FFF2-40B4-BE49-F238E27FC236}">
                <a16:creationId xmlns:a16="http://schemas.microsoft.com/office/drawing/2014/main" id="{D122DEC9-D73A-457B-B2BA-2E55CCAF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29113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3" name="reveal1-object-511">
            <a:extLst xmlns:a="http://schemas.openxmlformats.org/drawingml/2006/main">
              <a:ext uri="{FF2B5EF4-FFF2-40B4-BE49-F238E27FC236}">
                <a16:creationId xmlns:a16="http://schemas.microsoft.com/office/drawing/2014/main" id="{D1EE76FC-6483-431C-9C71-2D22F564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181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摘除旧连接，节点带着状态保留</a:t>
            </a:r>
          </a:p>
        </p:txBody>
      </p:sp>
      <p:sp>
        <p:nvSpPr>
          <p:cNvPr id="24" name="reveal1-object-512">
            <a:extLst xmlns:a="http://schemas.openxmlformats.org/drawingml/2006/main">
              <a:ext uri="{FF2B5EF4-FFF2-40B4-BE49-F238E27FC236}">
                <a16:creationId xmlns:a16="http://schemas.microsoft.com/office/drawing/2014/main" id="{492379AE-697D-4C09-A3F3-377407A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6235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reveal1-object-513">
            <a:extLst xmlns:a="http://schemas.openxmlformats.org/drawingml/2006/main">
              <a:ext uri="{FF2B5EF4-FFF2-40B4-BE49-F238E27FC236}">
                <a16:creationId xmlns:a16="http://schemas.microsoft.com/office/drawing/2014/main" id="{9A4E8499-58DC-4F29-B1EC-A3C7B9D4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61950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 · 输入节点</a:t>
            </a:r>
          </a:p>
        </p:txBody>
      </p:sp>
      <p:sp>
        <p:nvSpPr>
          <p:cNvPr id="26" name="reveal1-object-514">
            <a:extLst xmlns:a="http://schemas.openxmlformats.org/drawingml/2006/main">
              <a:ext uri="{FF2B5EF4-FFF2-40B4-BE49-F238E27FC236}">
                <a16:creationId xmlns:a16="http://schemas.microsoft.com/office/drawing/2014/main" id="{5092F083-550F-494D-87FA-9FEBB2AB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195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交接：同一个输入节点</a:t>
            </a:r>
          </a:p>
        </p:txBody>
      </p:sp>
      <p:sp>
        <p:nvSpPr>
          <p:cNvPr id="27" name="reveal1-line-515">
            <a:extLst xmlns:a="http://schemas.openxmlformats.org/drawingml/2006/main">
              <a:ext uri="{FF2B5EF4-FFF2-40B4-BE49-F238E27FC236}">
                <a16:creationId xmlns:a16="http://schemas.microsoft.com/office/drawing/2014/main" id="{37988314-AE70-421A-A234-278E2202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305300"/>
            <a:ext cx="2809875" cy="9525"/>
          </a:xfrm>
          <a:custGeom xmlns:a="http://schemas.openxmlformats.org/drawingml/2006/main">
            <a:pathLst>
              <a:path w="2809875" h="9525">
                <a:moveTo>
                  <a:pt x="2809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reveal1-line-516">
            <a:extLst xmlns:a="http://schemas.openxmlformats.org/drawingml/2006/main">
              <a:ext uri="{FF2B5EF4-FFF2-40B4-BE49-F238E27FC236}">
                <a16:creationId xmlns:a16="http://schemas.microsoft.com/office/drawing/2014/main" id="{88BD9B59-9268-4741-811A-63E26A46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26387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9" name="reveal1-line-517">
            <a:extLst xmlns:a="http://schemas.openxmlformats.org/drawingml/2006/main">
              <a:ext uri="{FF2B5EF4-FFF2-40B4-BE49-F238E27FC236}">
                <a16:creationId xmlns:a16="http://schemas.microsoft.com/office/drawing/2014/main" id="{09B8EFEB-C659-445B-A317-C59E576F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30530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0" name="reveal2-object-518">
            <a:extLst xmlns:a="http://schemas.openxmlformats.org/drawingml/2006/main">
              <a:ext uri="{FF2B5EF4-FFF2-40B4-BE49-F238E27FC236}">
                <a16:creationId xmlns:a16="http://schemas.microsoft.com/office/drawing/2014/main" id="{EEA68B26-F055-4E81-A99A-4F21F6ED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76750"/>
            <a:ext cx="546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节点交接到目标侧</a:t>
            </a:r>
          </a:p>
        </p:txBody>
      </p:sp>
      <p:sp>
        <p:nvSpPr>
          <p:cNvPr id="31" name="reveal2-line-519">
            <a:extLst xmlns:a="http://schemas.openxmlformats.org/drawingml/2006/main">
              <a:ext uri="{FF2B5EF4-FFF2-40B4-BE49-F238E27FC236}">
                <a16:creationId xmlns:a16="http://schemas.microsoft.com/office/drawing/2014/main" id="{BA01E495-0582-4D6F-B132-BD053AEE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762500"/>
            <a:ext cx="5619750" cy="9525"/>
          </a:xfrm>
          <a:custGeom xmlns:a="http://schemas.openxmlformats.org/drawingml/2006/main">
            <a:pathLst>
              <a:path w="5619750" h="952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2" name="reveal2-line-520">
            <a:extLst xmlns:a="http://schemas.openxmlformats.org/drawingml/2006/main">
              <a:ext uri="{FF2B5EF4-FFF2-40B4-BE49-F238E27FC236}">
                <a16:creationId xmlns:a16="http://schemas.microsoft.com/office/drawing/2014/main" id="{90DAD254-65C2-4CFD-AA77-47329523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47625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3" name="reveal2-line-521">
            <a:extLst xmlns:a="http://schemas.openxmlformats.org/drawingml/2006/main">
              <a:ext uri="{FF2B5EF4-FFF2-40B4-BE49-F238E27FC236}">
                <a16:creationId xmlns:a16="http://schemas.microsoft.com/office/drawing/2014/main" id="{D62022B3-BD7F-4E5A-BC96-99AF8454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47210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4" name="reveal2-object-522">
            <a:extLst xmlns:a="http://schemas.openxmlformats.org/drawingml/2006/main">
              <a:ext uri="{FF2B5EF4-FFF2-40B4-BE49-F238E27FC236}">
                <a16:creationId xmlns:a16="http://schemas.microsoft.com/office/drawing/2014/main" id="{EA933904-0C5B-4FE8-BEF6-460B04DF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010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改设备信息、调帧长，运行中才接入</a:t>
            </a:r>
          </a:p>
        </p:txBody>
      </p:sp>
      <p:sp>
        <p:nvSpPr>
          <p:cNvPr id="35" name="reveal2-object-523">
            <a:extLst xmlns:a="http://schemas.openxmlformats.org/drawingml/2006/main">
              <a:ext uri="{FF2B5EF4-FFF2-40B4-BE49-F238E27FC236}">
                <a16:creationId xmlns:a16="http://schemas.microsoft.com/office/drawing/2014/main" id="{A380FFC3-5EBC-431E-BA60-567C7FB7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3911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归属更新：耳机</a:t>
            </a:r>
          </a:p>
        </p:txBody>
      </p:sp>
      <p:sp>
        <p:nvSpPr>
          <p:cNvPr id="36" name="reveal2-line-524">
            <a:extLst xmlns:a="http://schemas.openxmlformats.org/drawingml/2006/main">
              <a:ext uri="{FF2B5EF4-FFF2-40B4-BE49-F238E27FC236}">
                <a16:creationId xmlns:a16="http://schemas.microsoft.com/office/drawing/2014/main" id="{F0A50A1E-9F04-4BF9-AFB9-78B7583B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76900"/>
            <a:ext cx="2809875" cy="9525"/>
          </a:xfrm>
          <a:custGeom xmlns:a="http://schemas.openxmlformats.org/drawingml/2006/main">
            <a:pathLst>
              <a:path w="2809875" h="9525">
                <a:moveTo>
                  <a:pt x="2809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7" name="reveal2-line-525">
            <a:extLst xmlns:a="http://schemas.openxmlformats.org/drawingml/2006/main">
              <a:ext uri="{FF2B5EF4-FFF2-40B4-BE49-F238E27FC236}">
                <a16:creationId xmlns:a16="http://schemas.microsoft.com/office/drawing/2014/main" id="{FDA1C609-03BD-43D3-961C-D61AA1D2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3547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8" name="reveal2-line-526">
            <a:extLst xmlns:a="http://schemas.openxmlformats.org/drawingml/2006/main">
              <a:ext uri="{FF2B5EF4-FFF2-40B4-BE49-F238E27FC236}">
                <a16:creationId xmlns:a16="http://schemas.microsoft.com/office/drawing/2014/main" id="{D11CD0AF-E50B-46A4-B900-E14ACFCC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7690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9" name="reveal2-object-527">
            <a:extLst xmlns:a="http://schemas.openxmlformats.org/drawingml/2006/main">
              <a:ext uri="{FF2B5EF4-FFF2-40B4-BE49-F238E27FC236}">
                <a16:creationId xmlns:a16="http://schemas.microsoft.com/office/drawing/2014/main" id="{F24FDA19-4436-48B6-AE3C-A7298C0D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节点不换人，参数跟设备走：音乐 A 全程是同一路。</a:t>
            </a:r>
          </a:p>
        </p:txBody>
      </p:sp>
      <p:sp>
        <p:nvSpPr>
          <p:cNvPr id="40" name="object-528">
            <a:extLst xmlns:a="http://schemas.openxmlformats.org/drawingml/2006/main">
              <a:ext uri="{FF2B5EF4-FFF2-40B4-BE49-F238E27FC236}">
                <a16:creationId xmlns:a16="http://schemas.microsoft.com/office/drawing/2014/main" id="{484F2495-FB72-4942-BB65-43758250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时序为普通迁移路径示意。</a:t>
            </a:r>
          </a:p>
        </p:txBody>
      </p:sp>
      <p:sp>
        <p:nvSpPr>
          <p:cNvPr id="41" name="object-529">
            <a:extLst xmlns:a="http://schemas.openxmlformats.org/drawingml/2006/main">
              <a:ext uri="{FF2B5EF4-FFF2-40B4-BE49-F238E27FC236}">
                <a16:creationId xmlns:a16="http://schemas.microsoft.com/office/drawing/2014/main" id="{66CF02CF-9C37-44C5-A738-6685B70C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11160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  <p:bldP spid="30" grpId="2"/>
      <p:bldP spid="31" grpId="2"/>
      <p:bldP spid="32" grpId="2"/>
      <p:bldP spid="33" grpId="2"/>
      <p:bldP spid="34" grpId="2"/>
      <p:bldP spid="35" grpId="2"/>
      <p:bldP spid="36" grpId="2"/>
      <p:bldP spid="37" grpId="2"/>
      <p:bldP spid="38" grpId="2"/>
      <p:bldP spid="39" grpId="2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object-530">
            <a:extLst xmlns:a="http://schemas.openxmlformats.org/drawingml/2006/main">
              <a:ext uri="{FF2B5EF4-FFF2-40B4-BE49-F238E27FC236}">
                <a16:creationId xmlns:a16="http://schemas.microsoft.com/office/drawing/2014/main" id="{979382A9-542B-4DA1-AB71-EF81F6A1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三个保证，落在代码的哪里？</a:t>
            </a:r>
          </a:p>
        </p:txBody>
      </p:sp>
      <p:sp>
        <p:nvSpPr>
          <p:cNvPr id="2" name="object-531">
            <a:extLst xmlns:a="http://schemas.openxmlformats.org/drawingml/2006/main">
              <a:ext uri="{FF2B5EF4-FFF2-40B4-BE49-F238E27FC236}">
                <a16:creationId xmlns:a16="http://schemas.microsoft.com/office/drawing/2014/main" id="{E533D1FB-C532-4F4F-8A0B-BB605B9C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三个保证不是设计愿望，各有具体落点。</a:t>
            </a:r>
          </a:p>
        </p:txBody>
      </p:sp>
      <p:sp>
        <p:nvSpPr>
          <p:cNvPr id="3" name="object-532">
            <a:extLst xmlns:a="http://schemas.openxmlformats.org/drawingml/2006/main">
              <a:ext uri="{FF2B5EF4-FFF2-40B4-BE49-F238E27FC236}">
                <a16:creationId xmlns:a16="http://schemas.microsoft.com/office/drawing/2014/main" id="{001D9D1F-14EE-4D0C-97B5-FB195274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669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引擎的保证</a:t>
            </a:r>
          </a:p>
        </p:txBody>
      </p:sp>
      <p:sp>
        <p:nvSpPr>
          <p:cNvPr id="4" name="object-533">
            <a:extLst xmlns:a="http://schemas.openxmlformats.org/drawingml/2006/main">
              <a:ext uri="{FF2B5EF4-FFF2-40B4-BE49-F238E27FC236}">
                <a16:creationId xmlns:a16="http://schemas.microsoft.com/office/drawing/2014/main" id="{9AE0A03D-403D-4874-A45D-FD443AFC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669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代码里的落点</a:t>
            </a:r>
          </a:p>
        </p:txBody>
      </p:sp>
      <p:sp>
        <p:nvSpPr>
          <p:cNvPr id="5" name="reveal1-object-534">
            <a:extLst xmlns:a="http://schemas.openxmlformats.org/drawingml/2006/main">
              <a:ext uri="{FF2B5EF4-FFF2-40B4-BE49-F238E27FC236}">
                <a16:creationId xmlns:a16="http://schemas.microsoft.com/office/drawing/2014/main" id="{1BDC68EE-7335-4E71-8680-D3C870DF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6" name="reveal1-object-535">
            <a:extLst xmlns:a="http://schemas.openxmlformats.org/drawingml/2006/main">
              <a:ext uri="{FF2B5EF4-FFF2-40B4-BE49-F238E27FC236}">
                <a16:creationId xmlns:a16="http://schemas.microsoft.com/office/drawing/2014/main" id="{5E698DDB-3337-4B3A-A492-8C5FF791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171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veal1-object-536">
            <a:extLst xmlns:a="http://schemas.openxmlformats.org/drawingml/2006/main">
              <a:ext uri="{FF2B5EF4-FFF2-40B4-BE49-F238E27FC236}">
                <a16:creationId xmlns:a16="http://schemas.microsoft.com/office/drawing/2014/main" id="{1862AD4B-D142-4DF5-A552-517586D2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288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渐变挂在增益节点上，逐帧执行</a:t>
            </a:r>
          </a:p>
        </p:txBody>
      </p:sp>
      <p:sp>
        <p:nvSpPr>
          <p:cNvPr id="8" name="reveal1-object-537">
            <a:extLst xmlns:a="http://schemas.openxmlformats.org/drawingml/2006/main">
              <a:ext uri="{FF2B5EF4-FFF2-40B4-BE49-F238E27FC236}">
                <a16:creationId xmlns:a16="http://schemas.microsoft.com/office/drawing/2014/main" id="{0DB4657A-CCD3-43AF-9438-97F40BD9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098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做完才回调收尾，收尾再排队</a:t>
            </a:r>
          </a:p>
        </p:txBody>
      </p:sp>
      <p:sp>
        <p:nvSpPr>
          <p:cNvPr id="9" name="reveal1-object-538">
            <a:extLst xmlns:a="http://schemas.openxmlformats.org/drawingml/2006/main">
              <a:ext uri="{FF2B5EF4-FFF2-40B4-BE49-F238E27FC236}">
                <a16:creationId xmlns:a16="http://schemas.microsoft.com/office/drawing/2014/main" id="{0EE3C54B-F483-4024-BEA8-71BEA6FB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10" name="reveal1-object-539">
            <a:extLst xmlns:a="http://schemas.openxmlformats.org/drawingml/2006/main">
              <a:ext uri="{FF2B5EF4-FFF2-40B4-BE49-F238E27FC236}">
                <a16:creationId xmlns:a16="http://schemas.microsoft.com/office/drawing/2014/main" id="{FA5C7AE9-5A35-4F9C-B757-B243C5A5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146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veal1-object-540">
            <a:extLst xmlns:a="http://schemas.openxmlformats.org/drawingml/2006/main">
              <a:ext uri="{FF2B5EF4-FFF2-40B4-BE49-F238E27FC236}">
                <a16:creationId xmlns:a16="http://schemas.microsoft.com/office/drawing/2014/main" id="{BFBFD8EF-3B37-458B-99C5-E4DDC1E6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97180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第一步就把状态改成“运行中”</a:t>
            </a:r>
          </a:p>
        </p:txBody>
      </p:sp>
      <p:sp>
        <p:nvSpPr>
          <p:cNvPr id="12" name="reveal1-object-541">
            <a:extLst xmlns:a="http://schemas.openxmlformats.org/drawingml/2006/main">
              <a:ext uri="{FF2B5EF4-FFF2-40B4-BE49-F238E27FC236}">
                <a16:creationId xmlns:a16="http://schemas.microsoft.com/office/drawing/2014/main" id="{C142B235-4E14-409D-8747-7C690D34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527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旧收尾首行检查它，已运行即返回</a:t>
            </a:r>
          </a:p>
        </p:txBody>
      </p:sp>
      <p:sp>
        <p:nvSpPr>
          <p:cNvPr id="13" name="reveal2-object-542">
            <a:extLst xmlns:a="http://schemas.openxmlformats.org/drawingml/2006/main">
              <a:ext uri="{FF2B5EF4-FFF2-40B4-BE49-F238E27FC236}">
                <a16:creationId xmlns:a16="http://schemas.microsoft.com/office/drawing/2014/main" id="{FAD299C4-6C83-458C-BE52-AB6C2BBC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rPr>
              <a:t>淡入时机</a:t>
            </a:r>
          </a:p>
        </p:txBody>
      </p:sp>
      <p:sp>
        <p:nvSpPr>
          <p:cNvPr id="14" name="reveal2-object-543">
            <a:extLst xmlns:a="http://schemas.openxmlformats.org/drawingml/2006/main">
              <a:ext uri="{FF2B5EF4-FFF2-40B4-BE49-F238E27FC236}">
                <a16:creationId xmlns:a16="http://schemas.microsoft.com/office/drawing/2014/main" id="{6A13407B-6CDD-4A9A-97C1-082BC60E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veal2-object-544">
            <a:extLst xmlns:a="http://schemas.openxmlformats.org/drawingml/2006/main">
              <a:ext uri="{FF2B5EF4-FFF2-40B4-BE49-F238E27FC236}">
                <a16:creationId xmlns:a16="http://schemas.microsoft.com/office/drawing/2014/main" id="{C4CE54D7-9C4E-460C-9BCF-AE6172EC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接通后立刻挂淡入，再启动音效</a:t>
            </a:r>
          </a:p>
        </p:txBody>
      </p:sp>
      <p:sp>
        <p:nvSpPr>
          <p:cNvPr id="16" name="reveal2-object-545">
            <a:extLst xmlns:a="http://schemas.openxmlformats.org/drawingml/2006/main">
              <a:ext uri="{FF2B5EF4-FFF2-40B4-BE49-F238E27FC236}">
                <a16:creationId xmlns:a16="http://schemas.microsoft.com/office/drawing/2014/main" id="{741C82BB-D85F-4A2C-B49B-43F85FBD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957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注释写明：晚了会漏全音量数据帧</a:t>
            </a:r>
          </a:p>
        </p:txBody>
      </p:sp>
      <p:sp>
        <p:nvSpPr>
          <p:cNvPr id="17" name="reveal2-object-546">
            <a:extLst xmlns:a="http://schemas.openxmlformats.org/drawingml/2006/main">
              <a:ext uri="{FF2B5EF4-FFF2-40B4-BE49-F238E27FC236}">
                <a16:creationId xmlns:a16="http://schemas.microsoft.com/office/drawing/2014/main" id="{9E31A38B-3541-405F-9230-28D33D14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切耳机</a:t>
            </a:r>
          </a:p>
        </p:txBody>
      </p:sp>
      <p:sp>
        <p:nvSpPr>
          <p:cNvPr id="18" name="reveal2-object-547">
            <a:extLst xmlns:a="http://schemas.openxmlformats.org/drawingml/2006/main">
              <a:ext uri="{FF2B5EF4-FFF2-40B4-BE49-F238E27FC236}">
                <a16:creationId xmlns:a16="http://schemas.microsoft.com/office/drawing/2014/main" id="{AF26DC30-DFF8-4594-8304-4DA076EA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4005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2-object-548">
            <a:extLst xmlns:a="http://schemas.openxmlformats.org/drawingml/2006/main">
              <a:ext uri="{FF2B5EF4-FFF2-40B4-BE49-F238E27FC236}">
                <a16:creationId xmlns:a16="http://schemas.microsoft.com/office/drawing/2014/main" id="{DEF00D1F-37C0-4374-93DC-84E7DFF3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45770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节点带状态交接，目标侧调帧长</a:t>
            </a:r>
          </a:p>
        </p:txBody>
      </p:sp>
      <p:sp>
        <p:nvSpPr>
          <p:cNvPr id="20" name="reveal2-object-549">
            <a:extLst xmlns:a="http://schemas.openxmlformats.org/drawingml/2006/main">
              <a:ext uri="{FF2B5EF4-FFF2-40B4-BE49-F238E27FC236}">
                <a16:creationId xmlns:a16="http://schemas.microsoft.com/office/drawing/2014/main" id="{F3303B37-4B92-459F-B149-424D6B72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386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只有运行中的会话才接入新链</a:t>
            </a:r>
          </a:p>
        </p:txBody>
      </p:sp>
      <p:sp>
        <p:nvSpPr>
          <p:cNvPr id="21" name="reveal2-object-550">
            <a:extLst xmlns:a="http://schemas.openxmlformats.org/drawingml/2006/main">
              <a:ext uri="{FF2B5EF4-FFF2-40B4-BE49-F238E27FC236}">
                <a16:creationId xmlns:a16="http://schemas.microsoft.com/office/drawing/2014/main" id="{CA9E18F0-4E06-4E51-8109-DBDF6ED1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一个状态标志、一行状态检查、一个先后顺序、一次参数调整，</a:t>
            </a:r>
          </a:p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复杂性摊开看，是这些小保证的叠加。</a:t>
            </a:r>
          </a:p>
        </p:txBody>
      </p:sp>
      <p:sp>
        <p:nvSpPr>
          <p:cNvPr id="22" name="object-551">
            <a:extLst xmlns:a="http://schemas.openxmlformats.org/drawingml/2006/main">
              <a:ext uri="{FF2B5EF4-FFF2-40B4-BE49-F238E27FC236}">
                <a16:creationId xmlns:a16="http://schemas.microsoft.com/office/drawing/2014/main" id="{B9AFBA92-6CDA-4769-8765-960A6972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左列为引擎行为，右列为代码落点；行号见讲稿附录。</a:t>
            </a:r>
          </a:p>
        </p:txBody>
      </p:sp>
      <p:sp>
        <p:nvSpPr>
          <p:cNvPr id="23" name="object-552">
            <a:extLst xmlns:a="http://schemas.openxmlformats.org/drawingml/2006/main">
              <a:ext uri="{FF2B5EF4-FFF2-40B4-BE49-F238E27FC236}">
                <a16:creationId xmlns:a16="http://schemas.microsoft.com/office/drawing/2014/main" id="{33457C3D-2439-4653-816C-AFC9E947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913611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1"/>
      <p:bldP spid="7" grpId="1"/>
      <p:bldP spid="8" grpId="1"/>
      <p:bldP spid="9" grpId="1"/>
      <p:bldP spid="10" grpId="1"/>
      <p:bldP spid="11" grpId="1"/>
      <p:bldP spid="12" grpId="1"/>
      <p:bldP spid="13" grpId="2"/>
      <p:bldP spid="14" grpId="2"/>
      <p:bldP spid="15" grpId="2"/>
      <p:bldP spid="16" grpId="2"/>
      <p:bldP spid="17" grpId="2"/>
      <p:bldP spid="18" grpId="2"/>
      <p:bldP spid="19" grpId="2"/>
      <p:bldP spid="20" grpId="2"/>
      <p:bldP spid="21" grpId="2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object-553">
            <a:extLst xmlns:a="http://schemas.openxmlformats.org/drawingml/2006/main">
              <a:ext uri="{FF2B5EF4-FFF2-40B4-BE49-F238E27FC236}">
                <a16:creationId xmlns:a16="http://schemas.microsoft.com/office/drawing/2014/main" id="{D33AFDC5-AD69-4341-8447-7D113660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再看这三个操作</a:t>
            </a:r>
          </a:p>
        </p:txBody>
      </p:sp>
      <p:sp>
        <p:nvSpPr>
          <p:cNvPr id="2" name="object-554">
            <a:extLst xmlns:a="http://schemas.openxmlformats.org/drawingml/2006/main">
              <a:ext uri="{FF2B5EF4-FFF2-40B4-BE49-F238E27FC236}">
                <a16:creationId xmlns:a16="http://schemas.microsoft.com/office/drawing/2014/main" id="{7F9618E6-F469-4BAD-8F1B-9BA7E4F6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回到这一路音乐，三个操作分别改变了什么？</a:t>
            </a:r>
          </a:p>
        </p:txBody>
      </p:sp>
      <p:sp>
        <p:nvSpPr>
          <p:cNvPr id="3" name="object-555">
            <a:extLst xmlns:a="http://schemas.openxmlformats.org/drawingml/2006/main">
              <a:ext uri="{FF2B5EF4-FFF2-40B4-BE49-F238E27FC236}">
                <a16:creationId xmlns:a16="http://schemas.microsoft.com/office/drawing/2014/main" id="{98CB1F1F-0C5A-4492-8FDB-72AE8CF7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556">
            <a:extLst xmlns:a="http://schemas.openxmlformats.org/drawingml/2006/main">
              <a:ext uri="{FF2B5EF4-FFF2-40B4-BE49-F238E27FC236}">
                <a16:creationId xmlns:a16="http://schemas.microsoft.com/office/drawing/2014/main" id="{1D317EAA-AD25-4C07-B9AC-92E260B0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5" name="line-557">
            <a:extLst xmlns:a="http://schemas.openxmlformats.org/drawingml/2006/main">
              <a:ext uri="{FF2B5EF4-FFF2-40B4-BE49-F238E27FC236}">
                <a16:creationId xmlns:a16="http://schemas.microsoft.com/office/drawing/2014/main" id="{33D9FDBE-98EC-4536-B168-6C2E6C33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48025"/>
            <a:ext cx="723900" cy="9525"/>
          </a:xfrm>
          <a:custGeom xmlns:a="http://schemas.openxmlformats.org/drawingml/2006/main">
            <a:pathLst>
              <a:path w="723900" h="9525">
                <a:moveTo>
                  <a:pt x="0" y="0"/>
                </a:moveTo>
                <a:lnTo>
                  <a:pt x="72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" name="line-558">
            <a:extLst xmlns:a="http://schemas.openxmlformats.org/drawingml/2006/main">
              <a:ext uri="{FF2B5EF4-FFF2-40B4-BE49-F238E27FC236}">
                <a16:creationId xmlns:a16="http://schemas.microsoft.com/office/drawing/2014/main" id="{AAF6B858-5A09-4337-AD0C-CC611A10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32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7" name="line-559">
            <a:extLst xmlns:a="http://schemas.openxmlformats.org/drawingml/2006/main">
              <a:ext uri="{FF2B5EF4-FFF2-40B4-BE49-F238E27FC236}">
                <a16:creationId xmlns:a16="http://schemas.microsoft.com/office/drawing/2014/main" id="{5F460443-63B7-40F2-84CC-140C0025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32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8" name="object-560">
            <a:extLst xmlns:a="http://schemas.openxmlformats.org/drawingml/2006/main">
              <a:ext uri="{FF2B5EF4-FFF2-40B4-BE49-F238E27FC236}">
                <a16:creationId xmlns:a16="http://schemas.microsoft.com/office/drawing/2014/main" id="{91F55F2F-F4F5-4617-A4F0-C7A3E572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24175"/>
            <a:ext cx="1666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9" name="object-561">
            <a:extLst xmlns:a="http://schemas.openxmlformats.org/drawingml/2006/main">
              <a:ext uri="{FF2B5EF4-FFF2-40B4-BE49-F238E27FC236}">
                <a16:creationId xmlns:a16="http://schemas.microsoft.com/office/drawing/2014/main" id="{A4CA55F1-75C2-436E-82BA-378B87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562">
            <a:extLst xmlns:a="http://schemas.openxmlformats.org/drawingml/2006/main">
              <a:ext uri="{FF2B5EF4-FFF2-40B4-BE49-F238E27FC236}">
                <a16:creationId xmlns:a16="http://schemas.microsoft.com/office/drawing/2014/main" id="{191876DB-6A65-4B31-B9B8-50BB2D47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563">
            <a:extLst xmlns:a="http://schemas.openxmlformats.org/drawingml/2006/main">
              <a:ext uri="{FF2B5EF4-FFF2-40B4-BE49-F238E27FC236}">
                <a16:creationId xmlns:a16="http://schemas.microsoft.com/office/drawing/2014/main" id="{AEB8B14B-3995-4867-8E79-5EEE9A78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564">
            <a:extLst xmlns:a="http://schemas.openxmlformats.org/drawingml/2006/main">
              <a:ext uri="{FF2B5EF4-FFF2-40B4-BE49-F238E27FC236}">
                <a16:creationId xmlns:a16="http://schemas.microsoft.com/office/drawing/2014/main" id="{B474C8CE-5B8D-4549-B62A-9EAFFBE3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565">
            <a:extLst xmlns:a="http://schemas.openxmlformats.org/drawingml/2006/main">
              <a:ext uri="{FF2B5EF4-FFF2-40B4-BE49-F238E27FC236}">
                <a16:creationId xmlns:a16="http://schemas.microsoft.com/office/drawing/2014/main" id="{4A35F3D0-E63E-45F8-AFE2-68D3A7A2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924175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bject-566">
            <a:extLst xmlns:a="http://schemas.openxmlformats.org/drawingml/2006/main">
              <a:ext uri="{FF2B5EF4-FFF2-40B4-BE49-F238E27FC236}">
                <a16:creationId xmlns:a16="http://schemas.microsoft.com/office/drawing/2014/main" id="{9BA1C80C-4EC3-437E-B70A-28EA3508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98132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增益与音效</a:t>
            </a:r>
          </a:p>
        </p:txBody>
      </p:sp>
      <p:sp>
        <p:nvSpPr>
          <p:cNvPr id="15" name="object-567">
            <a:extLst xmlns:a="http://schemas.openxmlformats.org/drawingml/2006/main">
              <a:ext uri="{FF2B5EF4-FFF2-40B4-BE49-F238E27FC236}">
                <a16:creationId xmlns:a16="http://schemas.microsoft.com/office/drawing/2014/main" id="{7F436649-CDC5-4DD8-A5B1-5A7A074A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924175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bject-568">
            <a:extLst xmlns:a="http://schemas.openxmlformats.org/drawingml/2006/main">
              <a:ext uri="{FF2B5EF4-FFF2-40B4-BE49-F238E27FC236}">
                <a16:creationId xmlns:a16="http://schemas.microsoft.com/office/drawing/2014/main" id="{8FA72BD3-43AC-45BF-9072-D9F88BBC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设备处理链</a:t>
            </a:r>
          </a:p>
        </p:txBody>
      </p:sp>
      <p:sp>
        <p:nvSpPr>
          <p:cNvPr id="17" name="line-569">
            <a:extLst xmlns:a="http://schemas.openxmlformats.org/drawingml/2006/main">
              <a:ext uri="{FF2B5EF4-FFF2-40B4-BE49-F238E27FC236}">
                <a16:creationId xmlns:a16="http://schemas.microsoft.com/office/drawing/2014/main" id="{576DBEE7-4DC0-4286-8B11-3D1516E9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248025"/>
            <a:ext cx="762000" cy="9525"/>
          </a:xfrm>
          <a:custGeom xmlns:a="http://schemas.openxmlformats.org/drawingml/2006/main"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8" name="line-570">
            <a:extLst xmlns:a="http://schemas.openxmlformats.org/drawingml/2006/main">
              <a:ext uri="{FF2B5EF4-FFF2-40B4-BE49-F238E27FC236}">
                <a16:creationId xmlns:a16="http://schemas.microsoft.com/office/drawing/2014/main" id="{4E953D8D-B919-4FE5-8962-CCBFE808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9" name="line-571">
            <a:extLst xmlns:a="http://schemas.openxmlformats.org/drawingml/2006/main">
              <a:ext uri="{FF2B5EF4-FFF2-40B4-BE49-F238E27FC236}">
                <a16:creationId xmlns:a16="http://schemas.microsoft.com/office/drawing/2014/main" id="{9B93382A-492F-4F00-A01D-95388A94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0" name="line-572">
            <a:extLst xmlns:a="http://schemas.openxmlformats.org/drawingml/2006/main">
              <a:ext uri="{FF2B5EF4-FFF2-40B4-BE49-F238E27FC236}">
                <a16:creationId xmlns:a16="http://schemas.microsoft.com/office/drawing/2014/main" id="{0370B2AB-F634-4164-8FAF-77B5564A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248025"/>
            <a:ext cx="1409700" cy="9525"/>
          </a:xfrm>
          <a:custGeom xmlns:a="http://schemas.openxmlformats.org/drawingml/2006/main"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1" name="line-573">
            <a:extLst xmlns:a="http://schemas.openxmlformats.org/drawingml/2006/main">
              <a:ext uri="{FF2B5EF4-FFF2-40B4-BE49-F238E27FC236}">
                <a16:creationId xmlns:a16="http://schemas.microsoft.com/office/drawing/2014/main" id="{E82247D0-DABE-4C4E-B28A-9C27138E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57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2" name="line-574">
            <a:extLst xmlns:a="http://schemas.openxmlformats.org/drawingml/2006/main">
              <a:ext uri="{FF2B5EF4-FFF2-40B4-BE49-F238E27FC236}">
                <a16:creationId xmlns:a16="http://schemas.microsoft.com/office/drawing/2014/main" id="{314BF263-C15E-462A-B49E-8353F3FB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57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3" name="line-575">
            <a:extLst xmlns:a="http://schemas.openxmlformats.org/drawingml/2006/main">
              <a:ext uri="{FF2B5EF4-FFF2-40B4-BE49-F238E27FC236}">
                <a16:creationId xmlns:a16="http://schemas.microsoft.com/office/drawing/2014/main" id="{528616A2-0576-471A-944F-B915683C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248025"/>
            <a:ext cx="1019175" cy="9525"/>
          </a:xfrm>
          <a:custGeom xmlns:a="http://schemas.openxmlformats.org/drawingml/2006/main">
            <a:pathLst>
              <a:path w="1019175" h="9525">
                <a:moveTo>
                  <a:pt x="0" y="0"/>
                </a:moveTo>
                <a:lnTo>
                  <a:pt x="1019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4" name="line-576">
            <a:extLst xmlns:a="http://schemas.openxmlformats.org/drawingml/2006/main">
              <a:ext uri="{FF2B5EF4-FFF2-40B4-BE49-F238E27FC236}">
                <a16:creationId xmlns:a16="http://schemas.microsoft.com/office/drawing/2014/main" id="{EC7B70F3-C01E-41BE-AD24-6F1A10E8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32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5" name="line-577">
            <a:extLst xmlns:a="http://schemas.openxmlformats.org/drawingml/2006/main">
              <a:ext uri="{FF2B5EF4-FFF2-40B4-BE49-F238E27FC236}">
                <a16:creationId xmlns:a16="http://schemas.microsoft.com/office/drawing/2014/main" id="{3625117B-988B-4984-A976-22B3DD8A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32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reveal1-object-578">
            <a:extLst xmlns:a="http://schemas.openxmlformats.org/drawingml/2006/main">
              <a:ext uri="{FF2B5EF4-FFF2-40B4-BE49-F238E27FC236}">
                <a16:creationId xmlns:a16="http://schemas.microsoft.com/office/drawing/2014/main" id="{85F166A7-E158-4FCA-94F3-2AADEB3A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27" name="reveal1-object-579">
            <a:extLst xmlns:a="http://schemas.openxmlformats.org/drawingml/2006/main">
              <a:ext uri="{FF2B5EF4-FFF2-40B4-BE49-F238E27FC236}">
                <a16:creationId xmlns:a16="http://schemas.microsoft.com/office/drawing/2014/main" id="{1E3D2F21-BC61-400D-B690-4C7ED050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3095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完成淡出，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再断开输入。</a:t>
            </a:r>
          </a:p>
        </p:txBody>
      </p:sp>
      <p:sp>
        <p:nvSpPr>
          <p:cNvPr id="28" name="reveal1-object-580">
            <a:extLst xmlns:a="http://schemas.openxmlformats.org/drawingml/2006/main">
              <a:ext uri="{FF2B5EF4-FFF2-40B4-BE49-F238E27FC236}">
                <a16:creationId xmlns:a16="http://schemas.microsoft.com/office/drawing/2014/main" id="{1EEED75A-0FE5-45D2-AEE6-E6F784DC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2432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29" name="reveal1-object-581">
            <a:extLst xmlns:a="http://schemas.openxmlformats.org/drawingml/2006/main">
              <a:ext uri="{FF2B5EF4-FFF2-40B4-BE49-F238E27FC236}">
                <a16:creationId xmlns:a16="http://schemas.microsoft.com/office/drawing/2014/main" id="{A42D879E-BCE6-431C-B62B-36020A83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00575"/>
            <a:ext cx="3095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执行旧请求前，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确认是否已恢复。</a:t>
            </a:r>
          </a:p>
        </p:txBody>
      </p:sp>
      <p:sp>
        <p:nvSpPr>
          <p:cNvPr id="30" name="reveal1-object-582">
            <a:extLst xmlns:a="http://schemas.openxmlformats.org/drawingml/2006/main">
              <a:ext uri="{FF2B5EF4-FFF2-40B4-BE49-F238E27FC236}">
                <a16:creationId xmlns:a16="http://schemas.microsoft.com/office/drawing/2014/main" id="{E900784A-9688-4DF4-9B04-D34E6473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243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切耳机</a:t>
            </a:r>
          </a:p>
        </p:txBody>
      </p:sp>
      <p:sp>
        <p:nvSpPr>
          <p:cNvPr id="31" name="reveal1-object-583">
            <a:extLst xmlns:a="http://schemas.openxmlformats.org/drawingml/2006/main">
              <a:ext uri="{FF2B5EF4-FFF2-40B4-BE49-F238E27FC236}">
                <a16:creationId xmlns:a16="http://schemas.microsoft.com/office/drawing/2014/main" id="{E14F0BBB-6B8F-4BD6-8417-D54599B6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600575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交接同一个会话，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接入目标设备链。</a:t>
            </a:r>
          </a:p>
        </p:txBody>
      </p:sp>
      <p:sp>
        <p:nvSpPr>
          <p:cNvPr id="32" name="reveal2-line-584">
            <a:extLst xmlns:a="http://schemas.openxmlformats.org/drawingml/2006/main">
              <a:ext uri="{FF2B5EF4-FFF2-40B4-BE49-F238E27FC236}">
                <a16:creationId xmlns:a16="http://schemas.microsoft.com/office/drawing/2014/main" id="{2F704E9C-A0DF-4F17-95A8-4811AA6F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33" name="reveal2-object-585">
            <a:extLst xmlns:a="http://schemas.openxmlformats.org/drawingml/2006/main">
              <a:ext uri="{FF2B5EF4-FFF2-40B4-BE49-F238E27FC236}">
                <a16:creationId xmlns:a16="http://schemas.microsoft.com/office/drawing/2014/main" id="{A18C1EAB-5C8F-4788-A29E-0FA3E584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时间、队列、状态、设备差异、耳朵：五样都得交代，这就是复杂性的去处。</a:t>
            </a:r>
          </a:p>
        </p:txBody>
      </p:sp>
      <p:sp>
        <p:nvSpPr>
          <p:cNvPr id="34" name="object-586">
            <a:extLst xmlns:a="http://schemas.openxmlformats.org/drawingml/2006/main">
              <a:ext uri="{FF2B5EF4-FFF2-40B4-BE49-F238E27FC236}">
                <a16:creationId xmlns:a16="http://schemas.microsoft.com/office/drawing/2014/main" id="{B0557CC8-3A70-4233-BDB4-5FA038E0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下一部分：相同普通输出路径下，对比 PA 与 HPAE 的执行组织。</a:t>
            </a:r>
          </a:p>
        </p:txBody>
      </p:sp>
      <p:sp>
        <p:nvSpPr>
          <p:cNvPr id="35" name="object-587">
            <a:extLst xmlns:a="http://schemas.openxmlformats.org/drawingml/2006/main">
              <a:ext uri="{FF2B5EF4-FFF2-40B4-BE49-F238E27FC236}">
                <a16:creationId xmlns:a16="http://schemas.microsoft.com/office/drawing/2014/main" id="{09624139-3D91-4759-9A50-9C9FBA57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026823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1"/>
      <p:bldP spid="27" grpId="1"/>
      <p:bldP spid="28" grpId="1"/>
      <p:bldP spid="29" grpId="1"/>
      <p:bldP spid="30" grpId="1"/>
      <p:bldP spid="31" grpId="1"/>
      <p:bldP spid="32" grpId="2"/>
      <p:bldP spid="33" grpId="2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2026-10-21T13:19:26.0660000Z</dcterms:created>
  <dcterms:modified xsi:type="dcterms:W3CDTF">2026-10-21T13:19:26.0660000Z</dcterms:modified>
</coreProperties>
</file>