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e0de256b17426b" /><Relationship Type="http://schemas.openxmlformats.org/officeDocument/2006/relationships/extended-properties" Target="/docProps/app.xml" Id="R1ef9710c49344f2a" /><Relationship Type="http://schemas.openxmlformats.org/officeDocument/2006/relationships/officeDocument" Target="/ppt/presentation.xml" Id="R9d14d1f1047544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32f201bfe34854"/>
  </p:sldMasterIdLst>
  <p:notesMasterIdLst>
    <p:notesMasterId xmlns:r="http://schemas.openxmlformats.org/officeDocument/2006/relationships" r:id="Rb0762e907fcf4d81"/>
  </p:notesMasterIdLst>
  <p:sldIdLst>
    <p:sldId xmlns:r="http://schemas.openxmlformats.org/officeDocument/2006/relationships" id="256" r:id="R5815b470f1f74c7f"/>
    <p:sldId xmlns:r="http://schemas.openxmlformats.org/officeDocument/2006/relationships" id="257" r:id="R57911dc39a0741a8"/>
    <p:sldId xmlns:r="http://schemas.openxmlformats.org/officeDocument/2006/relationships" id="258" r:id="Rf654f3c4e2084ace"/>
    <p:sldId xmlns:r="http://schemas.openxmlformats.org/officeDocument/2006/relationships" id="259" r:id="R3a7eed1339b64042"/>
    <p:sldId xmlns:r="http://schemas.openxmlformats.org/officeDocument/2006/relationships" id="260" r:id="R3b83a82e3d1645ff"/>
    <p:sldId xmlns:r="http://schemas.openxmlformats.org/officeDocument/2006/relationships" id="261" r:id="R6bfa2deda9a942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3c6a0be48b40d3" /><Relationship Type="http://schemas.openxmlformats.org/officeDocument/2006/relationships/slideMaster" Target="/ppt/slideMasters/slideMaster1.xml" Id="Rc532f201bfe34854" /><Relationship Type="http://schemas.openxmlformats.org/officeDocument/2006/relationships/notesMaster" Target="/ppt/notesMasters/notesMaster1.xml" Id="Rb0762e907fcf4d81" /><Relationship Type="http://schemas.openxmlformats.org/officeDocument/2006/relationships/presProps" Target="/ppt/presProps.xml" Id="R1a24563a11ca48f9" /><Relationship Type="http://schemas.openxmlformats.org/officeDocument/2006/relationships/tableStyles" Target="/ppt/tableStyles.xml" Id="Rac2b573a040d4395" /><Relationship Type="http://schemas.openxmlformats.org/officeDocument/2006/relationships/slide" Target="/ppt/slides/slide1.xml" Id="R5815b470f1f74c7f" /><Relationship Type="http://schemas.openxmlformats.org/officeDocument/2006/relationships/slide" Target="/ppt/slides/slide2.xml" Id="R57911dc39a0741a8" /><Relationship Type="http://schemas.openxmlformats.org/officeDocument/2006/relationships/slide" Target="/ppt/slides/slide3.xml" Id="Rf654f3c4e2084ace" /><Relationship Type="http://schemas.openxmlformats.org/officeDocument/2006/relationships/slide" Target="/ppt/slides/slide4.xml" Id="R3a7eed1339b64042" /><Relationship Type="http://schemas.openxmlformats.org/officeDocument/2006/relationships/slide" Target="/ppt/slides/slide5.xml" Id="R3b83a82e3d1645ff" /><Relationship Type="http://schemas.openxmlformats.org/officeDocument/2006/relationships/slide" Target="/ppt/slides/slide6.xml" Id="R6bfa2deda9a942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93917f837c4d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8197cc8f63464c" /><Relationship Type="http://schemas.openxmlformats.org/officeDocument/2006/relationships/notesMaster" Target="/ppt/notesMasters/notesMaster1.xml" Id="R48cc2362647b4c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a56ff0fbb04f53" /><Relationship Type="http://schemas.openxmlformats.org/officeDocument/2006/relationships/notesMaster" Target="/ppt/notesMasters/notesMaster1.xml" Id="R175a1ddb6e7c4a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7d4457935748fe" /><Relationship Type="http://schemas.openxmlformats.org/officeDocument/2006/relationships/notesMaster" Target="/ppt/notesMasters/notesMaster1.xml" Id="R44d0c679b21b48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c7cf4f2bd1461c" /><Relationship Type="http://schemas.openxmlformats.org/officeDocument/2006/relationships/notesMaster" Target="/ppt/notesMasters/notesMaster1.xml" Id="R9d8a635b02fb4c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d52579edb047cf" /><Relationship Type="http://schemas.openxmlformats.org/officeDocument/2006/relationships/notesMaster" Target="/ppt/notesMasters/notesMaster1.xml" Id="R8fe1bec6f90842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f08655a57044d2" /><Relationship Type="http://schemas.openxmlformats.org/officeDocument/2006/relationships/notesMaster" Target="/ppt/notesMasters/notesMaster1.xml" Id="R438784e60a7b49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一首歌，三个操作</a:t>
            </a:r>
          </a:p>
          <a:p xmlns:a="http://schemas.openxmlformats.org/drawingml/2006/main">
            <a:r>
              <a:t>时间：1.2分钟</a:t>
            </a:r>
          </a:p>
          <a:p xmlns:a="http://schemas.openxmlformats.org/drawingml/2006/main">
            <a:r>
              <a:t>本页目标：一首歌，三个操作</a:t>
            </a:r>
          </a:p>
          <a:p xmlns:a="http://schemas.openxmlformats.org/drawingml/2006/main">
            <a:r>
              <a:t>承接：音乐 A 始终表示同一路音乐播放会话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先做三个动作：暂停、恢复播放、切到耳机。每个都是一次点击，屏幕立刻响应，声音立刻跟上，谁都觉得理所当然。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把最直接的实现写出来。暂停，就是把数据流立即截断；恢复，就是原样接回；切耳机，就是从扬声器这边拔下来、插到耳机那边。真这么做会听到什么？暂停是一声“啪”，波形在半幅上被切断；恢复是一声“bang”，等着的数据按全音量冲出来；切耳机，歌断一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真实引擎这三步一步都不敢做。接下来三页，把这三个朴素做法逐个推翻，看引擎实际做了什么。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演示：初始只显示数据链；第一次点击显示暂停与恢复的朴素做法和会听到的声音；第二次点击显示切耳机的朴素做法与结尾句。</a:t>
            </a:r>
          </a:p>
          <a:p xmlns:a="http://schemas.openxmlformats.org/drawingml/2006/main">
            <a:r>
              <a:t>讲述安排：先看初始图，再按鼠标逐步揭示。每次点击后沿编号指图解释。</a:t>
            </a:r>
          </a:p>
          <a:p xmlns:a="http://schemas.openxmlformats.org/drawingml/2006/main">
            <a:r>
              <a:t>转场：</a:t>
            </a:r>
          </a:p>
          <a:p xmlns:a="http://schemas.openxmlformats.org/drawingml/2006/main">
            <a:r>
              <a:t>技术边界：处理链为简化示意；“会听到”为示意性描述，未做设备实测。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https://gitcode.com/openharmony/multimedia_audio_framework/blob/3a2688e805df970739e3b0cebf9cc05d8cb24e9b/services/audio_engine/manager/src/hpae_renderer_manager.cpp#L919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https://gitcode.com/openharmony/multimedia_audio_framework/blob/3a2688e805df970739e3b0cebf9cc05d8cb24e9b/services/audio_engine/manager/src/hpae_renderer_manager.cpp#L1110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https://gitcode.com/openharmony/multimedia_audio_framework/blob/3a2688e805df970739e3b0cebf9cc05d8cb24e9b/services/audio_engine/manager/src/hpae_renderer_manager.cpp#L872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暂停时，先淡出，再断开</a:t>
            </a:r>
          </a:p>
          <a:p xmlns:a="http://schemas.openxmlformats.org/drawingml/2006/main">
            <a:r>
              <a:t>时间：1.7分钟</a:t>
            </a:r>
          </a:p>
          <a:p xmlns:a="http://schemas.openxmlformats.org/drawingml/2006/main">
            <a:r>
              <a:t>本页目标：暂停时，先淡出，再断开</a:t>
            </a:r>
          </a:p>
          <a:p xmlns:a="http://schemas.openxmlformats.org/drawingml/2006/main">
            <a:r>
              <a:t>承接：音乐 A 始终表示同一路音乐播放会话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暂停为什么会“啪”？切断的那一刻，波形幅度不是零。半幅上切一刀，扬声器收到一个突变，就是一声爆音。所以暂停的第一步不是切断，是降音量：增益逐渐降到零，让声音干净地淡出去。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这条时间轴。暂停请求提出后不是立刻执行，先等设备侧。淡出开始之后，输入线还必须连着：淡出本身要靠处理链继续跑，先拆线，淡出就没法完成。增益一路降到零，淡出结束，收尾再排一次队等执行：暂停音效、断开输入、更新状态，都在这一步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所以“声音没了”和“线拆了”是两个时刻，中间隔着一个等待窗口。记住这个窗口，下一页它就有用了。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演示：先看两种波形与暂停请求；第一次点击揭示淡出、完成排队和断开；第二次点击强调两个时刻。</a:t>
            </a:r>
          </a:p>
          <a:p xmlns:a="http://schemas.openxmlformats.org/drawingml/2006/main">
            <a:r>
              <a:t>讲述安排：先看初始图，再按鼠标逐步揭示。每次点击后沿编号指图解释。</a:t>
            </a:r>
          </a:p>
          <a:p xmlns:a="http://schemas.openxmlformats.org/drawingml/2006/main">
            <a:r>
              <a:t>转场：</a:t>
            </a:r>
          </a:p>
          <a:p xmlns:a="http://schemas.openxmlformats.org/drawingml/2006/main">
            <a:r>
              <a:t>技术边界：正常淡出路径；波形与时间均为示意，不代表设备实测。若缺少增益节点、设备未运行或处于相应旁路条件，实现也允许直接完成，本页专讲正常淡出路径。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https://gitcode.com/openharmony/multimedia_audio_framework/blob/3a2688e805df970739e3b0cebf9cc05d8cb24e9b/services/audio_engine/manager/src/hpae_renderer_manager.cpp#L1110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https://gitcode.com/openharmony/multimedia_audio_framework/blob/3a2688e805df970739e3b0cebf9cc05d8cb24e9b/services/audio_engine/manager/src/hpae_renderer_manager.cpp#L1777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https://gitcode.com/openharmony/multimedia_audio_framework/blob/3a2688e805df970739e3b0cebf9cc05d8cb24e9b/services/audio_engine/manager/src/hpae_renderer_manager.cpp#L1868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已经恢复播放，旧的暂停还会生效吗？</a:t>
            </a:r>
          </a:p>
          <a:p xmlns:a="http://schemas.openxmlformats.org/drawingml/2006/main">
            <a:r>
              <a:t>时间：1.8分钟</a:t>
            </a:r>
          </a:p>
          <a:p xmlns:a="http://schemas.openxmlformats.org/drawingml/2006/main">
            <a:r>
              <a:t>本页目标：已经恢复播放，旧的暂停还会生效吗？</a:t>
            </a:r>
          </a:p>
          <a:p xmlns:a="http://schemas.openxmlformats.org/drawingml/2006/main">
            <a:r>
              <a:t>承接：音乐 A 始终表示同一路音乐播放会话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上一页的窗口还开着：淡出结束后的收尾还在排队等执行。这时候用户的手比队列快，已经点了恢复。于是队列里排着两条：恢复在前，旧的暂停收尾在后。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顺序执行。恢复先跑：状态回到正在播放，输入连着，淡入也安排上了。然后轮到旧的收尾。它如果不看状态、照原计划办，就会暂停音效、拆掉输入、把状态写回暂停。用户看到的是：我明明点了恢复，界面也显示在播，却没有声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所以收尾动手前先查一眼：现在是不是已经在播放？是，这次收尾就地结束，不碰音效，不碰输入。一句“动手前先看当前状态”，把这次险情救了回来。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演示：初始只显示待执行请求及音乐 A；第一次点击执行恢复；第二次点击执行旧的收尾并显示检查结果与不检查的后果。</a:t>
            </a:r>
          </a:p>
          <a:p xmlns:a="http://schemas.openxmlformats.org/drawingml/2006/main">
            <a:r>
              <a:t>讲述安排：先看初始图，再按鼠标逐步揭示。每次点击后沿编号指图解释。</a:t>
            </a:r>
          </a:p>
          <a:p xmlns:a="http://schemas.openxmlformats.org/drawingml/2006/main">
            <a:r>
              <a:t>转场：</a:t>
            </a:r>
          </a:p>
          <a:p xmlns:a="http://schemas.openxmlformats.org/drawingml/2006/main">
            <a:r>
              <a:t>技术边界：一种请求交错；不表示每次快速点击都能触发。这里只讨论恢复后尚未再次暂停的情况；描述的是引擎执行顺序，不把界面点击等同于可任意并发的客户端调用。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https://gitcode.com/openharmony/multimedia_audio_framework/blob/3a2688e805df970739e3b0cebf9cc05d8cb24e9b/services/audio_engine/manager/src/hpae_renderer_manager.cpp#L919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https://gitcode.com/openharmony/multimedia_audio_framework/blob/3a2688e805df970739e3b0cebf9cc05d8cb24e9b/services/audio_engine/manager/src/hpae_renderer_manager.cpp#L1777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淡入为什么要先于音效启动？</a:t>
            </a:r>
          </a:p>
          <a:p xmlns:a="http://schemas.openxmlformats.org/drawingml/2006/main">
            <a:r>
              <a:t>时间：1.3分钟</a:t>
            </a:r>
          </a:p>
          <a:p xmlns:a="http://schemas.openxmlformats.org/drawingml/2006/main">
            <a:r>
              <a:t>本页目标：淡入为什么要先于音效启动？</a:t>
            </a:r>
          </a:p>
          <a:p xmlns:a="http://schemas.openxmlformats.org/drawingml/2006/main">
            <a:r>
              <a:t>承接：音乐 A 始终表示同一路音乐播放会话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恢复这边也有同一个坑，方向相反。恢复时缓冲里往往已经躺着数据。处理链接通之后，如果先启动会话音效、等启动完成再设置淡入，麻烦就来了：音效启动不是瞬间完成的，这段窗口里，等着的数据按全增益处理。听到的不是淡入，是“bang”一下爆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实际顺序反过来：接通之后立刻安排淡入，然后才启动音效。启动再慢，增益也已经被淡入曲线按住了。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注意这两行的比法：同一条时间轴，只差两个动作的先后。先后差一步，爆音还是淡入，就决定在这一步上。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演示：先展示设置偏晚的风险窗口；点击后展示实际顺序与增益示意。</a:t>
            </a:r>
          </a:p>
          <a:p xmlns:a="http://schemas.openxmlformats.org/drawingml/2006/main">
            <a:r>
              <a:t>讲述安排：先看初始图，再按鼠标逐步揭示。每次点击后沿编号指图解释。</a:t>
            </a:r>
          </a:p>
          <a:p xmlns:a="http://schemas.openxmlformats.org/drawingml/2006/main">
            <a:r>
              <a:t>转场：</a:t>
            </a:r>
          </a:p>
          <a:p xmlns:a="http://schemas.openxmlformats.org/drawingml/2006/main">
            <a:r>
              <a:t>技术边界：上行为假设的错误顺序，下行为实际顺序；增益曲线仅示意，不表达淡入时长。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https://gitcode.com/openharmony/multimedia_audio_framework/blob/3a2688e805df970739e3b0cebf9cc05d8cb24e9b/services/audio_engine/manager/src/hpae_renderer_manager.cpp#L919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切到耳机，哪些东西变了？</a:t>
            </a:r>
          </a:p>
          <a:p xmlns:a="http://schemas.openxmlformats.org/drawingml/2006/main">
            <a:r>
              <a:t>时间：2分钟</a:t>
            </a:r>
          </a:p>
          <a:p xmlns:a="http://schemas.openxmlformats.org/drawingml/2006/main">
            <a:r>
              <a:t>本页目标：切到耳机，哪些东西变了？</a:t>
            </a:r>
          </a:p>
          <a:p xmlns:a="http://schemas.openxmlformats.org/drawingml/2006/main">
            <a:r>
              <a:t>承接：音乐 A 始终表示同一路音乐播放会话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第三个动作切耳机，看起来最像“拔了插过去”，实际最麻烦。设备策略已经选定耳机，我们只看引擎怎么执行。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说朴素做法：把这路音乐停掉，在耳机侧重开。能响，但丢的不只是一根连接：缓冲里的数据、当前的播放状态，全部重来，这路音乐的连续性断了。所以引擎的做法是交接：旧设备侧摘除连接，但握着同一个输入节点交出去。音乐 A 还是那个音乐 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侧接手之后还有两件事。一是改参数：设备信息改成耳机，处理粒度按目标的采样率和帧长调整，不同设备一轮吃的数据量不一样，不调，数据就和设备对不上拍。二是接链：目标侧处理簇就绪、条件满足，把正在播放的会话接入耳机侧处理链，归属随之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摘旧连接、调参数、接新链，三个阶段，一个都不能省。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演示：先看切换前；第一次点击看交接、参数调整与朴素做法的代价；第二次点击看目标连接与归属变化。</a:t>
            </a:r>
          </a:p>
          <a:p xmlns:a="http://schemas.openxmlformats.org/drawingml/2006/main">
            <a:r>
              <a:t>讲述安排：先看初始图，再按鼠标逐步揭示。每次点击后沿编号指图解释。</a:t>
            </a:r>
          </a:p>
          <a:p xmlns:a="http://schemas.openxmlformats.org/drawingml/2006/main">
            <a:r>
              <a:t>转场：</a:t>
            </a:r>
          </a:p>
          <a:p xmlns:a="http://schemas.openxmlformats.org/drawingml/2006/main">
            <a:r>
              <a:t>技术边界：普通迁移路径示意；交接中不承诺零间隙，接入成功也不等于声学输出已稳定。目标不可用和状态变化会走其他分支。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https://gitcode.com/openharmony/multimedia_audio_framework/blob/3a2688e805df970739e3b0cebf9cc05d8cb24e9b/services/audio_engine/manager/src/hpae_renderer_manager.cpp#L872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https://gitcode.com/openharmony/multimedia_audio_framework/blob/3a2688e805df970739e3b0cebf9cc05d8cb24e9b/services/audio_engine/manager/src/hpae_renderer_manager.cpp#L114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https://gitcode.com/openharmony/multimedia_audio_framework/blob/3a2688e805df970739e3b0cebf9cc05d8cb24e9b/services/audio_engine/manager/src/hpae_manager.cpp#L1181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再看这三个操作</a:t>
            </a:r>
          </a:p>
          <a:p xmlns:a="http://schemas.openxmlformats.org/drawingml/2006/main">
            <a:r>
              <a:t>时间：1.3分钟</a:t>
            </a:r>
          </a:p>
          <a:p xmlns:a="http://schemas.openxmlformats.org/drawingml/2006/main">
            <a:r>
              <a:t>本页目标：再看这三个操作</a:t>
            </a:r>
          </a:p>
          <a:p xmlns:a="http://schemas.openxmlformats.org/drawingml/2006/main">
            <a:r>
              <a:t>承接：音乐 A 始终表示同一路音乐播放会话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回到这一路音乐，把三个操作放在一起说。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暂停：让增益降完再拆输入，因为时间不能跳过去。恢复：旧请求执行前先看新状态，因为请求会排队、新旧会交错。切耳机：交接同一个会话、接入目标链，因为设备参数各不相同，而音乐必须是同一路。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还有一条底线压在所有这些上面：耳朵什么都不能听见。不能有爆音，不能有全音量冲出来的那一声，不能断拍，不能状态错乱。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时间、队列、状态、设备差异，再加耳朵，五样都得交代。三个操作背后那些复杂性，就是这五样换来的代价。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五样都交代完，下一个问题自然浮出来：这么多事同时发生，线程、队列、缓冲该怎样组织？这正是下一部分比较 PA 和 HPAE 要回答的。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演示：先回到同一路音乐；第一次点击回顾三处具体动作；第二次点击收出五样约束。</a:t>
            </a:r>
          </a:p>
          <a:p xmlns:a="http://schemas.openxmlformats.org/drawingml/2006/main">
            <a:r>
              <a:t>讲述安排：先看初始图，再按鼠标逐步揭示。每次点击后沿编号指图解释。</a:t>
            </a:r>
          </a:p>
          <a:p xmlns:a="http://schemas.openxmlformats.org/drawingml/2006/main">
            <a:r>
              <a:t>转场：</a:t>
            </a:r>
          </a:p>
          <a:p xmlns:a="http://schemas.openxmlformats.org/drawingml/2006/main">
            <a:r>
              <a:t>技术边界：不把上述能力说成 HPAE 独有，也不从结构图推导未测量的时延或功耗幅度。</a:t>
            </a:r>
          </a:p>
          <a:p xmlns:a="http://schemas.openxmlformats.org/drawingml/2006/main">
            <a:r>
              <a:t>源码与依据：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https://gitcode.com/openharmony/multimedia_audio_framework/blob/3a2688e805df970739e3b0cebf9cc05d8cb24e9b/services/audio_engine/manager/src/hpae_renderer_manager.cpp#L1110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https://gitcode.com/openharmony/multimedia_audio_framework/blob/3a2688e805df970739e3b0cebf9cc05d8cb24e9b/services/audio_engine/manager/src/hpae_renderer_manager.cpp#L1777</a:t>
            </a:r>
          </a:p>
          <a:p xmlns:a="http://schemas.openxmlformats.org/drawingml/2006/main">
            <a:r>
              <a:t>https://gitcode.com/openharmony/multimedia_audio_framework/blob/3a2688e805df970739e3b0cebf9cc05d8cb24e9b/services/audio_engine/manager/src/hpae_renderer_manager.cpp#L872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f022ad04e43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efe6856c64d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2f3c18abc47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d233594294a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b71f9c280f4f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c2ef3c3a244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A26707-8508-4878-9EF4-8764FD4870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8DE5CD-795C-4813-8546-A46393BAD5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7EBE473-C35D-4E23-BF8D-B192525854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15C446-3491-4A59-A7C9-A0FE1E6890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5C627A2-A935-48CA-AF54-62A1744A12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778442-6389-47EF-910C-B7C99A90AA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1D75F4-A799-482D-A4E3-D2F2F53343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16A431-3646-4D7D-A21A-3DDDCC2CDA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5A122B-FFDC-4343-A320-3E3184B235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7CD8AD-338F-4981-95F9-14AB5B0C49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8bb93e0f964c2e" /><Relationship Type="http://schemas.openxmlformats.org/officeDocument/2006/relationships/slideLayout" Target="/ppt/slideLayouts/slideLayout1.xml" Id="Ra4ff2ecfd6e04b99" /><Relationship Type="http://schemas.openxmlformats.org/officeDocument/2006/relationships/slideLayout" Target="/ppt/slideLayouts/slideLayout2.xml" Id="Re0f2ad985f9b4349" /><Relationship Type="http://schemas.openxmlformats.org/officeDocument/2006/relationships/slideLayout" Target="/ppt/slideLayouts/slideLayout3.xml" Id="R022da595af8f4306" /><Relationship Type="http://schemas.openxmlformats.org/officeDocument/2006/relationships/slideLayout" Target="/ppt/slideLayouts/slideLayout4.xml" Id="R48525536a6bd41fd" /><Relationship Type="http://schemas.openxmlformats.org/officeDocument/2006/relationships/slideLayout" Target="/ppt/slideLayouts/slideLayout5.xml" Id="R715ec4a58868485b" /><Relationship Type="http://schemas.openxmlformats.org/officeDocument/2006/relationships/slideLayout" Target="/ppt/slideLayouts/slideLayout6.xml" Id="R39ed94ca9f6c44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ff2ecfd6e04b99"/>
    <p:sldLayoutId xmlns:r="http://schemas.openxmlformats.org/officeDocument/2006/relationships" id="2147483650" r:id="Re0f2ad985f9b4349"/>
    <p:sldLayoutId xmlns:r="http://schemas.openxmlformats.org/officeDocument/2006/relationships" id="2147483651" r:id="R022da595af8f4306"/>
    <p:sldLayoutId xmlns:r="http://schemas.openxmlformats.org/officeDocument/2006/relationships" id="2147483652" r:id="R48525536a6bd41fd"/>
    <p:sldLayoutId xmlns:r="http://schemas.openxmlformats.org/officeDocument/2006/relationships" id="2147483653" r:id="R715ec4a58868485b"/>
    <p:sldLayoutId xmlns:r="http://schemas.openxmlformats.org/officeDocument/2006/relationships" id="2147483654" r:id="R39ed94ca9f6c44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bcbdcc3a1a4c85" /><Relationship Type="http://schemas.openxmlformats.org/officeDocument/2006/relationships/notesSlide" Target="/ppt/notesSlides/notesSlide1.xml" Id="Ra59c54e001de4c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2196c00edb4171" /><Relationship Type="http://schemas.openxmlformats.org/officeDocument/2006/relationships/notesSlide" Target="/ppt/notesSlides/notesSlide2.xml" Id="R6c9a0ee9d05647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2ebdab305c4dd8" /><Relationship Type="http://schemas.openxmlformats.org/officeDocument/2006/relationships/notesSlide" Target="/ppt/notesSlides/notesSlide3.xml" Id="Rc9f4a79981db4f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f4194db8c4151" /><Relationship Type="http://schemas.openxmlformats.org/officeDocument/2006/relationships/notesSlide" Target="/ppt/notesSlides/notesSlide4.xml" Id="Rfd4c3f015b444a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38912776f04298" /><Relationship Type="http://schemas.openxmlformats.org/officeDocument/2006/relationships/notesSlide" Target="/ppt/notesSlides/notesSlide5.xml" Id="Rcf22c710cd6b4b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d8d2c443e4581" /><Relationship Type="http://schemas.openxmlformats.org/officeDocument/2006/relationships/notesSlide" Target="/ppt/notesSlides/notesSlide6.xml" Id="Rd8885e2a34b748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object-0">
            <a:extLst xmlns:a="http://schemas.openxmlformats.org/drawingml/2006/main">
              <a:ext uri="{FF2B5EF4-FFF2-40B4-BE49-F238E27FC236}">
                <a16:creationId xmlns:a16="http://schemas.microsoft.com/office/drawing/2014/main" id="{8DE0A0F8-B436-45F8-9FA3-0EDC3451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一首歌，三个操作</a:t>
            </a:r>
          </a:p>
        </p:txBody>
      </p:sp>
      <p:sp>
        <p:nvSpPr>
          <p:cNvPr id="2" name="object-1">
            <a:extLst xmlns:a="http://schemas.openxmlformats.org/drawingml/2006/main">
              <a:ext uri="{FF2B5EF4-FFF2-40B4-BE49-F238E27FC236}">
                <a16:creationId xmlns:a16="http://schemas.microsoft.com/office/drawing/2014/main" id="{404CC986-3FF5-440A-9B02-BB253302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暂停、恢复、切到耳机，三次点击，屏幕上都瞬间完成。</a:t>
            </a:r>
          </a:p>
        </p:txBody>
      </p:sp>
      <p:sp>
        <p:nvSpPr>
          <p:cNvPr id="3" name="object-2">
            <a:extLst xmlns:a="http://schemas.openxmlformats.org/drawingml/2006/main">
              <a:ext uri="{FF2B5EF4-FFF2-40B4-BE49-F238E27FC236}">
                <a16:creationId xmlns:a16="http://schemas.microsoft.com/office/drawing/2014/main" id="{3C22BF4D-2121-4FFD-A13E-4964C426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bject-3">
            <a:extLst xmlns:a="http://schemas.openxmlformats.org/drawingml/2006/main">
              <a:ext uri="{FF2B5EF4-FFF2-40B4-BE49-F238E27FC236}">
                <a16:creationId xmlns:a16="http://schemas.microsoft.com/office/drawing/2014/main" id="{C1871AF2-7341-4818-B9E1-56EA6098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104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音乐 A</a:t>
            </a:r>
          </a:p>
        </p:txBody>
      </p:sp>
      <p:sp>
        <p:nvSpPr>
          <p:cNvPr id="5" name="object-4">
            <a:extLst xmlns:a="http://schemas.openxmlformats.org/drawingml/2006/main">
              <a:ext uri="{FF2B5EF4-FFF2-40B4-BE49-F238E27FC236}">
                <a16:creationId xmlns:a16="http://schemas.microsoft.com/office/drawing/2014/main" id="{A100DC58-F7EC-4442-AE2C-80D06C7D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同一路音乐</a:t>
            </a:r>
          </a:p>
          <a:p xmlns:a="http://schemas.openxmlformats.org/drawingml/2006/main">
            <a:pPr algn="ctr">
              <a:defRPr sz="15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后文称“会话”</a:t>
            </a:r>
          </a:p>
        </p:txBody>
      </p:sp>
      <p:sp>
        <p:nvSpPr>
          <p:cNvPr id="6" name="object-5">
            <a:extLst xmlns:a="http://schemas.openxmlformats.org/drawingml/2006/main">
              <a:ext uri="{FF2B5EF4-FFF2-40B4-BE49-F238E27FC236}">
                <a16:creationId xmlns:a16="http://schemas.microsoft.com/office/drawing/2014/main" id="{865ECB64-B82D-4F72-B624-7E3A862C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194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7" name="object-6">
            <a:extLst xmlns:a="http://schemas.openxmlformats.org/drawingml/2006/main">
              <a:ext uri="{FF2B5EF4-FFF2-40B4-BE49-F238E27FC236}">
                <a16:creationId xmlns:a16="http://schemas.microsoft.com/office/drawing/2014/main" id="{D414F051-49A5-45D1-A4E6-DEA204CF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290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bject-7">
            <a:extLst xmlns:a="http://schemas.openxmlformats.org/drawingml/2006/main">
              <a:ext uri="{FF2B5EF4-FFF2-40B4-BE49-F238E27FC236}">
                <a16:creationId xmlns:a16="http://schemas.microsoft.com/office/drawing/2014/main" id="{58F8502C-A20F-4A54-9476-BB51BE2D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290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bject-8">
            <a:extLst xmlns:a="http://schemas.openxmlformats.org/drawingml/2006/main">
              <a:ext uri="{FF2B5EF4-FFF2-40B4-BE49-F238E27FC236}">
                <a16:creationId xmlns:a16="http://schemas.microsoft.com/office/drawing/2014/main" id="{09B5E547-207D-4E18-B5E7-CA4B945C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290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bject-9">
            <a:extLst xmlns:a="http://schemas.openxmlformats.org/drawingml/2006/main">
              <a:ext uri="{FF2B5EF4-FFF2-40B4-BE49-F238E27FC236}">
                <a16:creationId xmlns:a16="http://schemas.microsoft.com/office/drawing/2014/main" id="{DEBF3BB3-6738-4488-B91B-972703BD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29000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bject-10">
            <a:extLst xmlns:a="http://schemas.openxmlformats.org/drawingml/2006/main">
              <a:ext uri="{FF2B5EF4-FFF2-40B4-BE49-F238E27FC236}">
                <a16:creationId xmlns:a16="http://schemas.microsoft.com/office/drawing/2014/main" id="{706023EB-AAD5-4403-929B-7C21C7A2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290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待处理的数据</a:t>
            </a:r>
          </a:p>
        </p:txBody>
      </p:sp>
      <p:sp>
        <p:nvSpPr>
          <p:cNvPr id="12" name="object-11">
            <a:extLst xmlns:a="http://schemas.openxmlformats.org/drawingml/2006/main">
              <a:ext uri="{FF2B5EF4-FFF2-40B4-BE49-F238E27FC236}">
                <a16:creationId xmlns:a16="http://schemas.microsoft.com/office/drawing/2014/main" id="{04ADCF02-ECC1-4CFC-8BD8-D18D78B0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194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bject-12">
            <a:extLst xmlns:a="http://schemas.openxmlformats.org/drawingml/2006/main">
              <a:ext uri="{FF2B5EF4-FFF2-40B4-BE49-F238E27FC236}">
                <a16:creationId xmlns:a16="http://schemas.microsoft.com/office/drawing/2014/main" id="{731518A8-E24D-4D80-BFD7-E6DBDDEB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2766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增益与音效</a:t>
            </a:r>
          </a:p>
        </p:txBody>
      </p:sp>
      <p:sp>
        <p:nvSpPr>
          <p:cNvPr id="14" name="object-13">
            <a:extLst xmlns:a="http://schemas.openxmlformats.org/drawingml/2006/main">
              <a:ext uri="{FF2B5EF4-FFF2-40B4-BE49-F238E27FC236}">
                <a16:creationId xmlns:a16="http://schemas.microsoft.com/office/drawing/2014/main" id="{AE6E9329-2D9E-4F8E-B0EC-FB1D511D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19450"/>
            <a:ext cx="171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bject-14">
            <a:extLst xmlns:a="http://schemas.openxmlformats.org/drawingml/2006/main">
              <a:ext uri="{FF2B5EF4-FFF2-40B4-BE49-F238E27FC236}">
                <a16:creationId xmlns:a16="http://schemas.microsoft.com/office/drawing/2014/main" id="{3D65F6BC-3578-4236-AF62-9C052793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76600"/>
            <a:ext cx="148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设备输出</a:t>
            </a:r>
          </a:p>
        </p:txBody>
      </p:sp>
      <p:sp>
        <p:nvSpPr>
          <p:cNvPr id="16" name="object-15">
            <a:extLst xmlns:a="http://schemas.openxmlformats.org/drawingml/2006/main">
              <a:ext uri="{FF2B5EF4-FFF2-40B4-BE49-F238E27FC236}">
                <a16:creationId xmlns:a16="http://schemas.microsoft.com/office/drawing/2014/main" id="{7CD87433-8607-4668-BEC2-0EE0AC4F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43275"/>
            <a:ext cx="147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扬声器</a:t>
            </a:r>
          </a:p>
        </p:txBody>
      </p:sp>
      <p:sp>
        <p:nvSpPr>
          <p:cNvPr id="17" name="line-16">
            <a:extLst xmlns:a="http://schemas.openxmlformats.org/drawingml/2006/main">
              <a:ext uri="{FF2B5EF4-FFF2-40B4-BE49-F238E27FC236}">
                <a16:creationId xmlns:a16="http://schemas.microsoft.com/office/drawing/2014/main" id="{355A5F03-64C2-455A-AD43-86EE5232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52825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8" name="line-17">
            <a:extLst xmlns:a="http://schemas.openxmlformats.org/drawingml/2006/main">
              <a:ext uri="{FF2B5EF4-FFF2-40B4-BE49-F238E27FC236}">
                <a16:creationId xmlns:a16="http://schemas.microsoft.com/office/drawing/2014/main" id="{61B3E49C-3FAE-4A68-83B7-DEB91073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082" y="35528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9" name="line-18">
            <a:extLst xmlns:a="http://schemas.openxmlformats.org/drawingml/2006/main">
              <a:ext uri="{FF2B5EF4-FFF2-40B4-BE49-F238E27FC236}">
                <a16:creationId xmlns:a16="http://schemas.microsoft.com/office/drawing/2014/main" id="{7C3ACB96-E338-4782-BF29-305BF194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082" y="35113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0" name="line-19">
            <a:extLst xmlns:a="http://schemas.openxmlformats.org/drawingml/2006/main">
              <a:ext uri="{FF2B5EF4-FFF2-40B4-BE49-F238E27FC236}">
                <a16:creationId xmlns:a16="http://schemas.microsoft.com/office/drawing/2014/main" id="{942BE446-0EE5-4612-B4CB-9D363AFF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52825"/>
            <a:ext cx="771525" cy="9525"/>
          </a:xfrm>
          <a:custGeom xmlns:a="http://schemas.openxmlformats.org/drawingml/2006/main">
            <a:pathLst>
              <a:path w="771525" h="9525">
                <a:moveTo>
                  <a:pt x="0" y="0"/>
                </a:moveTo>
                <a:lnTo>
                  <a:pt x="77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1" name="line-20">
            <a:extLst xmlns:a="http://schemas.openxmlformats.org/drawingml/2006/main">
              <a:ext uri="{FF2B5EF4-FFF2-40B4-BE49-F238E27FC236}">
                <a16:creationId xmlns:a16="http://schemas.microsoft.com/office/drawing/2014/main" id="{A7869CA3-024F-4170-95C7-9EA18E00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07" y="35528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2" name="line-21">
            <a:extLst xmlns:a="http://schemas.openxmlformats.org/drawingml/2006/main">
              <a:ext uri="{FF2B5EF4-FFF2-40B4-BE49-F238E27FC236}">
                <a16:creationId xmlns:a16="http://schemas.microsoft.com/office/drawing/2014/main" id="{7240A207-928D-43FB-B6C5-1D8B4A28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07" y="35113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3" name="line-22">
            <a:extLst xmlns:a="http://schemas.openxmlformats.org/drawingml/2006/main">
              <a:ext uri="{FF2B5EF4-FFF2-40B4-BE49-F238E27FC236}">
                <a16:creationId xmlns:a16="http://schemas.microsoft.com/office/drawing/2014/main" id="{9F935AD1-88A6-4F90-A5F9-B9D339CD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52825"/>
            <a:ext cx="1038225" cy="9525"/>
          </a:xfrm>
          <a:custGeom xmlns:a="http://schemas.openxmlformats.org/drawingml/2006/main">
            <a:pathLst>
              <a:path w="1038225" h="9525">
                <a:moveTo>
                  <a:pt x="0" y="0"/>
                </a:moveTo>
                <a:lnTo>
                  <a:pt x="1038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4" name="line-23">
            <a:extLst xmlns:a="http://schemas.openxmlformats.org/drawingml/2006/main">
              <a:ext uri="{FF2B5EF4-FFF2-40B4-BE49-F238E27FC236}">
                <a16:creationId xmlns:a16="http://schemas.microsoft.com/office/drawing/2014/main" id="{A0EE372F-84F0-4E9F-9431-8B8B913D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32" y="35528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5" name="line-24">
            <a:extLst xmlns:a="http://schemas.openxmlformats.org/drawingml/2006/main">
              <a:ext uri="{FF2B5EF4-FFF2-40B4-BE49-F238E27FC236}">
                <a16:creationId xmlns:a16="http://schemas.microsoft.com/office/drawing/2014/main" id="{71596E5F-ADA9-4D0A-8C84-EDFE6ECE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32" y="35113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6" name="line-25">
            <a:extLst xmlns:a="http://schemas.openxmlformats.org/drawingml/2006/main">
              <a:ext uri="{FF2B5EF4-FFF2-40B4-BE49-F238E27FC236}">
                <a16:creationId xmlns:a16="http://schemas.microsoft.com/office/drawing/2014/main" id="{FD2D4CA2-7DCB-4656-BB70-70C02F45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52825"/>
            <a:ext cx="476250" cy="9525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7" name="line-26">
            <a:extLst xmlns:a="http://schemas.openxmlformats.org/drawingml/2006/main">
              <a:ext uri="{FF2B5EF4-FFF2-40B4-BE49-F238E27FC236}">
                <a16:creationId xmlns:a16="http://schemas.microsoft.com/office/drawing/2014/main" id="{59A2F185-86F2-4FBE-B362-D5BE83A0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582" y="35528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8" name="line-27">
            <a:extLst xmlns:a="http://schemas.openxmlformats.org/drawingml/2006/main">
              <a:ext uri="{FF2B5EF4-FFF2-40B4-BE49-F238E27FC236}">
                <a16:creationId xmlns:a16="http://schemas.microsoft.com/office/drawing/2014/main" id="{95CB458A-66CA-4C6C-8AE2-E8A5AD13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582" y="35113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9" name="reveal1-object-28">
            <a:extLst xmlns:a="http://schemas.openxmlformats.org/drawingml/2006/main">
              <a:ext uri="{FF2B5EF4-FFF2-40B4-BE49-F238E27FC236}">
                <a16:creationId xmlns:a16="http://schemas.microsoft.com/office/drawing/2014/main" id="{6713CA6D-DC21-4F27-99B7-D4DDD9BF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71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① 暂停   ② 恢复</a:t>
            </a:r>
          </a:p>
        </p:txBody>
      </p:sp>
      <p:sp>
        <p:nvSpPr>
          <p:cNvPr id="30" name="reveal1-line-29">
            <a:extLst xmlns:a="http://schemas.openxmlformats.org/drawingml/2006/main">
              <a:ext uri="{FF2B5EF4-FFF2-40B4-BE49-F238E27FC236}">
                <a16:creationId xmlns:a16="http://schemas.microsoft.com/office/drawing/2014/main" id="{13BE076D-F665-4457-A084-DCD83F7D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19375"/>
            <a:ext cx="9525" cy="44450"/>
          </a:xfrm>
          <a:custGeom xmlns:a="http://schemas.openxmlformats.org/drawingml/2006/main">
            <a:pathLst>
              <a:path w="9525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31" name="reveal1-line-30">
            <a:extLst xmlns:a="http://schemas.openxmlformats.org/drawingml/2006/main">
              <a:ext uri="{FF2B5EF4-FFF2-40B4-BE49-F238E27FC236}">
                <a16:creationId xmlns:a16="http://schemas.microsoft.com/office/drawing/2014/main" id="{DEF53B6E-80A3-42E8-9485-720586EE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08275"/>
            <a:ext cx="9525" cy="44450"/>
          </a:xfrm>
          <a:custGeom xmlns:a="http://schemas.openxmlformats.org/drawingml/2006/main">
            <a:pathLst>
              <a:path w="9525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32" name="reveal1-line-31">
            <a:extLst xmlns:a="http://schemas.openxmlformats.org/drawingml/2006/main">
              <a:ext uri="{FF2B5EF4-FFF2-40B4-BE49-F238E27FC236}">
                <a16:creationId xmlns:a16="http://schemas.microsoft.com/office/drawing/2014/main" id="{07A81AE3-2F28-41C0-ADFC-68A5D757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97175"/>
            <a:ext cx="9525" cy="44450"/>
          </a:xfrm>
          <a:custGeom xmlns:a="http://schemas.openxmlformats.org/drawingml/2006/main">
            <a:pathLst>
              <a:path w="9525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33" name="reveal1-line-32">
            <a:extLst xmlns:a="http://schemas.openxmlformats.org/drawingml/2006/main">
              <a:ext uri="{FF2B5EF4-FFF2-40B4-BE49-F238E27FC236}">
                <a16:creationId xmlns:a16="http://schemas.microsoft.com/office/drawing/2014/main" id="{CA917156-270F-4314-BED5-7C6019A4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86075"/>
            <a:ext cx="9525" cy="44450"/>
          </a:xfrm>
          <a:custGeom xmlns:a="http://schemas.openxmlformats.org/drawingml/2006/main">
            <a:pathLst>
              <a:path w="9525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34" name="reveal1-line-33">
            <a:extLst xmlns:a="http://schemas.openxmlformats.org/drawingml/2006/main">
              <a:ext uri="{FF2B5EF4-FFF2-40B4-BE49-F238E27FC236}">
                <a16:creationId xmlns:a16="http://schemas.microsoft.com/office/drawing/2014/main" id="{CFAA83F6-621A-4BE1-B549-00A80FAE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974975"/>
            <a:ext cx="9525" cy="44450"/>
          </a:xfrm>
          <a:custGeom xmlns:a="http://schemas.openxmlformats.org/drawingml/2006/main">
            <a:pathLst>
              <a:path w="9525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35" name="reveal1-line-34">
            <a:extLst xmlns:a="http://schemas.openxmlformats.org/drawingml/2006/main">
              <a:ext uri="{FF2B5EF4-FFF2-40B4-BE49-F238E27FC236}">
                <a16:creationId xmlns:a16="http://schemas.microsoft.com/office/drawing/2014/main" id="{EA43D2F5-B838-4D8B-BE14-9E41A306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3875"/>
            <a:ext cx="9525" cy="44450"/>
          </a:xfrm>
          <a:custGeom xmlns:a="http://schemas.openxmlformats.org/drawingml/2006/main">
            <a:pathLst>
              <a:path w="9525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36" name="reveal1-line-35">
            <a:extLst xmlns:a="http://schemas.openxmlformats.org/drawingml/2006/main">
              <a:ext uri="{FF2B5EF4-FFF2-40B4-BE49-F238E27FC236}">
                <a16:creationId xmlns:a16="http://schemas.microsoft.com/office/drawing/2014/main" id="{22952697-F52D-436F-A6CD-E8C27192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1695" y="3067007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7" name="reveal1-line-36">
            <a:extLst xmlns:a="http://schemas.openxmlformats.org/drawingml/2006/main">
              <a:ext uri="{FF2B5EF4-FFF2-40B4-BE49-F238E27FC236}">
                <a16:creationId xmlns:a16="http://schemas.microsoft.com/office/drawing/2014/main" id="{9870E6EF-1508-46E0-99FB-F33562D8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07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38" name="reveal1-object-37">
            <a:extLst xmlns:a="http://schemas.openxmlformats.org/drawingml/2006/main">
              <a:ext uri="{FF2B5EF4-FFF2-40B4-BE49-F238E27FC236}">
                <a16:creationId xmlns:a16="http://schemas.microsoft.com/office/drawing/2014/main" id="{24E5B16C-485E-46D0-BC8F-C659B046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387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朴素做法：立即截断数据流，</a:t>
            </a:r>
          </a:p>
          <a:p xmlns:a="http://schemas.openxmlformats.org/drawingml/2006/main">
            <a:pPr algn="ctr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再原样接回。会听到：</a:t>
            </a:r>
          </a:p>
          <a:p xmlns:a="http://schemas.openxmlformats.org/drawingml/2006/main">
            <a:pPr algn="ctr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暂停“啪”、恢复“bang”。</a:t>
            </a:r>
          </a:p>
        </p:txBody>
      </p:sp>
      <p:sp>
        <p:nvSpPr>
          <p:cNvPr id="39" name="reveal2-object-38">
            <a:extLst xmlns:a="http://schemas.openxmlformats.org/drawingml/2006/main">
              <a:ext uri="{FF2B5EF4-FFF2-40B4-BE49-F238E27FC236}">
                <a16:creationId xmlns:a16="http://schemas.microsoft.com/office/drawing/2014/main" id="{EB0C5BC7-EBC3-41CC-91AE-82DFDEF1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1717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③ 切到耳机</a:t>
            </a:r>
          </a:p>
        </p:txBody>
      </p:sp>
      <p:sp>
        <p:nvSpPr>
          <p:cNvPr id="40" name="reveal2-line-39">
            <a:extLst xmlns:a="http://schemas.openxmlformats.org/drawingml/2006/main">
              <a:ext uri="{FF2B5EF4-FFF2-40B4-BE49-F238E27FC236}">
                <a16:creationId xmlns:a16="http://schemas.microsoft.com/office/drawing/2014/main" id="{DAF2FC45-2D76-431C-9ACA-73F29BD5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28900"/>
            <a:ext cx="9525" cy="20638"/>
          </a:xfrm>
          <a:custGeom xmlns:a="http://schemas.openxmlformats.org/drawingml/2006/main">
            <a:pathLst>
              <a:path w="9525" h="20638">
                <a:moveTo>
                  <a:pt x="0" y="0"/>
                </a:moveTo>
                <a:lnTo>
                  <a:pt x="0" y="206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41" name="reveal2-line-40">
            <a:extLst xmlns:a="http://schemas.openxmlformats.org/drawingml/2006/main">
              <a:ext uri="{FF2B5EF4-FFF2-40B4-BE49-F238E27FC236}">
                <a16:creationId xmlns:a16="http://schemas.microsoft.com/office/drawing/2014/main" id="{87D949B1-517C-42ED-A84C-C37DFD30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70175"/>
            <a:ext cx="9525" cy="20638"/>
          </a:xfrm>
          <a:custGeom xmlns:a="http://schemas.openxmlformats.org/drawingml/2006/main">
            <a:pathLst>
              <a:path w="9525" h="20638">
                <a:moveTo>
                  <a:pt x="0" y="0"/>
                </a:moveTo>
                <a:lnTo>
                  <a:pt x="0" y="206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42" name="reveal2-line-41">
            <a:extLst xmlns:a="http://schemas.openxmlformats.org/drawingml/2006/main">
              <a:ext uri="{FF2B5EF4-FFF2-40B4-BE49-F238E27FC236}">
                <a16:creationId xmlns:a16="http://schemas.microsoft.com/office/drawing/2014/main" id="{F405C421-AA6D-4996-9110-E1AE60AF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11450"/>
            <a:ext cx="9525" cy="20637"/>
          </a:xfrm>
          <a:custGeom xmlns:a="http://schemas.openxmlformats.org/drawingml/2006/main">
            <a:pathLst>
              <a:path w="9525" h="20637">
                <a:moveTo>
                  <a:pt x="0" y="0"/>
                </a:moveTo>
                <a:lnTo>
                  <a:pt x="0" y="2063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43" name="reveal2-line-42">
            <a:extLst xmlns:a="http://schemas.openxmlformats.org/drawingml/2006/main">
              <a:ext uri="{FF2B5EF4-FFF2-40B4-BE49-F238E27FC236}">
                <a16:creationId xmlns:a16="http://schemas.microsoft.com/office/drawing/2014/main" id="{C29255CC-4A14-405A-91E9-9F3ADB24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52725"/>
            <a:ext cx="9525" cy="20638"/>
          </a:xfrm>
          <a:custGeom xmlns:a="http://schemas.openxmlformats.org/drawingml/2006/main">
            <a:pathLst>
              <a:path w="9525" h="20638">
                <a:moveTo>
                  <a:pt x="0" y="0"/>
                </a:moveTo>
                <a:lnTo>
                  <a:pt x="0" y="206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44" name="reveal2-line-43">
            <a:extLst xmlns:a="http://schemas.openxmlformats.org/drawingml/2006/main">
              <a:ext uri="{FF2B5EF4-FFF2-40B4-BE49-F238E27FC236}">
                <a16:creationId xmlns:a16="http://schemas.microsoft.com/office/drawing/2014/main" id="{8F0E8F05-A4D1-4662-A737-5B0ECC95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94000"/>
            <a:ext cx="9525" cy="20638"/>
          </a:xfrm>
          <a:custGeom xmlns:a="http://schemas.openxmlformats.org/drawingml/2006/main">
            <a:pathLst>
              <a:path w="9525" h="20638">
                <a:moveTo>
                  <a:pt x="0" y="0"/>
                </a:moveTo>
                <a:lnTo>
                  <a:pt x="0" y="2063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45" name="reveal2-line-44">
            <a:extLst xmlns:a="http://schemas.openxmlformats.org/drawingml/2006/main">
              <a:ext uri="{FF2B5EF4-FFF2-40B4-BE49-F238E27FC236}">
                <a16:creationId xmlns:a16="http://schemas.microsoft.com/office/drawing/2014/main" id="{EF376D7F-D985-4DFD-B308-05B2BE97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35275"/>
            <a:ext cx="9525" cy="20637"/>
          </a:xfrm>
          <a:custGeom xmlns:a="http://schemas.openxmlformats.org/drawingml/2006/main">
            <a:pathLst>
              <a:path w="9525" h="20637">
                <a:moveTo>
                  <a:pt x="0" y="0"/>
                </a:moveTo>
                <a:lnTo>
                  <a:pt x="0" y="2063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46" name="reveal2-line-45">
            <a:extLst xmlns:a="http://schemas.openxmlformats.org/drawingml/2006/main">
              <a:ext uri="{FF2B5EF4-FFF2-40B4-BE49-F238E27FC236}">
                <a16:creationId xmlns:a16="http://schemas.microsoft.com/office/drawing/2014/main" id="{6E21B5BB-E7E0-4D56-ADF7-0C4270FA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770" y="2790782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47" name="reveal2-line-46">
            <a:extLst xmlns:a="http://schemas.openxmlformats.org/drawingml/2006/main">
              <a:ext uri="{FF2B5EF4-FFF2-40B4-BE49-F238E27FC236}">
                <a16:creationId xmlns:a16="http://schemas.microsoft.com/office/drawing/2014/main" id="{6C177643-58D5-4A39-B68F-C430AE48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90782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48" name="reveal2-line-47">
            <a:extLst xmlns:a="http://schemas.openxmlformats.org/drawingml/2006/main">
              <a:ext uri="{FF2B5EF4-FFF2-40B4-BE49-F238E27FC236}">
                <a16:creationId xmlns:a16="http://schemas.microsoft.com/office/drawing/2014/main" id="{448140F9-B226-492D-A8DA-952EDD3A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838" y="2876550"/>
            <a:ext cx="106363" cy="9525"/>
          </a:xfrm>
          <a:custGeom xmlns:a="http://schemas.openxmlformats.org/drawingml/2006/main">
            <a:pathLst>
              <a:path w="106363" h="9525">
                <a:moveTo>
                  <a:pt x="10636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49" name="reveal2-line-48">
            <a:extLst xmlns:a="http://schemas.openxmlformats.org/drawingml/2006/main">
              <a:ext uri="{FF2B5EF4-FFF2-40B4-BE49-F238E27FC236}">
                <a16:creationId xmlns:a16="http://schemas.microsoft.com/office/drawing/2014/main" id="{36723F9E-4EC6-44D8-85A0-9E347D1C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2876550"/>
            <a:ext cx="106363" cy="9525"/>
          </a:xfrm>
          <a:custGeom xmlns:a="http://schemas.openxmlformats.org/drawingml/2006/main">
            <a:pathLst>
              <a:path w="106363" h="9525">
                <a:moveTo>
                  <a:pt x="10636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50" name="reveal2-line-49">
            <a:extLst xmlns:a="http://schemas.openxmlformats.org/drawingml/2006/main">
              <a:ext uri="{FF2B5EF4-FFF2-40B4-BE49-F238E27FC236}">
                <a16:creationId xmlns:a16="http://schemas.microsoft.com/office/drawing/2014/main" id="{D1DBAB4A-10E4-415C-91A7-20DD0CEF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388" y="2876550"/>
            <a:ext cx="106363" cy="9525"/>
          </a:xfrm>
          <a:custGeom xmlns:a="http://schemas.openxmlformats.org/drawingml/2006/main">
            <a:pathLst>
              <a:path w="106363" h="9525">
                <a:moveTo>
                  <a:pt x="10636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51" name="reveal2-line-50">
            <a:extLst xmlns:a="http://schemas.openxmlformats.org/drawingml/2006/main">
              <a:ext uri="{FF2B5EF4-FFF2-40B4-BE49-F238E27FC236}">
                <a16:creationId xmlns:a16="http://schemas.microsoft.com/office/drawing/2014/main" id="{02BE64CD-895A-421A-AA5A-98FBDD50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663" y="2876550"/>
            <a:ext cx="106362" cy="9525"/>
          </a:xfrm>
          <a:custGeom xmlns:a="http://schemas.openxmlformats.org/drawingml/2006/main">
            <a:pathLst>
              <a:path w="106362" h="9525">
                <a:moveTo>
                  <a:pt x="10636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52" name="reveal2-line-51">
            <a:extLst xmlns:a="http://schemas.openxmlformats.org/drawingml/2006/main">
              <a:ext uri="{FF2B5EF4-FFF2-40B4-BE49-F238E27FC236}">
                <a16:creationId xmlns:a16="http://schemas.microsoft.com/office/drawing/2014/main" id="{17AFB305-2BDB-498E-A90D-84A38569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876550"/>
            <a:ext cx="106362" cy="9525"/>
          </a:xfrm>
          <a:custGeom xmlns:a="http://schemas.openxmlformats.org/drawingml/2006/main">
            <a:pathLst>
              <a:path w="106362" h="9525">
                <a:moveTo>
                  <a:pt x="10636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53" name="reveal2-line-52">
            <a:extLst xmlns:a="http://schemas.openxmlformats.org/drawingml/2006/main">
              <a:ext uri="{FF2B5EF4-FFF2-40B4-BE49-F238E27FC236}">
                <a16:creationId xmlns:a16="http://schemas.microsoft.com/office/drawing/2014/main" id="{597DA43E-5DDD-4728-8DF8-9306ADE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2213" y="2876550"/>
            <a:ext cx="106363" cy="9525"/>
          </a:xfrm>
          <a:custGeom xmlns:a="http://schemas.openxmlformats.org/drawingml/2006/main">
            <a:pathLst>
              <a:path w="106363" h="9525">
                <a:moveTo>
                  <a:pt x="10636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54" name="reveal2-line-53">
            <a:extLst xmlns:a="http://schemas.openxmlformats.org/drawingml/2006/main">
              <a:ext uri="{FF2B5EF4-FFF2-40B4-BE49-F238E27FC236}">
                <a16:creationId xmlns:a16="http://schemas.microsoft.com/office/drawing/2014/main" id="{17CAD884-412F-4BC1-91DD-D256A5F8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35120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0"/>
                </a:moveTo>
                <a:lnTo>
                  <a:pt x="0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55" name="reveal2-line-54">
            <a:extLst xmlns:a="http://schemas.openxmlformats.org/drawingml/2006/main">
              <a:ext uri="{FF2B5EF4-FFF2-40B4-BE49-F238E27FC236}">
                <a16:creationId xmlns:a16="http://schemas.microsoft.com/office/drawing/2014/main" id="{703857FB-C4EE-436D-9DEB-E49AE277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76550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41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56" name="reveal2-line-55">
            <a:extLst xmlns:a="http://schemas.openxmlformats.org/drawingml/2006/main">
              <a:ext uri="{FF2B5EF4-FFF2-40B4-BE49-F238E27FC236}">
                <a16:creationId xmlns:a16="http://schemas.microsoft.com/office/drawing/2014/main" id="{B86156F4-92AB-4B57-8EF5-4138E026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76550"/>
            <a:ext cx="9525" cy="23019"/>
          </a:xfrm>
          <a:custGeom xmlns:a="http://schemas.openxmlformats.org/drawingml/2006/main">
            <a:pathLst>
              <a:path w="9525" h="23019">
                <a:moveTo>
                  <a:pt x="0" y="0"/>
                </a:moveTo>
                <a:lnTo>
                  <a:pt x="0" y="230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57" name="reveal2-line-56">
            <a:extLst xmlns:a="http://schemas.openxmlformats.org/drawingml/2006/main">
              <a:ext uri="{FF2B5EF4-FFF2-40B4-BE49-F238E27FC236}">
                <a16:creationId xmlns:a16="http://schemas.microsoft.com/office/drawing/2014/main" id="{69E86590-D054-486F-AF37-EAB50646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22588"/>
            <a:ext cx="9525" cy="23019"/>
          </a:xfrm>
          <a:custGeom xmlns:a="http://schemas.openxmlformats.org/drawingml/2006/main">
            <a:pathLst>
              <a:path w="9525" h="23019">
                <a:moveTo>
                  <a:pt x="0" y="0"/>
                </a:moveTo>
                <a:lnTo>
                  <a:pt x="0" y="230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58" name="reveal2-line-57">
            <a:extLst xmlns:a="http://schemas.openxmlformats.org/drawingml/2006/main">
              <a:ext uri="{FF2B5EF4-FFF2-40B4-BE49-F238E27FC236}">
                <a16:creationId xmlns:a16="http://schemas.microsoft.com/office/drawing/2014/main" id="{08E4BB6D-47A9-4E6E-AC1B-41528165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68625"/>
            <a:ext cx="9525" cy="23019"/>
          </a:xfrm>
          <a:custGeom xmlns:a="http://schemas.openxmlformats.org/drawingml/2006/main">
            <a:pathLst>
              <a:path w="9525" h="23019">
                <a:moveTo>
                  <a:pt x="0" y="0"/>
                </a:moveTo>
                <a:lnTo>
                  <a:pt x="0" y="230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59" name="reveal2-line-58">
            <a:extLst xmlns:a="http://schemas.openxmlformats.org/drawingml/2006/main">
              <a:ext uri="{FF2B5EF4-FFF2-40B4-BE49-F238E27FC236}">
                <a16:creationId xmlns:a16="http://schemas.microsoft.com/office/drawing/2014/main" id="{25A44DE4-A526-47E4-8F81-D9A96083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14663"/>
            <a:ext cx="9525" cy="23019"/>
          </a:xfrm>
          <a:custGeom xmlns:a="http://schemas.openxmlformats.org/drawingml/2006/main">
            <a:pathLst>
              <a:path w="9525" h="23019">
                <a:moveTo>
                  <a:pt x="0" y="0"/>
                </a:moveTo>
                <a:lnTo>
                  <a:pt x="0" y="230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60" name="reveal2-line-59">
            <a:extLst xmlns:a="http://schemas.openxmlformats.org/drawingml/2006/main">
              <a:ext uri="{FF2B5EF4-FFF2-40B4-BE49-F238E27FC236}">
                <a16:creationId xmlns:a16="http://schemas.microsoft.com/office/drawing/2014/main" id="{69DDA07B-74CE-411F-B42C-4345D06C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0700"/>
            <a:ext cx="9525" cy="23019"/>
          </a:xfrm>
          <a:custGeom xmlns:a="http://schemas.openxmlformats.org/drawingml/2006/main">
            <a:pathLst>
              <a:path w="9525" h="23019">
                <a:moveTo>
                  <a:pt x="0" y="0"/>
                </a:moveTo>
                <a:lnTo>
                  <a:pt x="0" y="230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61" name="reveal2-line-60">
            <a:extLst xmlns:a="http://schemas.openxmlformats.org/drawingml/2006/main">
              <a:ext uri="{FF2B5EF4-FFF2-40B4-BE49-F238E27FC236}">
                <a16:creationId xmlns:a16="http://schemas.microsoft.com/office/drawing/2014/main" id="{9CDDA6BD-836B-4E4E-8645-BE7C5E6D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06738"/>
            <a:ext cx="9525" cy="23019"/>
          </a:xfrm>
          <a:custGeom xmlns:a="http://schemas.openxmlformats.org/drawingml/2006/main">
            <a:pathLst>
              <a:path w="9525" h="23019">
                <a:moveTo>
                  <a:pt x="0" y="0"/>
                </a:moveTo>
                <a:lnTo>
                  <a:pt x="0" y="2301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62" name="reveal2-line-61">
            <a:extLst xmlns:a="http://schemas.openxmlformats.org/drawingml/2006/main">
              <a:ext uri="{FF2B5EF4-FFF2-40B4-BE49-F238E27FC236}">
                <a16:creationId xmlns:a16="http://schemas.microsoft.com/office/drawing/2014/main" id="{F66216A8-E341-4E4F-B76F-4E0FB6FB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4420" y="3067007"/>
            <a:ext cx="41430" cy="85768"/>
          </a:xfrm>
          <a:custGeom xmlns:a="http://schemas.openxmlformats.org/drawingml/2006/main">
            <a:pathLst>
              <a:path w="41430" h="85768">
                <a:moveTo>
                  <a:pt x="0" y="0"/>
                </a:moveTo>
                <a:lnTo>
                  <a:pt x="4143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63" name="reveal2-line-62">
            <a:extLst xmlns:a="http://schemas.openxmlformats.org/drawingml/2006/main">
              <a:ext uri="{FF2B5EF4-FFF2-40B4-BE49-F238E27FC236}">
                <a16:creationId xmlns:a16="http://schemas.microsoft.com/office/drawing/2014/main" id="{9D4CA976-6645-4AF3-97D2-21E27C9A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07"/>
            <a:ext cx="41430" cy="85768"/>
          </a:xfrm>
          <a:custGeom xmlns:a="http://schemas.openxmlformats.org/drawingml/2006/main">
            <a:pathLst>
              <a:path w="41430" h="85768">
                <a:moveTo>
                  <a:pt x="41430" y="0"/>
                </a:moveTo>
                <a:lnTo>
                  <a:pt x="0" y="85768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64" name="reveal2-object-63">
            <a:extLst xmlns:a="http://schemas.openxmlformats.org/drawingml/2006/main">
              <a:ext uri="{FF2B5EF4-FFF2-40B4-BE49-F238E27FC236}">
                <a16:creationId xmlns:a16="http://schemas.microsoft.com/office/drawing/2014/main" id="{75C3E1CC-61FF-4DF5-88D6-16BC821B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8387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朴素做法：从扬声器拔下，</a:t>
            </a:r>
          </a:p>
          <a:p xmlns:a="http://schemas.openxmlformats.org/drawingml/2006/main">
            <a:pPr algn="ctr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直接插到耳机上。会听到：</a:t>
            </a:r>
          </a:p>
          <a:p xmlns:a="http://schemas.openxmlformats.org/drawingml/2006/main">
            <a:pPr algn="ctr">
              <a:def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歌断一拍。</a:t>
            </a:r>
          </a:p>
        </p:txBody>
      </p:sp>
      <p:sp>
        <p:nvSpPr>
          <p:cNvPr id="65" name="reveal2-object-64">
            <a:extLst xmlns:a="http://schemas.openxmlformats.org/drawingml/2006/main">
              <a:ext uri="{FF2B5EF4-FFF2-40B4-BE49-F238E27FC236}">
                <a16:creationId xmlns:a16="http://schemas.microsoft.com/office/drawing/2014/main" id="{952EA7AF-13DC-4426-9166-ED9FBF63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真实引擎这三步一步都不敢做。后面三页，把三个朴素做法逐个推翻。</a:t>
            </a:r>
          </a:p>
        </p:txBody>
      </p:sp>
      <p:sp>
        <p:nvSpPr>
          <p:cNvPr id="66" name="object-65">
            <a:extLst xmlns:a="http://schemas.openxmlformats.org/drawingml/2006/main">
              <a:ext uri="{FF2B5EF4-FFF2-40B4-BE49-F238E27FC236}">
                <a16:creationId xmlns:a16="http://schemas.microsoft.com/office/drawing/2014/main" id="{281691A0-1526-4112-A691-8ECB0C07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实线表示数据；虚线表示控制。处理链为简化示意。</a:t>
            </a:r>
          </a:p>
        </p:txBody>
      </p:sp>
      <p:sp>
        <p:nvSpPr>
          <p:cNvPr id="67" name="object-66">
            <a:extLst xmlns:a="http://schemas.openxmlformats.org/drawingml/2006/main">
              <a:ext uri="{FF2B5EF4-FFF2-40B4-BE49-F238E27FC236}">
                <a16:creationId xmlns:a16="http://schemas.microsoft.com/office/drawing/2014/main" id="{7F8E310C-EF11-4A03-A403-318B7CFC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9769430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1"/>
      <p:bldP spid="30" grpId="1"/>
      <p:bldP spid="31" grpId="1"/>
      <p:bldP spid="32" grpId="1"/>
      <p:bldP spid="33" grpId="1"/>
      <p:bldP spid="34" grpId="1"/>
      <p:bldP spid="35" grpId="1"/>
      <p:bldP spid="36" grpId="1"/>
      <p:bldP spid="37" grpId="1"/>
      <p:bldP spid="38" grpId="1"/>
      <p:bldP spid="39" grpId="2"/>
      <p:bldP spid="40" grpId="2"/>
      <p:bldP spid="41" grpId="2"/>
      <p:bldP spid="42" grpId="2"/>
      <p:bldP spid="43" grpId="2"/>
      <p:bldP spid="44" grpId="2"/>
      <p:bldP spid="45" grpId="2"/>
      <p:bldP spid="46" grpId="2"/>
      <p:bldP spid="47" grpId="2"/>
      <p:bldP spid="48" grpId="2"/>
      <p:bldP spid="49" grpId="2"/>
      <p:bldP spid="50" grpId="2"/>
      <p:bldP spid="51" grpId="2"/>
      <p:bldP spid="52" grpId="2"/>
      <p:bldP spid="53" grpId="2"/>
      <p:bldP spid="54" grpId="2"/>
      <p:bldP spid="55" grpId="2"/>
      <p:bldP spid="56" grpId="2"/>
      <p:bldP spid="57" grpId="2"/>
      <p:bldP spid="58" grpId="2"/>
      <p:bldP spid="59" grpId="2"/>
      <p:bldP spid="60" grpId="2"/>
      <p:bldP spid="61" grpId="2"/>
      <p:bldP spid="62" grpId="2"/>
      <p:bldP spid="63" grpId="2"/>
      <p:bldP spid="64" grpId="2"/>
      <p:bldP spid="65" grpId="2"/>
    </p:bld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9" name="object-67">
            <a:extLst xmlns:a="http://schemas.openxmlformats.org/drawingml/2006/main">
              <a:ext uri="{FF2B5EF4-FFF2-40B4-BE49-F238E27FC236}">
                <a16:creationId xmlns:a16="http://schemas.microsoft.com/office/drawing/2014/main" id="{4FB0842B-CC95-437B-946B-C725311B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暂停时，先淡出，再断开</a:t>
            </a:r>
          </a:p>
        </p:txBody>
      </p:sp>
      <p:sp>
        <p:nvSpPr>
          <p:cNvPr id="2" name="object-68">
            <a:extLst xmlns:a="http://schemas.openxmlformats.org/drawingml/2006/main">
              <a:ext uri="{FF2B5EF4-FFF2-40B4-BE49-F238E27FC236}">
                <a16:creationId xmlns:a16="http://schemas.microsoft.com/office/drawing/2014/main" id="{39A43B7D-7AAD-40C6-9407-9CFDB53B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直接截断</a:t>
            </a:r>
          </a:p>
        </p:txBody>
      </p:sp>
      <p:sp>
        <p:nvSpPr>
          <p:cNvPr id="3" name="line-69">
            <a:extLst xmlns:a="http://schemas.openxmlformats.org/drawingml/2006/main">
              <a:ext uri="{FF2B5EF4-FFF2-40B4-BE49-F238E27FC236}">
                <a16:creationId xmlns:a16="http://schemas.microsoft.com/office/drawing/2014/main" id="{A6115DB3-58DA-4C0E-B3C2-91D87105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83570"/>
            <a:ext cx="25003" cy="37758"/>
          </a:xfrm>
          <a:custGeom xmlns:a="http://schemas.openxmlformats.org/drawingml/2006/main">
            <a:pathLst>
              <a:path w="25003" h="37758">
                <a:moveTo>
                  <a:pt x="0" y="37758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" name="line-70">
            <a:extLst xmlns:a="http://schemas.openxmlformats.org/drawingml/2006/main">
              <a:ext uri="{FF2B5EF4-FFF2-40B4-BE49-F238E27FC236}">
                <a16:creationId xmlns:a16="http://schemas.microsoft.com/office/drawing/2014/main" id="{C74CDC06-81E8-4DFA-B308-9DCBD196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003" y="1564223"/>
            <a:ext cx="25003" cy="19347"/>
          </a:xfrm>
          <a:custGeom xmlns:a="http://schemas.openxmlformats.org/drawingml/2006/main">
            <a:pathLst>
              <a:path w="25003" h="19347">
                <a:moveTo>
                  <a:pt x="0" y="19347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" name="line-71">
            <a:extLst xmlns:a="http://schemas.openxmlformats.org/drawingml/2006/main">
              <a:ext uri="{FF2B5EF4-FFF2-40B4-BE49-F238E27FC236}">
                <a16:creationId xmlns:a16="http://schemas.microsoft.com/office/drawing/2014/main" id="{ABCF4405-6105-42E9-B741-53A11F13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006" y="1564223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95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" name="line-72">
            <a:extLst xmlns:a="http://schemas.openxmlformats.org/drawingml/2006/main">
              <a:ext uri="{FF2B5EF4-FFF2-40B4-BE49-F238E27FC236}">
                <a16:creationId xmlns:a16="http://schemas.microsoft.com/office/drawing/2014/main" id="{4925ED9F-C3BE-42F5-BEEA-9C8F1A90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009" y="1565181"/>
            <a:ext cx="25003" cy="21168"/>
          </a:xfrm>
          <a:custGeom xmlns:a="http://schemas.openxmlformats.org/drawingml/2006/main">
            <a:pathLst>
              <a:path w="25003" h="21168">
                <a:moveTo>
                  <a:pt x="0" y="0"/>
                </a:moveTo>
                <a:lnTo>
                  <a:pt x="25003" y="2116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" name="line-73">
            <a:extLst xmlns:a="http://schemas.openxmlformats.org/drawingml/2006/main">
              <a:ext uri="{FF2B5EF4-FFF2-40B4-BE49-F238E27FC236}">
                <a16:creationId xmlns:a16="http://schemas.microsoft.com/office/drawing/2014/main" id="{463C67EB-9890-407F-B000-743B02F5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1586349"/>
            <a:ext cx="25003" cy="39307"/>
          </a:xfrm>
          <a:custGeom xmlns:a="http://schemas.openxmlformats.org/drawingml/2006/main">
            <a:pathLst>
              <a:path w="25003" h="39307">
                <a:moveTo>
                  <a:pt x="0" y="0"/>
                </a:moveTo>
                <a:lnTo>
                  <a:pt x="25003" y="3930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8" name="line-74">
            <a:extLst xmlns:a="http://schemas.openxmlformats.org/drawingml/2006/main">
              <a:ext uri="{FF2B5EF4-FFF2-40B4-BE49-F238E27FC236}">
                <a16:creationId xmlns:a16="http://schemas.microsoft.com/office/drawing/2014/main" id="{DF0C53B8-A851-4692-B061-10588194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016" y="1625655"/>
            <a:ext cx="25003" cy="53598"/>
          </a:xfrm>
          <a:custGeom xmlns:a="http://schemas.openxmlformats.org/drawingml/2006/main">
            <a:pathLst>
              <a:path w="25003" h="53598">
                <a:moveTo>
                  <a:pt x="0" y="0"/>
                </a:moveTo>
                <a:lnTo>
                  <a:pt x="25003" y="5359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9" name="line-75">
            <a:extLst xmlns:a="http://schemas.openxmlformats.org/drawingml/2006/main">
              <a:ext uri="{FF2B5EF4-FFF2-40B4-BE49-F238E27FC236}">
                <a16:creationId xmlns:a16="http://schemas.microsoft.com/office/drawing/2014/main" id="{3B14A0D2-9507-4CD5-9783-3B637699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019" y="1679253"/>
            <a:ext cx="25003" cy="62642"/>
          </a:xfrm>
          <a:custGeom xmlns:a="http://schemas.openxmlformats.org/drawingml/2006/main">
            <a:pathLst>
              <a:path w="25003" h="62642">
                <a:moveTo>
                  <a:pt x="0" y="0"/>
                </a:moveTo>
                <a:lnTo>
                  <a:pt x="25003" y="6264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0" name="line-76">
            <a:extLst xmlns:a="http://schemas.openxmlformats.org/drawingml/2006/main">
              <a:ext uri="{FF2B5EF4-FFF2-40B4-BE49-F238E27FC236}">
                <a16:creationId xmlns:a16="http://schemas.microsoft.com/office/drawing/2014/main" id="{05583715-2196-4EDB-986A-F9C3705C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022" y="1741895"/>
            <a:ext cx="25003" cy="65555"/>
          </a:xfrm>
          <a:custGeom xmlns:a="http://schemas.openxmlformats.org/drawingml/2006/main">
            <a:pathLst>
              <a:path w="25003" h="65555">
                <a:moveTo>
                  <a:pt x="0" y="0"/>
                </a:moveTo>
                <a:lnTo>
                  <a:pt x="25003" y="6555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1" name="line-77">
            <a:extLst xmlns:a="http://schemas.openxmlformats.org/drawingml/2006/main">
              <a:ext uri="{FF2B5EF4-FFF2-40B4-BE49-F238E27FC236}">
                <a16:creationId xmlns:a16="http://schemas.microsoft.com/office/drawing/2014/main" id="{0327BE7F-61E2-496F-A41D-314790B9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807449"/>
            <a:ext cx="25003" cy="62050"/>
          </a:xfrm>
          <a:custGeom xmlns:a="http://schemas.openxmlformats.org/drawingml/2006/main">
            <a:pathLst>
              <a:path w="25003" h="62050">
                <a:moveTo>
                  <a:pt x="0" y="0"/>
                </a:moveTo>
                <a:lnTo>
                  <a:pt x="25003" y="62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2" name="line-78">
            <a:extLst xmlns:a="http://schemas.openxmlformats.org/drawingml/2006/main">
              <a:ext uri="{FF2B5EF4-FFF2-40B4-BE49-F238E27FC236}">
                <a16:creationId xmlns:a16="http://schemas.microsoft.com/office/drawing/2014/main" id="{7F998881-3FB3-4379-895E-915D5567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1028" y="1869500"/>
            <a:ext cx="25003" cy="52472"/>
          </a:xfrm>
          <a:custGeom xmlns:a="http://schemas.openxmlformats.org/drawingml/2006/main">
            <a:pathLst>
              <a:path w="25003" h="52472">
                <a:moveTo>
                  <a:pt x="0" y="0"/>
                </a:moveTo>
                <a:lnTo>
                  <a:pt x="25003" y="5247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3" name="line-79">
            <a:extLst xmlns:a="http://schemas.openxmlformats.org/drawingml/2006/main">
              <a:ext uri="{FF2B5EF4-FFF2-40B4-BE49-F238E27FC236}">
                <a16:creationId xmlns:a16="http://schemas.microsoft.com/office/drawing/2014/main" id="{84239F42-F8F1-4C62-9683-2544272C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031" y="1921972"/>
            <a:ext cx="25003" cy="37758"/>
          </a:xfrm>
          <a:custGeom xmlns:a="http://schemas.openxmlformats.org/drawingml/2006/main">
            <a:pathLst>
              <a:path w="25003" h="37758">
                <a:moveTo>
                  <a:pt x="0" y="0"/>
                </a:moveTo>
                <a:lnTo>
                  <a:pt x="25003" y="377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4" name="line-80">
            <a:extLst xmlns:a="http://schemas.openxmlformats.org/drawingml/2006/main">
              <a:ext uri="{FF2B5EF4-FFF2-40B4-BE49-F238E27FC236}">
                <a16:creationId xmlns:a16="http://schemas.microsoft.com/office/drawing/2014/main" id="{3C9F9421-3914-455B-A976-C8DBF527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1034" y="1959730"/>
            <a:ext cx="25003" cy="19347"/>
          </a:xfrm>
          <a:custGeom xmlns:a="http://schemas.openxmlformats.org/drawingml/2006/main">
            <a:pathLst>
              <a:path w="25003" h="19347">
                <a:moveTo>
                  <a:pt x="0" y="0"/>
                </a:moveTo>
                <a:lnTo>
                  <a:pt x="25003" y="1934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5" name="line-81">
            <a:extLst xmlns:a="http://schemas.openxmlformats.org/drawingml/2006/main">
              <a:ext uri="{FF2B5EF4-FFF2-40B4-BE49-F238E27FC236}">
                <a16:creationId xmlns:a16="http://schemas.microsoft.com/office/drawing/2014/main" id="{68112740-5563-4AAF-9107-C94AAD17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038" y="1978119"/>
            <a:ext cx="25003" cy="9525"/>
          </a:xfrm>
          <a:custGeom xmlns:a="http://schemas.openxmlformats.org/drawingml/2006/main">
            <a:pathLst>
              <a:path w="25003" h="9525">
                <a:moveTo>
                  <a:pt x="0" y="957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6" name="line-82">
            <a:extLst xmlns:a="http://schemas.openxmlformats.org/drawingml/2006/main">
              <a:ext uri="{FF2B5EF4-FFF2-40B4-BE49-F238E27FC236}">
                <a16:creationId xmlns:a16="http://schemas.microsoft.com/office/drawing/2014/main" id="{00DC44FB-5C18-402F-BB5E-54974DCC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1956951"/>
            <a:ext cx="25003" cy="21168"/>
          </a:xfrm>
          <a:custGeom xmlns:a="http://schemas.openxmlformats.org/drawingml/2006/main">
            <a:pathLst>
              <a:path w="25003" h="21168">
                <a:moveTo>
                  <a:pt x="0" y="21168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7" name="line-83">
            <a:extLst xmlns:a="http://schemas.openxmlformats.org/drawingml/2006/main">
              <a:ext uri="{FF2B5EF4-FFF2-40B4-BE49-F238E27FC236}">
                <a16:creationId xmlns:a16="http://schemas.microsoft.com/office/drawing/2014/main" id="{6360B45A-FB3B-4ACC-B4F2-64BCEA72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044" y="1917645"/>
            <a:ext cx="25003" cy="39307"/>
          </a:xfrm>
          <a:custGeom xmlns:a="http://schemas.openxmlformats.org/drawingml/2006/main">
            <a:pathLst>
              <a:path w="25003" h="39307">
                <a:moveTo>
                  <a:pt x="0" y="39307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8" name="line-84">
            <a:extLst xmlns:a="http://schemas.openxmlformats.org/drawingml/2006/main">
              <a:ext uri="{FF2B5EF4-FFF2-40B4-BE49-F238E27FC236}">
                <a16:creationId xmlns:a16="http://schemas.microsoft.com/office/drawing/2014/main" id="{10D47D95-0017-43D1-ADDA-0D78E46C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047" y="1864047"/>
            <a:ext cx="25003" cy="53598"/>
          </a:xfrm>
          <a:custGeom xmlns:a="http://schemas.openxmlformats.org/drawingml/2006/main">
            <a:pathLst>
              <a:path w="25003" h="53598">
                <a:moveTo>
                  <a:pt x="0" y="53598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19" name="line-85">
            <a:extLst xmlns:a="http://schemas.openxmlformats.org/drawingml/2006/main">
              <a:ext uri="{FF2B5EF4-FFF2-40B4-BE49-F238E27FC236}">
                <a16:creationId xmlns:a16="http://schemas.microsoft.com/office/drawing/2014/main" id="{32BF79D4-6B8C-47DB-8C40-99F4BA69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01405"/>
            <a:ext cx="25003" cy="62642"/>
          </a:xfrm>
          <a:custGeom xmlns:a="http://schemas.openxmlformats.org/drawingml/2006/main">
            <a:pathLst>
              <a:path w="25003" h="62642">
                <a:moveTo>
                  <a:pt x="0" y="62642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0" name="line-86">
            <a:extLst xmlns:a="http://schemas.openxmlformats.org/drawingml/2006/main">
              <a:ext uri="{FF2B5EF4-FFF2-40B4-BE49-F238E27FC236}">
                <a16:creationId xmlns:a16="http://schemas.microsoft.com/office/drawing/2014/main" id="{E76C24D9-055B-4D4C-8F8D-3B6337E3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053" y="1735851"/>
            <a:ext cx="25003" cy="65555"/>
          </a:xfrm>
          <a:custGeom xmlns:a="http://schemas.openxmlformats.org/drawingml/2006/main">
            <a:pathLst>
              <a:path w="25003" h="65555">
                <a:moveTo>
                  <a:pt x="0" y="65555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1" name="line-87">
            <a:extLst xmlns:a="http://schemas.openxmlformats.org/drawingml/2006/main">
              <a:ext uri="{FF2B5EF4-FFF2-40B4-BE49-F238E27FC236}">
                <a16:creationId xmlns:a16="http://schemas.microsoft.com/office/drawing/2014/main" id="{92C131CF-D076-4602-A918-186CCEA5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056" y="1673800"/>
            <a:ext cx="25003" cy="62050"/>
          </a:xfrm>
          <a:custGeom xmlns:a="http://schemas.openxmlformats.org/drawingml/2006/main">
            <a:pathLst>
              <a:path w="25003" h="62050">
                <a:moveTo>
                  <a:pt x="0" y="6205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2" name="line-88">
            <a:extLst xmlns:a="http://schemas.openxmlformats.org/drawingml/2006/main">
              <a:ext uri="{FF2B5EF4-FFF2-40B4-BE49-F238E27FC236}">
                <a16:creationId xmlns:a16="http://schemas.microsoft.com/office/drawing/2014/main" id="{7295964E-8123-4890-AFC5-89C18EF8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059" y="1621328"/>
            <a:ext cx="25003" cy="52472"/>
          </a:xfrm>
          <a:custGeom xmlns:a="http://schemas.openxmlformats.org/drawingml/2006/main">
            <a:pathLst>
              <a:path w="25003" h="52472">
                <a:moveTo>
                  <a:pt x="0" y="52472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3" name="line-89">
            <a:extLst xmlns:a="http://schemas.openxmlformats.org/drawingml/2006/main">
              <a:ext uri="{FF2B5EF4-FFF2-40B4-BE49-F238E27FC236}">
                <a16:creationId xmlns:a16="http://schemas.microsoft.com/office/drawing/2014/main" id="{2138CBFC-7556-43E2-896E-6C3869B1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6063" y="1583570"/>
            <a:ext cx="25003" cy="37758"/>
          </a:xfrm>
          <a:custGeom xmlns:a="http://schemas.openxmlformats.org/drawingml/2006/main">
            <a:pathLst>
              <a:path w="25003" h="37758">
                <a:moveTo>
                  <a:pt x="0" y="37758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4" name="line-90">
            <a:extLst xmlns:a="http://schemas.openxmlformats.org/drawingml/2006/main">
              <a:ext uri="{FF2B5EF4-FFF2-40B4-BE49-F238E27FC236}">
                <a16:creationId xmlns:a16="http://schemas.microsoft.com/office/drawing/2014/main" id="{231B7049-E42B-4FA7-AE9F-81C1C90E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1066" y="1564223"/>
            <a:ext cx="25003" cy="19347"/>
          </a:xfrm>
          <a:custGeom xmlns:a="http://schemas.openxmlformats.org/drawingml/2006/main">
            <a:pathLst>
              <a:path w="25003" h="19347">
                <a:moveTo>
                  <a:pt x="0" y="19347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5" name="line-91">
            <a:extLst xmlns:a="http://schemas.openxmlformats.org/drawingml/2006/main">
              <a:ext uri="{FF2B5EF4-FFF2-40B4-BE49-F238E27FC236}">
                <a16:creationId xmlns:a16="http://schemas.microsoft.com/office/drawing/2014/main" id="{30347AA9-BDFF-4DFA-97F6-678687AC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069" y="1564223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95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6" name="line-92">
            <a:extLst xmlns:a="http://schemas.openxmlformats.org/drawingml/2006/main">
              <a:ext uri="{FF2B5EF4-FFF2-40B4-BE49-F238E27FC236}">
                <a16:creationId xmlns:a16="http://schemas.microsoft.com/office/drawing/2014/main" id="{565BE147-C294-49FA-81AC-5000C902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1072" y="1565181"/>
            <a:ext cx="25003" cy="21168"/>
          </a:xfrm>
          <a:custGeom xmlns:a="http://schemas.openxmlformats.org/drawingml/2006/main">
            <a:pathLst>
              <a:path w="25003" h="21168">
                <a:moveTo>
                  <a:pt x="0" y="0"/>
                </a:moveTo>
                <a:lnTo>
                  <a:pt x="25003" y="2116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7" name="line-93">
            <a:extLst xmlns:a="http://schemas.openxmlformats.org/drawingml/2006/main">
              <a:ext uri="{FF2B5EF4-FFF2-40B4-BE49-F238E27FC236}">
                <a16:creationId xmlns:a16="http://schemas.microsoft.com/office/drawing/2014/main" id="{F2B98AB1-1F3B-4743-A217-BB275A93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586349"/>
            <a:ext cx="25003" cy="39307"/>
          </a:xfrm>
          <a:custGeom xmlns:a="http://schemas.openxmlformats.org/drawingml/2006/main">
            <a:pathLst>
              <a:path w="25003" h="39307">
                <a:moveTo>
                  <a:pt x="0" y="0"/>
                </a:moveTo>
                <a:lnTo>
                  <a:pt x="25003" y="3930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8" name="line-94">
            <a:extLst xmlns:a="http://schemas.openxmlformats.org/drawingml/2006/main">
              <a:ext uri="{FF2B5EF4-FFF2-40B4-BE49-F238E27FC236}">
                <a16:creationId xmlns:a16="http://schemas.microsoft.com/office/drawing/2014/main" id="{5583D374-5FC6-4000-A6FC-55871EA8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1078" y="1625655"/>
            <a:ext cx="25003" cy="53598"/>
          </a:xfrm>
          <a:custGeom xmlns:a="http://schemas.openxmlformats.org/drawingml/2006/main">
            <a:pathLst>
              <a:path w="25003" h="53598">
                <a:moveTo>
                  <a:pt x="0" y="0"/>
                </a:moveTo>
                <a:lnTo>
                  <a:pt x="25003" y="5359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29" name="line-95">
            <a:extLst xmlns:a="http://schemas.openxmlformats.org/drawingml/2006/main">
              <a:ext uri="{FF2B5EF4-FFF2-40B4-BE49-F238E27FC236}">
                <a16:creationId xmlns:a16="http://schemas.microsoft.com/office/drawing/2014/main" id="{B7E24F5C-8371-4763-98AA-6E97D3CE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081" y="1679253"/>
            <a:ext cx="25003" cy="62642"/>
          </a:xfrm>
          <a:custGeom xmlns:a="http://schemas.openxmlformats.org/drawingml/2006/main">
            <a:pathLst>
              <a:path w="25003" h="62642">
                <a:moveTo>
                  <a:pt x="0" y="0"/>
                </a:moveTo>
                <a:lnTo>
                  <a:pt x="25003" y="6264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0" name="line-96">
            <a:extLst xmlns:a="http://schemas.openxmlformats.org/drawingml/2006/main">
              <a:ext uri="{FF2B5EF4-FFF2-40B4-BE49-F238E27FC236}">
                <a16:creationId xmlns:a16="http://schemas.microsoft.com/office/drawing/2014/main" id="{7D0879A5-6A5C-4AE3-B0D7-15870DE6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084" y="1741895"/>
            <a:ext cx="25003" cy="65555"/>
          </a:xfrm>
          <a:custGeom xmlns:a="http://schemas.openxmlformats.org/drawingml/2006/main">
            <a:pathLst>
              <a:path w="25003" h="65555">
                <a:moveTo>
                  <a:pt x="0" y="0"/>
                </a:moveTo>
                <a:lnTo>
                  <a:pt x="25003" y="6555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1" name="line-97">
            <a:extLst xmlns:a="http://schemas.openxmlformats.org/drawingml/2006/main">
              <a:ext uri="{FF2B5EF4-FFF2-40B4-BE49-F238E27FC236}">
                <a16:creationId xmlns:a16="http://schemas.microsoft.com/office/drawing/2014/main" id="{E0B86144-C844-43AC-9AA9-A003A21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088" y="1807449"/>
            <a:ext cx="25003" cy="62050"/>
          </a:xfrm>
          <a:custGeom xmlns:a="http://schemas.openxmlformats.org/drawingml/2006/main">
            <a:pathLst>
              <a:path w="25003" h="62050">
                <a:moveTo>
                  <a:pt x="0" y="0"/>
                </a:moveTo>
                <a:lnTo>
                  <a:pt x="25003" y="620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2" name="line-98">
            <a:extLst xmlns:a="http://schemas.openxmlformats.org/drawingml/2006/main">
              <a:ext uri="{FF2B5EF4-FFF2-40B4-BE49-F238E27FC236}">
                <a16:creationId xmlns:a16="http://schemas.microsoft.com/office/drawing/2014/main" id="{34EC7297-E1A9-4EC2-A544-26FEEF59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1091" y="1869500"/>
            <a:ext cx="25003" cy="52472"/>
          </a:xfrm>
          <a:custGeom xmlns:a="http://schemas.openxmlformats.org/drawingml/2006/main">
            <a:pathLst>
              <a:path w="25003" h="52472">
                <a:moveTo>
                  <a:pt x="0" y="0"/>
                </a:moveTo>
                <a:lnTo>
                  <a:pt x="25003" y="5247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3" name="line-99">
            <a:extLst xmlns:a="http://schemas.openxmlformats.org/drawingml/2006/main">
              <a:ext uri="{FF2B5EF4-FFF2-40B4-BE49-F238E27FC236}">
                <a16:creationId xmlns:a16="http://schemas.microsoft.com/office/drawing/2014/main" id="{CDB8A2BD-0D48-455F-99F3-707FB9DE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094" y="1921972"/>
            <a:ext cx="25003" cy="37758"/>
          </a:xfrm>
          <a:custGeom xmlns:a="http://schemas.openxmlformats.org/drawingml/2006/main">
            <a:pathLst>
              <a:path w="25003" h="37758">
                <a:moveTo>
                  <a:pt x="0" y="0"/>
                </a:moveTo>
                <a:lnTo>
                  <a:pt x="25003" y="3775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4" name="line-100">
            <a:extLst xmlns:a="http://schemas.openxmlformats.org/drawingml/2006/main">
              <a:ext uri="{FF2B5EF4-FFF2-40B4-BE49-F238E27FC236}">
                <a16:creationId xmlns:a16="http://schemas.microsoft.com/office/drawing/2014/main" id="{B37878E1-1DDC-445E-8FA8-C30767AE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097" y="1959730"/>
            <a:ext cx="25003" cy="19347"/>
          </a:xfrm>
          <a:custGeom xmlns:a="http://schemas.openxmlformats.org/drawingml/2006/main">
            <a:pathLst>
              <a:path w="25003" h="19347">
                <a:moveTo>
                  <a:pt x="0" y="0"/>
                </a:moveTo>
                <a:lnTo>
                  <a:pt x="25003" y="1934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5" name="line-101">
            <a:extLst xmlns:a="http://schemas.openxmlformats.org/drawingml/2006/main">
              <a:ext uri="{FF2B5EF4-FFF2-40B4-BE49-F238E27FC236}">
                <a16:creationId xmlns:a16="http://schemas.microsoft.com/office/drawing/2014/main" id="{201E8885-0E35-463E-956F-530F4BA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78119"/>
            <a:ext cx="25003" cy="9525"/>
          </a:xfrm>
          <a:custGeom xmlns:a="http://schemas.openxmlformats.org/drawingml/2006/main">
            <a:pathLst>
              <a:path w="25003" h="9525">
                <a:moveTo>
                  <a:pt x="0" y="957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6" name="line-102">
            <a:extLst xmlns:a="http://schemas.openxmlformats.org/drawingml/2006/main">
              <a:ext uri="{FF2B5EF4-FFF2-40B4-BE49-F238E27FC236}">
                <a16:creationId xmlns:a16="http://schemas.microsoft.com/office/drawing/2014/main" id="{8AB1821D-FECC-4EAA-B46B-3E79A1AC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103" y="1956951"/>
            <a:ext cx="25003" cy="21168"/>
          </a:xfrm>
          <a:custGeom xmlns:a="http://schemas.openxmlformats.org/drawingml/2006/main">
            <a:pathLst>
              <a:path w="25003" h="21168">
                <a:moveTo>
                  <a:pt x="0" y="21168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7" name="line-103">
            <a:extLst xmlns:a="http://schemas.openxmlformats.org/drawingml/2006/main">
              <a:ext uri="{FF2B5EF4-FFF2-40B4-BE49-F238E27FC236}">
                <a16:creationId xmlns:a16="http://schemas.microsoft.com/office/drawing/2014/main" id="{22A4D7DF-5BDA-4BBB-BBFF-3F597A8F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106" y="1917645"/>
            <a:ext cx="25003" cy="39307"/>
          </a:xfrm>
          <a:custGeom xmlns:a="http://schemas.openxmlformats.org/drawingml/2006/main">
            <a:pathLst>
              <a:path w="25003" h="39307">
                <a:moveTo>
                  <a:pt x="0" y="39307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8" name="line-104">
            <a:extLst xmlns:a="http://schemas.openxmlformats.org/drawingml/2006/main">
              <a:ext uri="{FF2B5EF4-FFF2-40B4-BE49-F238E27FC236}">
                <a16:creationId xmlns:a16="http://schemas.microsoft.com/office/drawing/2014/main" id="{12E40ABB-97A7-49F6-9D6E-7AAD59C2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1109" y="1864047"/>
            <a:ext cx="25003" cy="53598"/>
          </a:xfrm>
          <a:custGeom xmlns:a="http://schemas.openxmlformats.org/drawingml/2006/main">
            <a:pathLst>
              <a:path w="25003" h="53598">
                <a:moveTo>
                  <a:pt x="0" y="53598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39" name="line-105">
            <a:extLst xmlns:a="http://schemas.openxmlformats.org/drawingml/2006/main">
              <a:ext uri="{FF2B5EF4-FFF2-40B4-BE49-F238E27FC236}">
                <a16:creationId xmlns:a16="http://schemas.microsoft.com/office/drawing/2014/main" id="{DCEB466B-E123-4D1F-8686-5CD9A69C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3" y="1801405"/>
            <a:ext cx="25003" cy="62642"/>
          </a:xfrm>
          <a:custGeom xmlns:a="http://schemas.openxmlformats.org/drawingml/2006/main">
            <a:pathLst>
              <a:path w="25003" h="62642">
                <a:moveTo>
                  <a:pt x="0" y="62642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0" name="line-106">
            <a:extLst xmlns:a="http://schemas.openxmlformats.org/drawingml/2006/main">
              <a:ext uri="{FF2B5EF4-FFF2-40B4-BE49-F238E27FC236}">
                <a16:creationId xmlns:a16="http://schemas.microsoft.com/office/drawing/2014/main" id="{09BAA12B-6CD3-4E72-A0C4-4E4DCBE2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116" y="1735851"/>
            <a:ext cx="25003" cy="65555"/>
          </a:xfrm>
          <a:custGeom xmlns:a="http://schemas.openxmlformats.org/drawingml/2006/main">
            <a:pathLst>
              <a:path w="25003" h="65555">
                <a:moveTo>
                  <a:pt x="0" y="65555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1" name="line-107">
            <a:extLst xmlns:a="http://schemas.openxmlformats.org/drawingml/2006/main">
              <a:ext uri="{FF2B5EF4-FFF2-40B4-BE49-F238E27FC236}">
                <a16:creationId xmlns:a16="http://schemas.microsoft.com/office/drawing/2014/main" id="{269BEE03-B7E2-49C1-A331-F68F3EA9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119" y="1673800"/>
            <a:ext cx="25003" cy="62050"/>
          </a:xfrm>
          <a:custGeom xmlns:a="http://schemas.openxmlformats.org/drawingml/2006/main">
            <a:pathLst>
              <a:path w="25003" h="62050">
                <a:moveTo>
                  <a:pt x="0" y="6205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2" name="line-108">
            <a:extLst xmlns:a="http://schemas.openxmlformats.org/drawingml/2006/main">
              <a:ext uri="{FF2B5EF4-FFF2-40B4-BE49-F238E27FC236}">
                <a16:creationId xmlns:a16="http://schemas.microsoft.com/office/drawing/2014/main" id="{C8B04896-F3A6-4DC8-A71C-E9AC91B9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122" y="1621328"/>
            <a:ext cx="25003" cy="52472"/>
          </a:xfrm>
          <a:custGeom xmlns:a="http://schemas.openxmlformats.org/drawingml/2006/main">
            <a:pathLst>
              <a:path w="25003" h="52472">
                <a:moveTo>
                  <a:pt x="0" y="52472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3" name="line-109">
            <a:extLst xmlns:a="http://schemas.openxmlformats.org/drawingml/2006/main">
              <a:ext uri="{FF2B5EF4-FFF2-40B4-BE49-F238E27FC236}">
                <a16:creationId xmlns:a16="http://schemas.microsoft.com/office/drawing/2014/main" id="{B064222D-45E7-430A-820B-9BEE17A3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83570"/>
            <a:ext cx="25003" cy="37758"/>
          </a:xfrm>
          <a:custGeom xmlns:a="http://schemas.openxmlformats.org/drawingml/2006/main">
            <a:pathLst>
              <a:path w="25003" h="37758">
                <a:moveTo>
                  <a:pt x="0" y="37758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4" name="line-110">
            <a:extLst xmlns:a="http://schemas.openxmlformats.org/drawingml/2006/main">
              <a:ext uri="{FF2B5EF4-FFF2-40B4-BE49-F238E27FC236}">
                <a16:creationId xmlns:a16="http://schemas.microsoft.com/office/drawing/2014/main" id="{736BAD26-3BEC-464D-9FB3-FB3B2777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128" y="1564223"/>
            <a:ext cx="25003" cy="19347"/>
          </a:xfrm>
          <a:custGeom xmlns:a="http://schemas.openxmlformats.org/drawingml/2006/main">
            <a:pathLst>
              <a:path w="25003" h="19347">
                <a:moveTo>
                  <a:pt x="0" y="19347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5" name="line-111">
            <a:extLst xmlns:a="http://schemas.openxmlformats.org/drawingml/2006/main">
              <a:ext uri="{FF2B5EF4-FFF2-40B4-BE49-F238E27FC236}">
                <a16:creationId xmlns:a16="http://schemas.microsoft.com/office/drawing/2014/main" id="{8DA2E983-F719-4752-8897-C24AD7A1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131" y="1564223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95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6" name="line-112">
            <a:extLst xmlns:a="http://schemas.openxmlformats.org/drawingml/2006/main">
              <a:ext uri="{FF2B5EF4-FFF2-40B4-BE49-F238E27FC236}">
                <a16:creationId xmlns:a16="http://schemas.microsoft.com/office/drawing/2014/main" id="{1A21E2E6-B5C3-426B-9806-9A278951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134" y="1565181"/>
            <a:ext cx="25003" cy="21168"/>
          </a:xfrm>
          <a:custGeom xmlns:a="http://schemas.openxmlformats.org/drawingml/2006/main">
            <a:pathLst>
              <a:path w="25003" h="21168">
                <a:moveTo>
                  <a:pt x="0" y="0"/>
                </a:moveTo>
                <a:lnTo>
                  <a:pt x="25003" y="2116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7" name="line-113">
            <a:extLst xmlns:a="http://schemas.openxmlformats.org/drawingml/2006/main">
              <a:ext uri="{FF2B5EF4-FFF2-40B4-BE49-F238E27FC236}">
                <a16:creationId xmlns:a16="http://schemas.microsoft.com/office/drawing/2014/main" id="{5A3320A7-797E-4CD5-ACA1-48F50597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1586349"/>
            <a:ext cx="25003" cy="185301"/>
          </a:xfrm>
          <a:custGeom xmlns:a="http://schemas.openxmlformats.org/drawingml/2006/main">
            <a:pathLst>
              <a:path w="25003" h="185301">
                <a:moveTo>
                  <a:pt x="0" y="0"/>
                </a:moveTo>
                <a:lnTo>
                  <a:pt x="25003" y="18530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8" name="line-114">
            <a:extLst xmlns:a="http://schemas.openxmlformats.org/drawingml/2006/main">
              <a:ext uri="{FF2B5EF4-FFF2-40B4-BE49-F238E27FC236}">
                <a16:creationId xmlns:a16="http://schemas.microsoft.com/office/drawing/2014/main" id="{9EE559B3-7C43-4EA0-9D33-CEAE14E8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1141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49" name="line-115">
            <a:extLst xmlns:a="http://schemas.openxmlformats.org/drawingml/2006/main">
              <a:ext uri="{FF2B5EF4-FFF2-40B4-BE49-F238E27FC236}">
                <a16:creationId xmlns:a16="http://schemas.microsoft.com/office/drawing/2014/main" id="{976C1EBF-2818-4BC6-9E83-046586A7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6144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0" name="line-116">
            <a:extLst xmlns:a="http://schemas.openxmlformats.org/drawingml/2006/main">
              <a:ext uri="{FF2B5EF4-FFF2-40B4-BE49-F238E27FC236}">
                <a16:creationId xmlns:a16="http://schemas.microsoft.com/office/drawing/2014/main" id="{1B3B473D-5C55-4E8D-B782-0112BA01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147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1" name="line-117">
            <a:extLst xmlns:a="http://schemas.openxmlformats.org/drawingml/2006/main">
              <a:ext uri="{FF2B5EF4-FFF2-40B4-BE49-F238E27FC236}">
                <a16:creationId xmlns:a16="http://schemas.microsoft.com/office/drawing/2014/main" id="{BA113E40-50EA-4255-9467-3B7C7558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2" name="line-118">
            <a:extLst xmlns:a="http://schemas.openxmlformats.org/drawingml/2006/main">
              <a:ext uri="{FF2B5EF4-FFF2-40B4-BE49-F238E27FC236}">
                <a16:creationId xmlns:a16="http://schemas.microsoft.com/office/drawing/2014/main" id="{2659EB2D-A8B2-46B0-B868-579DEC2C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1153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3" name="line-119">
            <a:extLst xmlns:a="http://schemas.openxmlformats.org/drawingml/2006/main">
              <a:ext uri="{FF2B5EF4-FFF2-40B4-BE49-F238E27FC236}">
                <a16:creationId xmlns:a16="http://schemas.microsoft.com/office/drawing/2014/main" id="{802B3B97-E030-44E9-886B-2B009E81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156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4" name="line-120">
            <a:extLst xmlns:a="http://schemas.openxmlformats.org/drawingml/2006/main">
              <a:ext uri="{FF2B5EF4-FFF2-40B4-BE49-F238E27FC236}">
                <a16:creationId xmlns:a16="http://schemas.microsoft.com/office/drawing/2014/main" id="{70E5F9F5-EDFB-41A5-9093-A29A388B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1159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5" name="line-121">
            <a:extLst xmlns:a="http://schemas.openxmlformats.org/drawingml/2006/main">
              <a:ext uri="{FF2B5EF4-FFF2-40B4-BE49-F238E27FC236}">
                <a16:creationId xmlns:a16="http://schemas.microsoft.com/office/drawing/2014/main" id="{FE9089FB-AD42-45CF-8ABF-E7236796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6163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6" name="line-122">
            <a:extLst xmlns:a="http://schemas.openxmlformats.org/drawingml/2006/main">
              <a:ext uri="{FF2B5EF4-FFF2-40B4-BE49-F238E27FC236}">
                <a16:creationId xmlns:a16="http://schemas.microsoft.com/office/drawing/2014/main" id="{F2B7FAD6-049C-491D-9F42-DAB01562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166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7" name="line-123">
            <a:extLst xmlns:a="http://schemas.openxmlformats.org/drawingml/2006/main">
              <a:ext uri="{FF2B5EF4-FFF2-40B4-BE49-F238E27FC236}">
                <a16:creationId xmlns:a16="http://schemas.microsoft.com/office/drawing/2014/main" id="{912E91B2-8EE5-46D6-BD08-B1837026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169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8" name="line-124">
            <a:extLst xmlns:a="http://schemas.openxmlformats.org/drawingml/2006/main">
              <a:ext uri="{FF2B5EF4-FFF2-40B4-BE49-F238E27FC236}">
                <a16:creationId xmlns:a16="http://schemas.microsoft.com/office/drawing/2014/main" id="{1FD3DF73-D42C-4050-8456-604AB119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1172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59" name="line-125">
            <a:extLst xmlns:a="http://schemas.openxmlformats.org/drawingml/2006/main">
              <a:ext uri="{FF2B5EF4-FFF2-40B4-BE49-F238E27FC236}">
                <a16:creationId xmlns:a16="http://schemas.microsoft.com/office/drawing/2014/main" id="{BAACC906-799F-4C6E-A3AD-E7DEC026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0" name="line-126">
            <a:extLst xmlns:a="http://schemas.openxmlformats.org/drawingml/2006/main">
              <a:ext uri="{FF2B5EF4-FFF2-40B4-BE49-F238E27FC236}">
                <a16:creationId xmlns:a16="http://schemas.microsoft.com/office/drawing/2014/main" id="{1BA97FFF-B060-4E64-A5BC-D9245069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178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1" name="line-127">
            <a:extLst xmlns:a="http://schemas.openxmlformats.org/drawingml/2006/main">
              <a:ext uri="{FF2B5EF4-FFF2-40B4-BE49-F238E27FC236}">
                <a16:creationId xmlns:a16="http://schemas.microsoft.com/office/drawing/2014/main" id="{AE32ACA6-C846-4CD0-B3A6-80501FB6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181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2" name="line-128">
            <a:extLst xmlns:a="http://schemas.openxmlformats.org/drawingml/2006/main">
              <a:ext uri="{FF2B5EF4-FFF2-40B4-BE49-F238E27FC236}">
                <a16:creationId xmlns:a16="http://schemas.microsoft.com/office/drawing/2014/main" id="{A82DEA61-5D5C-40EA-A911-45B6B51D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184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3" name="line-129">
            <a:extLst xmlns:a="http://schemas.openxmlformats.org/drawingml/2006/main">
              <a:ext uri="{FF2B5EF4-FFF2-40B4-BE49-F238E27FC236}">
                <a16:creationId xmlns:a16="http://schemas.microsoft.com/office/drawing/2014/main" id="{AAD34459-99FD-4BDB-8744-4EC7BDF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88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4" name="line-130">
            <a:extLst xmlns:a="http://schemas.openxmlformats.org/drawingml/2006/main">
              <a:ext uri="{FF2B5EF4-FFF2-40B4-BE49-F238E27FC236}">
                <a16:creationId xmlns:a16="http://schemas.microsoft.com/office/drawing/2014/main" id="{9322A536-25E8-4FE3-BF80-F7277820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1191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5" name="line-131">
            <a:extLst xmlns:a="http://schemas.openxmlformats.org/drawingml/2006/main">
              <a:ext uri="{FF2B5EF4-FFF2-40B4-BE49-F238E27FC236}">
                <a16:creationId xmlns:a16="http://schemas.microsoft.com/office/drawing/2014/main" id="{0B266A14-DB5D-41AB-9CA4-2A05A30D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6194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6" name="line-132">
            <a:extLst xmlns:a="http://schemas.openxmlformats.org/drawingml/2006/main">
              <a:ext uri="{FF2B5EF4-FFF2-40B4-BE49-F238E27FC236}">
                <a16:creationId xmlns:a16="http://schemas.microsoft.com/office/drawing/2014/main" id="{B72110CC-596C-4E66-AD27-CF028B5D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197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7" name="line-133">
            <a:extLst xmlns:a="http://schemas.openxmlformats.org/drawingml/2006/main">
              <a:ext uri="{FF2B5EF4-FFF2-40B4-BE49-F238E27FC236}">
                <a16:creationId xmlns:a16="http://schemas.microsoft.com/office/drawing/2014/main" id="{AD83FE68-B20F-4B24-BDE8-CFCFC9CC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8" name="line-134">
            <a:extLst xmlns:a="http://schemas.openxmlformats.org/drawingml/2006/main">
              <a:ext uri="{FF2B5EF4-FFF2-40B4-BE49-F238E27FC236}">
                <a16:creationId xmlns:a16="http://schemas.microsoft.com/office/drawing/2014/main" id="{7C1E6B2B-2FA6-4646-B7BA-62C7313F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1203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69" name="line-135">
            <a:extLst xmlns:a="http://schemas.openxmlformats.org/drawingml/2006/main">
              <a:ext uri="{FF2B5EF4-FFF2-40B4-BE49-F238E27FC236}">
                <a16:creationId xmlns:a16="http://schemas.microsoft.com/office/drawing/2014/main" id="{0E354A58-7F48-4311-A50C-37756D12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206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0" name="line-136">
            <a:extLst xmlns:a="http://schemas.openxmlformats.org/drawingml/2006/main">
              <a:ext uri="{FF2B5EF4-FFF2-40B4-BE49-F238E27FC236}">
                <a16:creationId xmlns:a16="http://schemas.microsoft.com/office/drawing/2014/main" id="{DB019C25-746E-47D9-AEAF-AE09997F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209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1" name="line-137">
            <a:extLst xmlns:a="http://schemas.openxmlformats.org/drawingml/2006/main">
              <a:ext uri="{FF2B5EF4-FFF2-40B4-BE49-F238E27FC236}">
                <a16:creationId xmlns:a16="http://schemas.microsoft.com/office/drawing/2014/main" id="{F27593B2-91E7-44FB-BFFD-5305453B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213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2" name="line-138">
            <a:extLst xmlns:a="http://schemas.openxmlformats.org/drawingml/2006/main">
              <a:ext uri="{FF2B5EF4-FFF2-40B4-BE49-F238E27FC236}">
                <a16:creationId xmlns:a16="http://schemas.microsoft.com/office/drawing/2014/main" id="{63FD1CF9-BF79-441B-A724-A4319581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216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3" name="line-139">
            <a:extLst xmlns:a="http://schemas.openxmlformats.org/drawingml/2006/main">
              <a:ext uri="{FF2B5EF4-FFF2-40B4-BE49-F238E27FC236}">
                <a16:creationId xmlns:a16="http://schemas.microsoft.com/office/drawing/2014/main" id="{814CFD76-12AA-47A9-8AB9-4A5707A5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219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4" name="line-140">
            <a:extLst xmlns:a="http://schemas.openxmlformats.org/drawingml/2006/main">
              <a:ext uri="{FF2B5EF4-FFF2-40B4-BE49-F238E27FC236}">
                <a16:creationId xmlns:a16="http://schemas.microsoft.com/office/drawing/2014/main" id="{EB133FF5-31F3-4CB0-8517-7AE4B6C0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1222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5" name="line-141">
            <a:extLst xmlns:a="http://schemas.openxmlformats.org/drawingml/2006/main">
              <a:ext uri="{FF2B5EF4-FFF2-40B4-BE49-F238E27FC236}">
                <a16:creationId xmlns:a16="http://schemas.microsoft.com/office/drawing/2014/main" id="{FEA353C7-E5D7-47B6-9F70-0237A5B5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6" name="line-142">
            <a:extLst xmlns:a="http://schemas.openxmlformats.org/drawingml/2006/main">
              <a:ext uri="{FF2B5EF4-FFF2-40B4-BE49-F238E27FC236}">
                <a16:creationId xmlns:a16="http://schemas.microsoft.com/office/drawing/2014/main" id="{14A42AA1-C1BC-4E1C-A80B-4D90FA98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228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7" name="line-143">
            <a:extLst xmlns:a="http://schemas.openxmlformats.org/drawingml/2006/main">
              <a:ext uri="{FF2B5EF4-FFF2-40B4-BE49-F238E27FC236}">
                <a16:creationId xmlns:a16="http://schemas.microsoft.com/office/drawing/2014/main" id="{650855AF-9EDE-4020-A0EE-EDC64D2A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231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8" name="line-144">
            <a:extLst xmlns:a="http://schemas.openxmlformats.org/drawingml/2006/main">
              <a:ext uri="{FF2B5EF4-FFF2-40B4-BE49-F238E27FC236}">
                <a16:creationId xmlns:a16="http://schemas.microsoft.com/office/drawing/2014/main" id="{FC3FF5A7-E954-4EFC-B1FA-913E13AB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1234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79" name="line-145">
            <a:extLst xmlns:a="http://schemas.openxmlformats.org/drawingml/2006/main">
              <a:ext uri="{FF2B5EF4-FFF2-40B4-BE49-F238E27FC236}">
                <a16:creationId xmlns:a16="http://schemas.microsoft.com/office/drawing/2014/main" id="{3FF85FCE-0151-48A4-AD4F-90A26080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238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80" name="line-146">
            <a:extLst xmlns:a="http://schemas.openxmlformats.org/drawingml/2006/main">
              <a:ext uri="{FF2B5EF4-FFF2-40B4-BE49-F238E27FC236}">
                <a16:creationId xmlns:a16="http://schemas.microsoft.com/office/drawing/2014/main" id="{A90A6A0A-7F0E-45A3-A725-6884FFC4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1241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81" name="line-147">
            <a:extLst xmlns:a="http://schemas.openxmlformats.org/drawingml/2006/main">
              <a:ext uri="{FF2B5EF4-FFF2-40B4-BE49-F238E27FC236}">
                <a16:creationId xmlns:a16="http://schemas.microsoft.com/office/drawing/2014/main" id="{2E19BAB3-24CC-4CD8-9581-62C2C55C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6244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82" name="line-148">
            <a:extLst xmlns:a="http://schemas.openxmlformats.org/drawingml/2006/main">
              <a:ext uri="{FF2B5EF4-FFF2-40B4-BE49-F238E27FC236}">
                <a16:creationId xmlns:a16="http://schemas.microsoft.com/office/drawing/2014/main" id="{079BB959-D0EF-4CD5-9647-2ED6B488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247" y="177165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97835"/>
            </a:solidFill>
            <a:prstDash val="solid"/>
          </a:ln>
        </p:spPr>
      </p:sp>
      <p:sp>
        <p:nvSpPr>
          <p:cNvPr id="83" name="object-149">
            <a:extLst xmlns:a="http://schemas.openxmlformats.org/drawingml/2006/main">
              <a:ext uri="{FF2B5EF4-FFF2-40B4-BE49-F238E27FC236}">
                <a16:creationId xmlns:a16="http://schemas.microsoft.com/office/drawing/2014/main" id="{A594F3EE-4F7F-43A0-9DEC-E5EA5414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049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在半幅上切断，</a:t>
            </a:r>
          </a:p>
          <a:p xmlns:a="http://schemas.openxmlformats.org/drawingml/2006/main">
            <a: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会听到一声“啪”</a:t>
            </a:r>
          </a:p>
        </p:txBody>
      </p:sp>
      <p:sp>
        <p:nvSpPr>
          <p:cNvPr id="84" name="object-150">
            <a:extLst xmlns:a="http://schemas.openxmlformats.org/drawingml/2006/main">
              <a:ext uri="{FF2B5EF4-FFF2-40B4-BE49-F238E27FC236}">
                <a16:creationId xmlns:a16="http://schemas.microsoft.com/office/drawing/2014/main" id="{14E77F45-A98D-437D-9559-F0F79697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3335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逐渐降低增益，声音淡出去</a:t>
            </a:r>
          </a:p>
        </p:txBody>
      </p:sp>
      <p:sp>
        <p:nvSpPr>
          <p:cNvPr id="85" name="line-151">
            <a:extLst xmlns:a="http://schemas.openxmlformats.org/drawingml/2006/main">
              <a:ext uri="{FF2B5EF4-FFF2-40B4-BE49-F238E27FC236}">
                <a16:creationId xmlns:a16="http://schemas.microsoft.com/office/drawing/2014/main" id="{9A215876-E253-4DA0-9CDE-46FE057E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85921"/>
            <a:ext cx="25003" cy="35407"/>
          </a:xfrm>
          <a:custGeom xmlns:a="http://schemas.openxmlformats.org/drawingml/2006/main">
            <a:pathLst>
              <a:path w="25003" h="35407">
                <a:moveTo>
                  <a:pt x="0" y="35407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86" name="line-152">
            <a:extLst xmlns:a="http://schemas.openxmlformats.org/drawingml/2006/main">
              <a:ext uri="{FF2B5EF4-FFF2-40B4-BE49-F238E27FC236}">
                <a16:creationId xmlns:a16="http://schemas.microsoft.com/office/drawing/2014/main" id="{661802C0-7615-4464-8D5C-63FCFAA2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553" y="1569409"/>
            <a:ext cx="25003" cy="16512"/>
          </a:xfrm>
          <a:custGeom xmlns:a="http://schemas.openxmlformats.org/drawingml/2006/main">
            <a:pathLst>
              <a:path w="25003" h="16512">
                <a:moveTo>
                  <a:pt x="0" y="16512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87" name="line-153">
            <a:extLst xmlns:a="http://schemas.openxmlformats.org/drawingml/2006/main">
              <a:ext uri="{FF2B5EF4-FFF2-40B4-BE49-F238E27FC236}">
                <a16:creationId xmlns:a16="http://schemas.microsoft.com/office/drawing/2014/main" id="{E20D2933-9085-4C96-9569-CDE84B8D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556" y="1569409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351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88" name="line-154">
            <a:extLst xmlns:a="http://schemas.openxmlformats.org/drawingml/2006/main">
              <a:ext uri="{FF2B5EF4-FFF2-40B4-BE49-F238E27FC236}">
                <a16:creationId xmlns:a16="http://schemas.microsoft.com/office/drawing/2014/main" id="{3C4A6D2C-FB38-4693-972F-C935765C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559" y="1572923"/>
            <a:ext cx="25003" cy="22690"/>
          </a:xfrm>
          <a:custGeom xmlns:a="http://schemas.openxmlformats.org/drawingml/2006/main">
            <a:pathLst>
              <a:path w="25003" h="22690">
                <a:moveTo>
                  <a:pt x="0" y="0"/>
                </a:moveTo>
                <a:lnTo>
                  <a:pt x="25003" y="2269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89" name="line-155">
            <a:extLst xmlns:a="http://schemas.openxmlformats.org/drawingml/2006/main">
              <a:ext uri="{FF2B5EF4-FFF2-40B4-BE49-F238E27FC236}">
                <a16:creationId xmlns:a16="http://schemas.microsoft.com/office/drawing/2014/main" id="{7BE0F281-4B4E-480D-A47F-6ED5490F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3563" y="1595614"/>
            <a:ext cx="25003" cy="39166"/>
          </a:xfrm>
          <a:custGeom xmlns:a="http://schemas.openxmlformats.org/drawingml/2006/main">
            <a:pathLst>
              <a:path w="25003" h="39166">
                <a:moveTo>
                  <a:pt x="0" y="0"/>
                </a:moveTo>
                <a:lnTo>
                  <a:pt x="25003" y="3916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0" name="line-156">
            <a:extLst xmlns:a="http://schemas.openxmlformats.org/drawingml/2006/main">
              <a:ext uri="{FF2B5EF4-FFF2-40B4-BE49-F238E27FC236}">
                <a16:creationId xmlns:a16="http://schemas.microsoft.com/office/drawing/2014/main" id="{639813C9-CAA6-4C41-823B-FB5CA72A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8566" y="1634780"/>
            <a:ext cx="25003" cy="51403"/>
          </a:xfrm>
          <a:custGeom xmlns:a="http://schemas.openxmlformats.org/drawingml/2006/main">
            <a:pathLst>
              <a:path w="25003" h="51403">
                <a:moveTo>
                  <a:pt x="0" y="0"/>
                </a:moveTo>
                <a:lnTo>
                  <a:pt x="25003" y="514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1" name="line-157">
            <a:extLst xmlns:a="http://schemas.openxmlformats.org/drawingml/2006/main">
              <a:ext uri="{FF2B5EF4-FFF2-40B4-BE49-F238E27FC236}">
                <a16:creationId xmlns:a16="http://schemas.microsoft.com/office/drawing/2014/main" id="{1A55B843-6868-4D6E-A0E0-EE00B3B3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3569" y="1686182"/>
            <a:ext cx="25003" cy="58316"/>
          </a:xfrm>
          <a:custGeom xmlns:a="http://schemas.openxmlformats.org/drawingml/2006/main">
            <a:pathLst>
              <a:path w="25003" h="58316">
                <a:moveTo>
                  <a:pt x="0" y="0"/>
                </a:moveTo>
                <a:lnTo>
                  <a:pt x="25003" y="5831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2" name="line-158">
            <a:extLst xmlns:a="http://schemas.openxmlformats.org/drawingml/2006/main">
              <a:ext uri="{FF2B5EF4-FFF2-40B4-BE49-F238E27FC236}">
                <a16:creationId xmlns:a16="http://schemas.microsoft.com/office/drawing/2014/main" id="{441D7440-801D-48BC-8388-6C11DEFB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572" y="1744498"/>
            <a:ext cx="25003" cy="59371"/>
          </a:xfrm>
          <a:custGeom xmlns:a="http://schemas.openxmlformats.org/drawingml/2006/main">
            <a:pathLst>
              <a:path w="25003" h="59371">
                <a:moveTo>
                  <a:pt x="0" y="0"/>
                </a:moveTo>
                <a:lnTo>
                  <a:pt x="25003" y="5937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3" name="line-159">
            <a:extLst xmlns:a="http://schemas.openxmlformats.org/drawingml/2006/main">
              <a:ext uri="{FF2B5EF4-FFF2-40B4-BE49-F238E27FC236}">
                <a16:creationId xmlns:a16="http://schemas.microsoft.com/office/drawing/2014/main" id="{3297BA0F-F395-4505-BC40-D42DBC7D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3869"/>
            <a:ext cx="25003" cy="54622"/>
          </a:xfrm>
          <a:custGeom xmlns:a="http://schemas.openxmlformats.org/drawingml/2006/main">
            <a:pathLst>
              <a:path w="25003" h="54622">
                <a:moveTo>
                  <a:pt x="0" y="0"/>
                </a:moveTo>
                <a:lnTo>
                  <a:pt x="25003" y="5462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4" name="line-160">
            <a:extLst xmlns:a="http://schemas.openxmlformats.org/drawingml/2006/main">
              <a:ext uri="{FF2B5EF4-FFF2-40B4-BE49-F238E27FC236}">
                <a16:creationId xmlns:a16="http://schemas.microsoft.com/office/drawing/2014/main" id="{DCA91AA4-A317-4BEB-BAE1-EE469DE1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8578" y="1858492"/>
            <a:ext cx="25003" cy="44690"/>
          </a:xfrm>
          <a:custGeom xmlns:a="http://schemas.openxmlformats.org/drawingml/2006/main">
            <a:pathLst>
              <a:path w="25003" h="44690">
                <a:moveTo>
                  <a:pt x="0" y="0"/>
                </a:moveTo>
                <a:lnTo>
                  <a:pt x="25003" y="4469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5" name="line-161">
            <a:extLst xmlns:a="http://schemas.openxmlformats.org/drawingml/2006/main">
              <a:ext uri="{FF2B5EF4-FFF2-40B4-BE49-F238E27FC236}">
                <a16:creationId xmlns:a16="http://schemas.microsoft.com/office/drawing/2014/main" id="{62A5586F-B1E8-4083-BD0F-4515C79A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581" y="1903182"/>
            <a:ext cx="25003" cy="30687"/>
          </a:xfrm>
          <a:custGeom xmlns:a="http://schemas.openxmlformats.org/drawingml/2006/main">
            <a:pathLst>
              <a:path w="25003" h="30687">
                <a:moveTo>
                  <a:pt x="0" y="0"/>
                </a:moveTo>
                <a:lnTo>
                  <a:pt x="25003" y="3068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6" name="line-162">
            <a:extLst xmlns:a="http://schemas.openxmlformats.org/drawingml/2006/main">
              <a:ext uri="{FF2B5EF4-FFF2-40B4-BE49-F238E27FC236}">
                <a16:creationId xmlns:a16="http://schemas.microsoft.com/office/drawing/2014/main" id="{9D9F666B-662A-475A-A9EA-2730661D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584" y="1933869"/>
            <a:ext cx="25003" cy="14094"/>
          </a:xfrm>
          <a:custGeom xmlns:a="http://schemas.openxmlformats.org/drawingml/2006/main">
            <a:pathLst>
              <a:path w="25003" h="14094">
                <a:moveTo>
                  <a:pt x="0" y="0"/>
                </a:moveTo>
                <a:lnTo>
                  <a:pt x="25003" y="1409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7" name="line-163">
            <a:extLst xmlns:a="http://schemas.openxmlformats.org/drawingml/2006/main">
              <a:ext uri="{FF2B5EF4-FFF2-40B4-BE49-F238E27FC236}">
                <a16:creationId xmlns:a16="http://schemas.microsoft.com/office/drawing/2014/main" id="{B99D4480-1D8E-461E-B103-79A8E2DA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588" y="1944568"/>
            <a:ext cx="25003" cy="9525"/>
          </a:xfrm>
          <a:custGeom xmlns:a="http://schemas.openxmlformats.org/drawingml/2006/main">
            <a:pathLst>
              <a:path w="25003" h="9525">
                <a:moveTo>
                  <a:pt x="0" y="3395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8" name="line-164">
            <a:extLst xmlns:a="http://schemas.openxmlformats.org/drawingml/2006/main">
              <a:ext uri="{FF2B5EF4-FFF2-40B4-BE49-F238E27FC236}">
                <a16:creationId xmlns:a16="http://schemas.microsoft.com/office/drawing/2014/main" id="{54D2522F-0F35-4F57-96B6-83D468123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591" y="1924524"/>
            <a:ext cx="25003" cy="20044"/>
          </a:xfrm>
          <a:custGeom xmlns:a="http://schemas.openxmlformats.org/drawingml/2006/main">
            <a:pathLst>
              <a:path w="25003" h="20044">
                <a:moveTo>
                  <a:pt x="0" y="20044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99" name="line-165">
            <a:extLst xmlns:a="http://schemas.openxmlformats.org/drawingml/2006/main">
              <a:ext uri="{FF2B5EF4-FFF2-40B4-BE49-F238E27FC236}">
                <a16:creationId xmlns:a16="http://schemas.microsoft.com/office/drawing/2014/main" id="{600F043E-EEAA-46ED-9069-CB02FEF8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3594" y="1890271"/>
            <a:ext cx="25003" cy="34253"/>
          </a:xfrm>
          <a:custGeom xmlns:a="http://schemas.openxmlformats.org/drawingml/2006/main">
            <a:pathLst>
              <a:path w="25003" h="34253">
                <a:moveTo>
                  <a:pt x="0" y="34253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0" name="line-166">
            <a:extLst xmlns:a="http://schemas.openxmlformats.org/drawingml/2006/main">
              <a:ext uri="{FF2B5EF4-FFF2-40B4-BE49-F238E27FC236}">
                <a16:creationId xmlns:a16="http://schemas.microsoft.com/office/drawing/2014/main" id="{8ECCD7E4-8869-4C37-9BD5-9C5B33D5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597" y="1845568"/>
            <a:ext cx="25003" cy="44703"/>
          </a:xfrm>
          <a:custGeom xmlns:a="http://schemas.openxmlformats.org/drawingml/2006/main">
            <a:pathLst>
              <a:path w="25003" h="44703">
                <a:moveTo>
                  <a:pt x="0" y="44703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1" name="line-167">
            <a:extLst xmlns:a="http://schemas.openxmlformats.org/drawingml/2006/main">
              <a:ext uri="{FF2B5EF4-FFF2-40B4-BE49-F238E27FC236}">
                <a16:creationId xmlns:a16="http://schemas.microsoft.com/office/drawing/2014/main" id="{4EC8CD27-8E0F-4C15-9EE6-6F38B665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95082"/>
            <a:ext cx="25003" cy="50486"/>
          </a:xfrm>
          <a:custGeom xmlns:a="http://schemas.openxmlformats.org/drawingml/2006/main">
            <a:pathLst>
              <a:path w="25003" h="50486">
                <a:moveTo>
                  <a:pt x="0" y="50486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2" name="line-168">
            <a:extLst xmlns:a="http://schemas.openxmlformats.org/drawingml/2006/main">
              <a:ext uri="{FF2B5EF4-FFF2-40B4-BE49-F238E27FC236}">
                <a16:creationId xmlns:a16="http://schemas.microsoft.com/office/drawing/2014/main" id="{32BBC655-F06C-4C9A-833F-E1C186D0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8603" y="1743905"/>
            <a:ext cx="25003" cy="51177"/>
          </a:xfrm>
          <a:custGeom xmlns:a="http://schemas.openxmlformats.org/drawingml/2006/main">
            <a:pathLst>
              <a:path w="25003" h="51177">
                <a:moveTo>
                  <a:pt x="0" y="51177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3" name="line-169">
            <a:extLst xmlns:a="http://schemas.openxmlformats.org/drawingml/2006/main">
              <a:ext uri="{FF2B5EF4-FFF2-40B4-BE49-F238E27FC236}">
                <a16:creationId xmlns:a16="http://schemas.microsoft.com/office/drawing/2014/main" id="{228038A1-A8C6-4248-894A-FF04867C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606" y="1697040"/>
            <a:ext cx="25003" cy="46866"/>
          </a:xfrm>
          <a:custGeom xmlns:a="http://schemas.openxmlformats.org/drawingml/2006/main">
            <a:pathLst>
              <a:path w="25003" h="46866">
                <a:moveTo>
                  <a:pt x="0" y="46866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4" name="line-170">
            <a:extLst xmlns:a="http://schemas.openxmlformats.org/drawingml/2006/main">
              <a:ext uri="{FF2B5EF4-FFF2-40B4-BE49-F238E27FC236}">
                <a16:creationId xmlns:a16="http://schemas.microsoft.com/office/drawing/2014/main" id="{9DF530BC-D1DD-446D-8F93-4A2FEE9D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8609" y="1658909"/>
            <a:ext cx="25003" cy="38131"/>
          </a:xfrm>
          <a:custGeom xmlns:a="http://schemas.openxmlformats.org/drawingml/2006/main">
            <a:pathLst>
              <a:path w="25003" h="38131">
                <a:moveTo>
                  <a:pt x="0" y="38131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5" name="line-171">
            <a:extLst xmlns:a="http://schemas.openxmlformats.org/drawingml/2006/main">
              <a:ext uri="{FF2B5EF4-FFF2-40B4-BE49-F238E27FC236}">
                <a16:creationId xmlns:a16="http://schemas.microsoft.com/office/drawing/2014/main" id="{30F907BF-B796-459A-8030-758F23C9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3613" y="1632941"/>
            <a:ext cx="25003" cy="25967"/>
          </a:xfrm>
          <a:custGeom xmlns:a="http://schemas.openxmlformats.org/drawingml/2006/main">
            <a:pathLst>
              <a:path w="25003" h="25967">
                <a:moveTo>
                  <a:pt x="0" y="25967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6" name="line-172">
            <a:extLst xmlns:a="http://schemas.openxmlformats.org/drawingml/2006/main">
              <a:ext uri="{FF2B5EF4-FFF2-40B4-BE49-F238E27FC236}">
                <a16:creationId xmlns:a16="http://schemas.microsoft.com/office/drawing/2014/main" id="{150132B5-7DCD-489A-B99F-00AB0D2B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8616" y="1621266"/>
            <a:ext cx="25003" cy="11676"/>
          </a:xfrm>
          <a:custGeom xmlns:a="http://schemas.openxmlformats.org/drawingml/2006/main">
            <a:pathLst>
              <a:path w="25003" h="11676">
                <a:moveTo>
                  <a:pt x="0" y="11676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7" name="line-173">
            <a:extLst xmlns:a="http://schemas.openxmlformats.org/drawingml/2006/main">
              <a:ext uri="{FF2B5EF4-FFF2-40B4-BE49-F238E27FC236}">
                <a16:creationId xmlns:a16="http://schemas.microsoft.com/office/drawing/2014/main" id="{5B7FD07A-8C9E-4D58-8640-5A3DC0A0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619" y="1621266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32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8" name="line-174">
            <a:extLst xmlns:a="http://schemas.openxmlformats.org/drawingml/2006/main">
              <a:ext uri="{FF2B5EF4-FFF2-40B4-BE49-F238E27FC236}">
                <a16:creationId xmlns:a16="http://schemas.microsoft.com/office/drawing/2014/main" id="{40B3C00D-FCB6-4120-BAAB-A2699969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8622" y="1624541"/>
            <a:ext cx="25003" cy="17398"/>
          </a:xfrm>
          <a:custGeom xmlns:a="http://schemas.openxmlformats.org/drawingml/2006/main">
            <a:pathLst>
              <a:path w="25003" h="17398">
                <a:moveTo>
                  <a:pt x="0" y="0"/>
                </a:moveTo>
                <a:lnTo>
                  <a:pt x="25003" y="1739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09" name="line-175">
            <a:extLst xmlns:a="http://schemas.openxmlformats.org/drawingml/2006/main">
              <a:ext uri="{FF2B5EF4-FFF2-40B4-BE49-F238E27FC236}">
                <a16:creationId xmlns:a16="http://schemas.microsoft.com/office/drawing/2014/main" id="{0F9A64C8-3887-4D8B-B044-45D93447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41939"/>
            <a:ext cx="25003" cy="29340"/>
          </a:xfrm>
          <a:custGeom xmlns:a="http://schemas.openxmlformats.org/drawingml/2006/main">
            <a:pathLst>
              <a:path w="25003" h="29340">
                <a:moveTo>
                  <a:pt x="0" y="0"/>
                </a:moveTo>
                <a:lnTo>
                  <a:pt x="25003" y="2934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0" name="line-176">
            <a:extLst xmlns:a="http://schemas.openxmlformats.org/drawingml/2006/main">
              <a:ext uri="{FF2B5EF4-FFF2-40B4-BE49-F238E27FC236}">
                <a16:creationId xmlns:a16="http://schemas.microsoft.com/office/drawing/2014/main" id="{4228A18F-69E5-432A-8EC8-D873F6CF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628" y="1671279"/>
            <a:ext cx="25003" cy="38003"/>
          </a:xfrm>
          <a:custGeom xmlns:a="http://schemas.openxmlformats.org/drawingml/2006/main">
            <a:pathLst>
              <a:path w="25003" h="38003">
                <a:moveTo>
                  <a:pt x="0" y="0"/>
                </a:moveTo>
                <a:lnTo>
                  <a:pt x="25003" y="3800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1" name="line-177">
            <a:extLst xmlns:a="http://schemas.openxmlformats.org/drawingml/2006/main">
              <a:ext uri="{FF2B5EF4-FFF2-40B4-BE49-F238E27FC236}">
                <a16:creationId xmlns:a16="http://schemas.microsoft.com/office/drawing/2014/main" id="{0689FE88-3604-4448-A67C-DB5319F7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631" y="1709282"/>
            <a:ext cx="25003" cy="42655"/>
          </a:xfrm>
          <a:custGeom xmlns:a="http://schemas.openxmlformats.org/drawingml/2006/main">
            <a:pathLst>
              <a:path w="25003" h="42655">
                <a:moveTo>
                  <a:pt x="0" y="0"/>
                </a:moveTo>
                <a:lnTo>
                  <a:pt x="25003" y="4265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2" name="line-178">
            <a:extLst xmlns:a="http://schemas.openxmlformats.org/drawingml/2006/main">
              <a:ext uri="{FF2B5EF4-FFF2-40B4-BE49-F238E27FC236}">
                <a16:creationId xmlns:a16="http://schemas.microsoft.com/office/drawing/2014/main" id="{A3F90A8D-6629-41E4-A71E-DC312256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8634" y="1751937"/>
            <a:ext cx="25003" cy="42982"/>
          </a:xfrm>
          <a:custGeom xmlns:a="http://schemas.openxmlformats.org/drawingml/2006/main">
            <a:pathLst>
              <a:path w="25003" h="42982">
                <a:moveTo>
                  <a:pt x="0" y="0"/>
                </a:moveTo>
                <a:lnTo>
                  <a:pt x="25003" y="4298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3" name="line-179">
            <a:extLst xmlns:a="http://schemas.openxmlformats.org/drawingml/2006/main">
              <a:ext uri="{FF2B5EF4-FFF2-40B4-BE49-F238E27FC236}">
                <a16:creationId xmlns:a16="http://schemas.microsoft.com/office/drawing/2014/main" id="{BC06DF28-00C4-416F-9DE6-7EAE9330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638" y="1794920"/>
            <a:ext cx="25003" cy="39110"/>
          </a:xfrm>
          <a:custGeom xmlns:a="http://schemas.openxmlformats.org/drawingml/2006/main">
            <a:pathLst>
              <a:path w="25003" h="39110">
                <a:moveTo>
                  <a:pt x="0" y="0"/>
                </a:moveTo>
                <a:lnTo>
                  <a:pt x="25003" y="3911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4" name="line-180">
            <a:extLst xmlns:a="http://schemas.openxmlformats.org/drawingml/2006/main">
              <a:ext uri="{FF2B5EF4-FFF2-40B4-BE49-F238E27FC236}">
                <a16:creationId xmlns:a16="http://schemas.microsoft.com/office/drawing/2014/main" id="{009DDD08-A7AA-4426-9F0C-BC9F8321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641" y="1834029"/>
            <a:ext cx="25003" cy="31572"/>
          </a:xfrm>
          <a:custGeom xmlns:a="http://schemas.openxmlformats.org/drawingml/2006/main">
            <a:pathLst>
              <a:path w="25003" h="31572">
                <a:moveTo>
                  <a:pt x="0" y="0"/>
                </a:moveTo>
                <a:lnTo>
                  <a:pt x="25003" y="3157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5" name="line-181">
            <a:extLst xmlns:a="http://schemas.openxmlformats.org/drawingml/2006/main">
              <a:ext uri="{FF2B5EF4-FFF2-40B4-BE49-F238E27FC236}">
                <a16:creationId xmlns:a16="http://schemas.microsoft.com/office/drawing/2014/main" id="{AF7F17AC-91BA-422D-BB0B-E47C81C8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3644" y="1865601"/>
            <a:ext cx="25003" cy="21248"/>
          </a:xfrm>
          <a:custGeom xmlns:a="http://schemas.openxmlformats.org/drawingml/2006/main">
            <a:pathLst>
              <a:path w="25003" h="21248">
                <a:moveTo>
                  <a:pt x="0" y="0"/>
                </a:moveTo>
                <a:lnTo>
                  <a:pt x="25003" y="2124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6" name="line-182">
            <a:extLst xmlns:a="http://schemas.openxmlformats.org/drawingml/2006/main">
              <a:ext uri="{FF2B5EF4-FFF2-40B4-BE49-F238E27FC236}">
                <a16:creationId xmlns:a16="http://schemas.microsoft.com/office/drawing/2014/main" id="{76F3A25A-4765-4586-9E8B-D239EA72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647" y="1886849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925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7" name="line-183">
            <a:extLst xmlns:a="http://schemas.openxmlformats.org/drawingml/2006/main">
              <a:ext uri="{FF2B5EF4-FFF2-40B4-BE49-F238E27FC236}">
                <a16:creationId xmlns:a16="http://schemas.microsoft.com/office/drawing/2014/main" id="{0C985075-79B0-4B3B-9CDE-689046BE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892951"/>
            <a:ext cx="25003" cy="9525"/>
          </a:xfrm>
          <a:custGeom xmlns:a="http://schemas.openxmlformats.org/drawingml/2006/main">
            <a:pathLst>
              <a:path w="25003" h="9525">
                <a:moveTo>
                  <a:pt x="0" y="3155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8" name="line-184">
            <a:extLst xmlns:a="http://schemas.openxmlformats.org/drawingml/2006/main">
              <a:ext uri="{FF2B5EF4-FFF2-40B4-BE49-F238E27FC236}">
                <a16:creationId xmlns:a16="http://schemas.microsoft.com/office/drawing/2014/main" id="{5EE27FDD-9898-414D-8814-F5DC81D0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8653" y="1878198"/>
            <a:ext cx="25003" cy="14752"/>
          </a:xfrm>
          <a:custGeom xmlns:a="http://schemas.openxmlformats.org/drawingml/2006/main">
            <a:pathLst>
              <a:path w="25003" h="14752">
                <a:moveTo>
                  <a:pt x="0" y="14752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19" name="line-185">
            <a:extLst xmlns:a="http://schemas.openxmlformats.org/drawingml/2006/main">
              <a:ext uri="{FF2B5EF4-FFF2-40B4-BE49-F238E27FC236}">
                <a16:creationId xmlns:a16="http://schemas.microsoft.com/office/drawing/2014/main" id="{AB26039E-9FF9-4CD4-8A3D-3CF9B4B6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3656" y="1853772"/>
            <a:ext cx="25003" cy="24426"/>
          </a:xfrm>
          <a:custGeom xmlns:a="http://schemas.openxmlformats.org/drawingml/2006/main">
            <a:pathLst>
              <a:path w="25003" h="24426">
                <a:moveTo>
                  <a:pt x="0" y="24426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0" name="line-186">
            <a:extLst xmlns:a="http://schemas.openxmlformats.org/drawingml/2006/main">
              <a:ext uri="{FF2B5EF4-FFF2-40B4-BE49-F238E27FC236}">
                <a16:creationId xmlns:a16="http://schemas.microsoft.com/office/drawing/2014/main" id="{E23B5C50-6AFA-4BB0-AE19-ACBF779C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8659" y="1822469"/>
            <a:ext cx="25003" cy="31304"/>
          </a:xfrm>
          <a:custGeom xmlns:a="http://schemas.openxmlformats.org/drawingml/2006/main">
            <a:pathLst>
              <a:path w="25003" h="31304">
                <a:moveTo>
                  <a:pt x="0" y="31304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1" name="line-187">
            <a:extLst xmlns:a="http://schemas.openxmlformats.org/drawingml/2006/main">
              <a:ext uri="{FF2B5EF4-FFF2-40B4-BE49-F238E27FC236}">
                <a16:creationId xmlns:a16="http://schemas.microsoft.com/office/drawing/2014/main" id="{CBDD1AE2-FE8F-4868-BA45-8A467132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663" y="1787643"/>
            <a:ext cx="25003" cy="34825"/>
          </a:xfrm>
          <a:custGeom xmlns:a="http://schemas.openxmlformats.org/drawingml/2006/main">
            <a:pathLst>
              <a:path w="25003" h="34825">
                <a:moveTo>
                  <a:pt x="0" y="34825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2" name="line-188">
            <a:extLst xmlns:a="http://schemas.openxmlformats.org/drawingml/2006/main">
              <a:ext uri="{FF2B5EF4-FFF2-40B4-BE49-F238E27FC236}">
                <a16:creationId xmlns:a16="http://schemas.microsoft.com/office/drawing/2014/main" id="{68201D3E-7DB3-4B28-BA67-B1A9A36C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666" y="1752855"/>
            <a:ext cx="25003" cy="34788"/>
          </a:xfrm>
          <a:custGeom xmlns:a="http://schemas.openxmlformats.org/drawingml/2006/main">
            <a:pathLst>
              <a:path w="25003" h="34788">
                <a:moveTo>
                  <a:pt x="0" y="34788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3" name="line-189">
            <a:extLst xmlns:a="http://schemas.openxmlformats.org/drawingml/2006/main">
              <a:ext uri="{FF2B5EF4-FFF2-40B4-BE49-F238E27FC236}">
                <a16:creationId xmlns:a16="http://schemas.microsoft.com/office/drawing/2014/main" id="{7F21BD53-73C7-4912-8A05-3E0A1964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669" y="1721502"/>
            <a:ext cx="25003" cy="31353"/>
          </a:xfrm>
          <a:custGeom xmlns:a="http://schemas.openxmlformats.org/drawingml/2006/main">
            <a:pathLst>
              <a:path w="25003" h="31353">
                <a:moveTo>
                  <a:pt x="0" y="31353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4" name="line-190">
            <a:extLst xmlns:a="http://schemas.openxmlformats.org/drawingml/2006/main">
              <a:ext uri="{FF2B5EF4-FFF2-40B4-BE49-F238E27FC236}">
                <a16:creationId xmlns:a16="http://schemas.microsoft.com/office/drawing/2014/main" id="{1E129094-6881-4FAE-A9DD-FF96403A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8672" y="1696489"/>
            <a:ext cx="25003" cy="25013"/>
          </a:xfrm>
          <a:custGeom xmlns:a="http://schemas.openxmlformats.org/drawingml/2006/main">
            <a:pathLst>
              <a:path w="25003" h="25013">
                <a:moveTo>
                  <a:pt x="0" y="25013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5" name="line-191">
            <a:extLst xmlns:a="http://schemas.openxmlformats.org/drawingml/2006/main">
              <a:ext uri="{FF2B5EF4-FFF2-40B4-BE49-F238E27FC236}">
                <a16:creationId xmlns:a16="http://schemas.microsoft.com/office/drawing/2014/main" id="{E85B19B8-75F0-4A98-A161-DA208487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679961"/>
            <a:ext cx="25003" cy="16528"/>
          </a:xfrm>
          <a:custGeom xmlns:a="http://schemas.openxmlformats.org/drawingml/2006/main">
            <a:pathLst>
              <a:path w="25003" h="16528">
                <a:moveTo>
                  <a:pt x="0" y="16528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6" name="line-192">
            <a:extLst xmlns:a="http://schemas.openxmlformats.org/drawingml/2006/main">
              <a:ext uri="{FF2B5EF4-FFF2-40B4-BE49-F238E27FC236}">
                <a16:creationId xmlns:a16="http://schemas.microsoft.com/office/drawing/2014/main" id="{FABAC294-D000-44EC-AA1A-3DC6ED1F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678" y="1673122"/>
            <a:ext cx="25003" cy="9525"/>
          </a:xfrm>
          <a:custGeom xmlns:a="http://schemas.openxmlformats.org/drawingml/2006/main">
            <a:pathLst>
              <a:path w="25003" h="9525">
                <a:moveTo>
                  <a:pt x="0" y="6839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7" name="line-193">
            <a:extLst xmlns:a="http://schemas.openxmlformats.org/drawingml/2006/main">
              <a:ext uri="{FF2B5EF4-FFF2-40B4-BE49-F238E27FC236}">
                <a16:creationId xmlns:a16="http://schemas.microsoft.com/office/drawing/2014/main" id="{CEED8612-8119-4244-9FAD-DB3BF0F9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3681" y="1673122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30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8" name="line-194">
            <a:extLst xmlns:a="http://schemas.openxmlformats.org/drawingml/2006/main">
              <a:ext uri="{FF2B5EF4-FFF2-40B4-BE49-F238E27FC236}">
                <a16:creationId xmlns:a16="http://schemas.microsoft.com/office/drawing/2014/main" id="{77FA6788-FE16-4A75-B21F-BF910B7B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8684" y="1676158"/>
            <a:ext cx="25003" cy="12106"/>
          </a:xfrm>
          <a:custGeom xmlns:a="http://schemas.openxmlformats.org/drawingml/2006/main">
            <a:pathLst>
              <a:path w="25003" h="12106">
                <a:moveTo>
                  <a:pt x="0" y="0"/>
                </a:moveTo>
                <a:lnTo>
                  <a:pt x="25003" y="1210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29" name="line-195">
            <a:extLst xmlns:a="http://schemas.openxmlformats.org/drawingml/2006/main">
              <a:ext uri="{FF2B5EF4-FFF2-40B4-BE49-F238E27FC236}">
                <a16:creationId xmlns:a16="http://schemas.microsoft.com/office/drawing/2014/main" id="{2E7415E1-C926-4D70-9330-F6349C3B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688" y="1688264"/>
            <a:ext cx="25003" cy="19513"/>
          </a:xfrm>
          <a:custGeom xmlns:a="http://schemas.openxmlformats.org/drawingml/2006/main">
            <a:pathLst>
              <a:path w="25003" h="19513">
                <a:moveTo>
                  <a:pt x="0" y="0"/>
                </a:moveTo>
                <a:lnTo>
                  <a:pt x="25003" y="1951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0" name="line-196">
            <a:extLst xmlns:a="http://schemas.openxmlformats.org/drawingml/2006/main">
              <a:ext uri="{FF2B5EF4-FFF2-40B4-BE49-F238E27FC236}">
                <a16:creationId xmlns:a16="http://schemas.microsoft.com/office/drawing/2014/main" id="{A3E1BE9F-7447-4561-ADA1-6B25615D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8691" y="1707777"/>
            <a:ext cx="25003" cy="24604"/>
          </a:xfrm>
          <a:custGeom xmlns:a="http://schemas.openxmlformats.org/drawingml/2006/main">
            <a:pathLst>
              <a:path w="25003" h="24604">
                <a:moveTo>
                  <a:pt x="0" y="0"/>
                </a:moveTo>
                <a:lnTo>
                  <a:pt x="25003" y="2460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1" name="line-197">
            <a:extLst xmlns:a="http://schemas.openxmlformats.org/drawingml/2006/main">
              <a:ext uri="{FF2B5EF4-FFF2-40B4-BE49-F238E27FC236}">
                <a16:creationId xmlns:a16="http://schemas.microsoft.com/office/drawing/2014/main" id="{6CF04D71-7899-4D0D-91BC-BE427AB7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3694" y="1732381"/>
            <a:ext cx="25003" cy="26995"/>
          </a:xfrm>
          <a:custGeom xmlns:a="http://schemas.openxmlformats.org/drawingml/2006/main">
            <a:pathLst>
              <a:path w="25003" h="26995">
                <a:moveTo>
                  <a:pt x="0" y="0"/>
                </a:moveTo>
                <a:lnTo>
                  <a:pt x="25003" y="2699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2" name="line-198">
            <a:extLst xmlns:a="http://schemas.openxmlformats.org/drawingml/2006/main">
              <a:ext uri="{FF2B5EF4-FFF2-40B4-BE49-F238E27FC236}">
                <a16:creationId xmlns:a16="http://schemas.microsoft.com/office/drawing/2014/main" id="{A8FA7525-1A46-4ECB-A9CD-75D09C4B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697" y="1759376"/>
            <a:ext cx="25003" cy="26594"/>
          </a:xfrm>
          <a:custGeom xmlns:a="http://schemas.openxmlformats.org/drawingml/2006/main">
            <a:pathLst>
              <a:path w="25003" h="26594">
                <a:moveTo>
                  <a:pt x="0" y="0"/>
                </a:moveTo>
                <a:lnTo>
                  <a:pt x="25003" y="2659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3" name="line-199">
            <a:extLst xmlns:a="http://schemas.openxmlformats.org/drawingml/2006/main">
              <a:ext uri="{FF2B5EF4-FFF2-40B4-BE49-F238E27FC236}">
                <a16:creationId xmlns:a16="http://schemas.microsoft.com/office/drawing/2014/main" id="{4E7BF248-6134-4E22-B880-0C1A81EB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785970"/>
            <a:ext cx="25003" cy="23597"/>
          </a:xfrm>
          <a:custGeom xmlns:a="http://schemas.openxmlformats.org/drawingml/2006/main">
            <a:pathLst>
              <a:path w="25003" h="23597">
                <a:moveTo>
                  <a:pt x="0" y="0"/>
                </a:moveTo>
                <a:lnTo>
                  <a:pt x="25003" y="2359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4" name="line-200">
            <a:extLst xmlns:a="http://schemas.openxmlformats.org/drawingml/2006/main">
              <a:ext uri="{FF2B5EF4-FFF2-40B4-BE49-F238E27FC236}">
                <a16:creationId xmlns:a16="http://schemas.microsoft.com/office/drawing/2014/main" id="{5B078848-15A4-4C08-83FC-FC171AA4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8703" y="1809567"/>
            <a:ext cx="25003" cy="18454"/>
          </a:xfrm>
          <a:custGeom xmlns:a="http://schemas.openxmlformats.org/drawingml/2006/main">
            <a:pathLst>
              <a:path w="25003" h="18454">
                <a:moveTo>
                  <a:pt x="0" y="0"/>
                </a:moveTo>
                <a:lnTo>
                  <a:pt x="25003" y="1845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5" name="line-201">
            <a:extLst xmlns:a="http://schemas.openxmlformats.org/drawingml/2006/main">
              <a:ext uri="{FF2B5EF4-FFF2-40B4-BE49-F238E27FC236}">
                <a16:creationId xmlns:a16="http://schemas.microsoft.com/office/drawing/2014/main" id="{39D47249-D711-4304-B035-75438BD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706" y="1828021"/>
            <a:ext cx="25003" cy="11808"/>
          </a:xfrm>
          <a:custGeom xmlns:a="http://schemas.openxmlformats.org/drawingml/2006/main">
            <a:pathLst>
              <a:path w="25003" h="11808">
                <a:moveTo>
                  <a:pt x="0" y="0"/>
                </a:moveTo>
                <a:lnTo>
                  <a:pt x="25003" y="11808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6" name="line-202">
            <a:extLst xmlns:a="http://schemas.openxmlformats.org/drawingml/2006/main">
              <a:ext uri="{FF2B5EF4-FFF2-40B4-BE49-F238E27FC236}">
                <a16:creationId xmlns:a16="http://schemas.microsoft.com/office/drawing/2014/main" id="{6075EF6C-CFE4-452F-BBDE-7D1CFA84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709" y="1839829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44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7" name="line-203">
            <a:extLst xmlns:a="http://schemas.openxmlformats.org/drawingml/2006/main">
              <a:ext uri="{FF2B5EF4-FFF2-40B4-BE49-F238E27FC236}">
                <a16:creationId xmlns:a16="http://schemas.microsoft.com/office/drawing/2014/main" id="{1EF97EC5-80B3-4215-B0E5-95CCA196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713" y="1841333"/>
            <a:ext cx="25003" cy="9525"/>
          </a:xfrm>
          <a:custGeom xmlns:a="http://schemas.openxmlformats.org/drawingml/2006/main">
            <a:pathLst>
              <a:path w="25003" h="9525">
                <a:moveTo>
                  <a:pt x="0" y="2916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8" name="line-204">
            <a:extLst xmlns:a="http://schemas.openxmlformats.org/drawingml/2006/main">
              <a:ext uri="{FF2B5EF4-FFF2-40B4-BE49-F238E27FC236}">
                <a16:creationId xmlns:a16="http://schemas.microsoft.com/office/drawing/2014/main" id="{10467937-546B-4614-A22B-37E1C4B0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8716" y="1831873"/>
            <a:ext cx="25003" cy="9525"/>
          </a:xfrm>
          <a:custGeom xmlns:a="http://schemas.openxmlformats.org/drawingml/2006/main">
            <a:pathLst>
              <a:path w="25003" h="9525">
                <a:moveTo>
                  <a:pt x="0" y="946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39" name="line-205">
            <a:extLst xmlns:a="http://schemas.openxmlformats.org/drawingml/2006/main">
              <a:ext uri="{FF2B5EF4-FFF2-40B4-BE49-F238E27FC236}">
                <a16:creationId xmlns:a16="http://schemas.microsoft.com/office/drawing/2014/main" id="{12340F8B-3676-4364-8ED3-B701001E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3719" y="1817273"/>
            <a:ext cx="25003" cy="14600"/>
          </a:xfrm>
          <a:custGeom xmlns:a="http://schemas.openxmlformats.org/drawingml/2006/main">
            <a:pathLst>
              <a:path w="25003" h="14600">
                <a:moveTo>
                  <a:pt x="0" y="14600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0" name="line-206">
            <a:extLst xmlns:a="http://schemas.openxmlformats.org/drawingml/2006/main">
              <a:ext uri="{FF2B5EF4-FFF2-40B4-BE49-F238E27FC236}">
                <a16:creationId xmlns:a16="http://schemas.microsoft.com/office/drawing/2014/main" id="{973264A0-C195-4775-B8E6-11A1F835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722" y="1799369"/>
            <a:ext cx="25003" cy="17904"/>
          </a:xfrm>
          <a:custGeom xmlns:a="http://schemas.openxmlformats.org/drawingml/2006/main">
            <a:pathLst>
              <a:path w="25003" h="17904">
                <a:moveTo>
                  <a:pt x="0" y="17904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1" name="line-207">
            <a:extLst xmlns:a="http://schemas.openxmlformats.org/drawingml/2006/main">
              <a:ext uri="{FF2B5EF4-FFF2-40B4-BE49-F238E27FC236}">
                <a16:creationId xmlns:a16="http://schemas.microsoft.com/office/drawing/2014/main" id="{8DF490E2-0E77-4FAA-9436-599CC863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780205"/>
            <a:ext cx="25003" cy="19165"/>
          </a:xfrm>
          <a:custGeom xmlns:a="http://schemas.openxmlformats.org/drawingml/2006/main">
            <a:pathLst>
              <a:path w="25003" h="19165">
                <a:moveTo>
                  <a:pt x="0" y="19165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2" name="line-208">
            <a:extLst xmlns:a="http://schemas.openxmlformats.org/drawingml/2006/main">
              <a:ext uri="{FF2B5EF4-FFF2-40B4-BE49-F238E27FC236}">
                <a16:creationId xmlns:a16="http://schemas.microsoft.com/office/drawing/2014/main" id="{772FB5FA-49C6-46DC-8943-492FA25C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8728" y="1761805"/>
            <a:ext cx="25003" cy="18399"/>
          </a:xfrm>
          <a:custGeom xmlns:a="http://schemas.openxmlformats.org/drawingml/2006/main">
            <a:pathLst>
              <a:path w="25003" h="18399">
                <a:moveTo>
                  <a:pt x="0" y="18399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3" name="line-209">
            <a:extLst xmlns:a="http://schemas.openxmlformats.org/drawingml/2006/main">
              <a:ext uri="{FF2B5EF4-FFF2-40B4-BE49-F238E27FC236}">
                <a16:creationId xmlns:a16="http://schemas.microsoft.com/office/drawing/2014/main" id="{B92299BC-44A4-48E8-8CCE-260468C1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731" y="1745964"/>
            <a:ext cx="25003" cy="15841"/>
          </a:xfrm>
          <a:custGeom xmlns:a="http://schemas.openxmlformats.org/drawingml/2006/main">
            <a:pathLst>
              <a:path w="25003" h="15841">
                <a:moveTo>
                  <a:pt x="0" y="15841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4" name="line-210">
            <a:extLst xmlns:a="http://schemas.openxmlformats.org/drawingml/2006/main">
              <a:ext uri="{FF2B5EF4-FFF2-40B4-BE49-F238E27FC236}">
                <a16:creationId xmlns:a16="http://schemas.microsoft.com/office/drawing/2014/main" id="{A7A3A881-5A99-4485-BAAE-2B9315B5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8734" y="1734070"/>
            <a:ext cx="25003" cy="11895"/>
          </a:xfrm>
          <a:custGeom xmlns:a="http://schemas.openxmlformats.org/drawingml/2006/main">
            <a:pathLst>
              <a:path w="25003" h="11895">
                <a:moveTo>
                  <a:pt x="0" y="11895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5" name="line-211">
            <a:extLst xmlns:a="http://schemas.openxmlformats.org/drawingml/2006/main">
              <a:ext uri="{FF2B5EF4-FFF2-40B4-BE49-F238E27FC236}">
                <a16:creationId xmlns:a16="http://schemas.microsoft.com/office/drawing/2014/main" id="{3440C819-BB77-48A0-8B45-45175FE5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738" y="1726981"/>
            <a:ext cx="25003" cy="9525"/>
          </a:xfrm>
          <a:custGeom xmlns:a="http://schemas.openxmlformats.org/drawingml/2006/main">
            <a:pathLst>
              <a:path w="25003" h="9525">
                <a:moveTo>
                  <a:pt x="0" y="7088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6" name="line-212">
            <a:extLst xmlns:a="http://schemas.openxmlformats.org/drawingml/2006/main">
              <a:ext uri="{FF2B5EF4-FFF2-40B4-BE49-F238E27FC236}">
                <a16:creationId xmlns:a16="http://schemas.microsoft.com/office/drawing/2014/main" id="{E6F410FD-465D-43B8-A599-4E1EA5B0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8741" y="1724979"/>
            <a:ext cx="25003" cy="9525"/>
          </a:xfrm>
          <a:custGeom xmlns:a="http://schemas.openxmlformats.org/drawingml/2006/main">
            <a:pathLst>
              <a:path w="25003" h="9525">
                <a:moveTo>
                  <a:pt x="0" y="2002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7" name="line-213">
            <a:extLst xmlns:a="http://schemas.openxmlformats.org/drawingml/2006/main">
              <a:ext uri="{FF2B5EF4-FFF2-40B4-BE49-F238E27FC236}">
                <a16:creationId xmlns:a16="http://schemas.microsoft.com/office/drawing/2014/main" id="{897B8C2D-24EB-427B-AD1D-29FF3457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3744" y="1724979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279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8" name="line-214">
            <a:extLst xmlns:a="http://schemas.openxmlformats.org/drawingml/2006/main">
              <a:ext uri="{FF2B5EF4-FFF2-40B4-BE49-F238E27FC236}">
                <a16:creationId xmlns:a16="http://schemas.microsoft.com/office/drawing/2014/main" id="{767726CC-AB28-4628-A2DF-577F50E0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8747" y="1727775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681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49" name="line-215">
            <a:extLst xmlns:a="http://schemas.openxmlformats.org/drawingml/2006/main">
              <a:ext uri="{FF2B5EF4-FFF2-40B4-BE49-F238E27FC236}">
                <a16:creationId xmlns:a16="http://schemas.microsoft.com/office/drawing/2014/main" id="{AA92A05C-4808-40EC-AB36-4539BFD0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34590"/>
            <a:ext cx="25003" cy="9686"/>
          </a:xfrm>
          <a:custGeom xmlns:a="http://schemas.openxmlformats.org/drawingml/2006/main">
            <a:pathLst>
              <a:path w="25003" h="9686">
                <a:moveTo>
                  <a:pt x="0" y="0"/>
                </a:moveTo>
                <a:lnTo>
                  <a:pt x="25003" y="968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0" name="line-216">
            <a:extLst xmlns:a="http://schemas.openxmlformats.org/drawingml/2006/main">
              <a:ext uri="{FF2B5EF4-FFF2-40B4-BE49-F238E27FC236}">
                <a16:creationId xmlns:a16="http://schemas.microsoft.com/office/drawing/2014/main" id="{7FF88B8B-9B67-4140-85EF-A322E97E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8753" y="1744276"/>
            <a:ext cx="25003" cy="11205"/>
          </a:xfrm>
          <a:custGeom xmlns:a="http://schemas.openxmlformats.org/drawingml/2006/main">
            <a:pathLst>
              <a:path w="25003" h="11205">
                <a:moveTo>
                  <a:pt x="0" y="0"/>
                </a:moveTo>
                <a:lnTo>
                  <a:pt x="25003" y="112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1" name="line-217">
            <a:extLst xmlns:a="http://schemas.openxmlformats.org/drawingml/2006/main">
              <a:ext uri="{FF2B5EF4-FFF2-40B4-BE49-F238E27FC236}">
                <a16:creationId xmlns:a16="http://schemas.microsoft.com/office/drawing/2014/main" id="{81E43F12-C338-423B-AA5B-0452CC75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3756" y="1755480"/>
            <a:ext cx="25003" cy="11334"/>
          </a:xfrm>
          <a:custGeom xmlns:a="http://schemas.openxmlformats.org/drawingml/2006/main">
            <a:pathLst>
              <a:path w="25003" h="11334">
                <a:moveTo>
                  <a:pt x="0" y="0"/>
                </a:moveTo>
                <a:lnTo>
                  <a:pt x="25003" y="1133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2" name="line-218">
            <a:extLst xmlns:a="http://schemas.openxmlformats.org/drawingml/2006/main">
              <a:ext uri="{FF2B5EF4-FFF2-40B4-BE49-F238E27FC236}">
                <a16:creationId xmlns:a16="http://schemas.microsoft.com/office/drawing/2014/main" id="{D567764A-E5BD-43B3-A306-F62C9EA0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8759" y="1766815"/>
            <a:ext cx="25003" cy="10205"/>
          </a:xfrm>
          <a:custGeom xmlns:a="http://schemas.openxmlformats.org/drawingml/2006/main">
            <a:pathLst>
              <a:path w="25003" h="10205">
                <a:moveTo>
                  <a:pt x="0" y="0"/>
                </a:moveTo>
                <a:lnTo>
                  <a:pt x="25003" y="1020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3" name="line-219">
            <a:extLst xmlns:a="http://schemas.openxmlformats.org/drawingml/2006/main">
              <a:ext uri="{FF2B5EF4-FFF2-40B4-BE49-F238E27FC236}">
                <a16:creationId xmlns:a16="http://schemas.microsoft.com/office/drawing/2014/main" id="{9E203129-0E34-4408-A3F0-FFAB356C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763" y="177702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8084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4" name="line-220">
            <a:extLst xmlns:a="http://schemas.openxmlformats.org/drawingml/2006/main">
              <a:ext uri="{FF2B5EF4-FFF2-40B4-BE49-F238E27FC236}">
                <a16:creationId xmlns:a16="http://schemas.microsoft.com/office/drawing/2014/main" id="{BB601C60-D2FC-4CE4-972B-796DA769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8766" y="1785104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533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5" name="line-221">
            <a:extLst xmlns:a="http://schemas.openxmlformats.org/drawingml/2006/main">
              <a:ext uri="{FF2B5EF4-FFF2-40B4-BE49-F238E27FC236}">
                <a16:creationId xmlns:a16="http://schemas.microsoft.com/office/drawing/2014/main" id="{44E86F71-8D91-4DB3-8C05-EAE8EE15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769" y="179044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236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6" name="line-222">
            <a:extLst xmlns:a="http://schemas.openxmlformats.org/drawingml/2006/main">
              <a:ext uri="{FF2B5EF4-FFF2-40B4-BE49-F238E27FC236}">
                <a16:creationId xmlns:a16="http://schemas.microsoft.com/office/drawing/2014/main" id="{637ABB5F-3A23-4B0F-B0DD-DF1BD686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8772" y="1792393"/>
            <a:ext cx="25003" cy="9525"/>
          </a:xfrm>
          <a:custGeom xmlns:a="http://schemas.openxmlformats.org/drawingml/2006/main">
            <a:pathLst>
              <a:path w="25003" h="9525">
                <a:moveTo>
                  <a:pt x="0" y="416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7" name="line-223">
            <a:extLst xmlns:a="http://schemas.openxmlformats.org/drawingml/2006/main">
              <a:ext uri="{FF2B5EF4-FFF2-40B4-BE49-F238E27FC236}">
                <a16:creationId xmlns:a16="http://schemas.microsoft.com/office/drawing/2014/main" id="{A0FAA8CC-1454-4E7B-A8A3-B075F647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3775" y="1789716"/>
            <a:ext cx="25003" cy="9525"/>
          </a:xfrm>
          <a:custGeom xmlns:a="http://schemas.openxmlformats.org/drawingml/2006/main">
            <a:pathLst>
              <a:path w="25003" h="9525">
                <a:moveTo>
                  <a:pt x="0" y="2677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8" name="line-224">
            <a:extLst xmlns:a="http://schemas.openxmlformats.org/drawingml/2006/main">
              <a:ext uri="{FF2B5EF4-FFF2-40B4-BE49-F238E27FC236}">
                <a16:creationId xmlns:a16="http://schemas.microsoft.com/office/drawing/2014/main" id="{FF676B58-797F-44E7-B5F7-16B18226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8778" y="1785548"/>
            <a:ext cx="25003" cy="9525"/>
          </a:xfrm>
          <a:custGeom xmlns:a="http://schemas.openxmlformats.org/drawingml/2006/main">
            <a:pathLst>
              <a:path w="25003" h="9525">
                <a:moveTo>
                  <a:pt x="0" y="4168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59" name="line-225">
            <a:extLst xmlns:a="http://schemas.openxmlformats.org/drawingml/2006/main">
              <a:ext uri="{FF2B5EF4-FFF2-40B4-BE49-F238E27FC236}">
                <a16:creationId xmlns:a16="http://schemas.microsoft.com/office/drawing/2014/main" id="{133187B4-DBF7-4E76-B537-D22DE98C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781" y="1780775"/>
            <a:ext cx="25003" cy="9525"/>
          </a:xfrm>
          <a:custGeom xmlns:a="http://schemas.openxmlformats.org/drawingml/2006/main">
            <a:pathLst>
              <a:path w="25003" h="9525">
                <a:moveTo>
                  <a:pt x="0" y="4773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60" name="line-226">
            <a:extLst xmlns:a="http://schemas.openxmlformats.org/drawingml/2006/main">
              <a:ext uri="{FF2B5EF4-FFF2-40B4-BE49-F238E27FC236}">
                <a16:creationId xmlns:a16="http://schemas.microsoft.com/office/drawing/2014/main" id="{C69E532E-3E6B-4904-B53A-D434FDE8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784" y="1776270"/>
            <a:ext cx="25003" cy="9525"/>
          </a:xfrm>
          <a:custGeom xmlns:a="http://schemas.openxmlformats.org/drawingml/2006/main">
            <a:pathLst>
              <a:path w="25003" h="9525">
                <a:moveTo>
                  <a:pt x="0" y="4505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61" name="line-227">
            <a:extLst xmlns:a="http://schemas.openxmlformats.org/drawingml/2006/main">
              <a:ext uri="{FF2B5EF4-FFF2-40B4-BE49-F238E27FC236}">
                <a16:creationId xmlns:a16="http://schemas.microsoft.com/office/drawing/2014/main" id="{32708756-998F-4159-8E71-470A3A9F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3788" y="1772766"/>
            <a:ext cx="25003" cy="9525"/>
          </a:xfrm>
          <a:custGeom xmlns:a="http://schemas.openxmlformats.org/drawingml/2006/main">
            <a:pathLst>
              <a:path w="25003" h="9525">
                <a:moveTo>
                  <a:pt x="0" y="3504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62" name="line-228">
            <a:extLst xmlns:a="http://schemas.openxmlformats.org/drawingml/2006/main">
              <a:ext uri="{FF2B5EF4-FFF2-40B4-BE49-F238E27FC236}">
                <a16:creationId xmlns:a16="http://schemas.microsoft.com/office/drawing/2014/main" id="{E94B1375-A4AC-4181-A0AE-7164713E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8791" y="1770755"/>
            <a:ext cx="25003" cy="9525"/>
          </a:xfrm>
          <a:custGeom xmlns:a="http://schemas.openxmlformats.org/drawingml/2006/main">
            <a:pathLst>
              <a:path w="25003" h="9525">
                <a:moveTo>
                  <a:pt x="0" y="2011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63" name="line-229">
            <a:extLst xmlns:a="http://schemas.openxmlformats.org/drawingml/2006/main">
              <a:ext uri="{FF2B5EF4-FFF2-40B4-BE49-F238E27FC236}">
                <a16:creationId xmlns:a16="http://schemas.microsoft.com/office/drawing/2014/main" id="{21F93D0E-751B-4BB4-931B-ACFDE6BC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03794" y="1770427"/>
            <a:ext cx="25003" cy="9525"/>
          </a:xfrm>
          <a:custGeom xmlns:a="http://schemas.openxmlformats.org/drawingml/2006/main">
            <a:pathLst>
              <a:path w="25003" h="9525">
                <a:moveTo>
                  <a:pt x="0" y="328"/>
                </a:moveTo>
                <a:lnTo>
                  <a:pt x="2500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64" name="line-230">
            <a:extLst xmlns:a="http://schemas.openxmlformats.org/drawingml/2006/main">
              <a:ext uri="{FF2B5EF4-FFF2-40B4-BE49-F238E27FC236}">
                <a16:creationId xmlns:a16="http://schemas.microsoft.com/office/drawing/2014/main" id="{68A02887-61C9-4D24-8BB6-9B6A9A9B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8797" y="1770427"/>
            <a:ext cx="25003" cy="9525"/>
          </a:xfrm>
          <a:custGeom xmlns:a="http://schemas.openxmlformats.org/drawingml/2006/main">
            <a:pathLst>
              <a:path w="25003" h="9525">
                <a:moveTo>
                  <a:pt x="0" y="0"/>
                </a:moveTo>
                <a:lnTo>
                  <a:pt x="25003" y="122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119A92"/>
            </a:solidFill>
            <a:prstDash val="solid"/>
          </a:ln>
        </p:spPr>
      </p:sp>
      <p:sp>
        <p:nvSpPr>
          <p:cNvPr id="165" name="line-231">
            <a:extLst xmlns:a="http://schemas.openxmlformats.org/drawingml/2006/main">
              <a:ext uri="{FF2B5EF4-FFF2-40B4-BE49-F238E27FC236}">
                <a16:creationId xmlns:a16="http://schemas.microsoft.com/office/drawing/2014/main" id="{5F1A747C-55E3-4BFB-86D6-5A552C4F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53750" cy="9525"/>
          </a:xfrm>
          <a:custGeom xmlns:a="http://schemas.openxmlformats.org/drawingml/2006/main">
            <a:pathLst>
              <a:path w="10953750" h="9525">
                <a:moveTo>
                  <a:pt x="0" y="0"/>
                </a:moveTo>
                <a:lnTo>
                  <a:pt x="1095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66" name="object-232">
            <a:extLst xmlns:a="http://schemas.openxmlformats.org/drawingml/2006/main">
              <a:ext uri="{FF2B5EF4-FFF2-40B4-BE49-F238E27FC236}">
                <a16:creationId xmlns:a16="http://schemas.microsoft.com/office/drawing/2014/main" id="{02926868-3229-4EBC-BE42-5D61FFCC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526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提出暂停</a:t>
            </a:r>
          </a:p>
        </p:txBody>
      </p:sp>
      <p:sp>
        <p:nvSpPr>
          <p:cNvPr id="167" name="line-233">
            <a:extLst xmlns:a="http://schemas.openxmlformats.org/drawingml/2006/main">
              <a:ext uri="{FF2B5EF4-FFF2-40B4-BE49-F238E27FC236}">
                <a16:creationId xmlns:a16="http://schemas.microsoft.com/office/drawing/2014/main" id="{BC2A8BB0-078E-4962-8EA4-C106A58A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71775"/>
            <a:ext cx="9525" cy="2714625"/>
          </a:xfrm>
          <a:custGeom xmlns:a="http://schemas.openxmlformats.org/drawingml/2006/main">
            <a:pathLst>
              <a:path w="952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68" name="object-234">
            <a:extLst xmlns:a="http://schemas.openxmlformats.org/drawingml/2006/main">
              <a:ext uri="{FF2B5EF4-FFF2-40B4-BE49-F238E27FC236}">
                <a16:creationId xmlns:a16="http://schemas.microsoft.com/office/drawing/2014/main" id="{CA1AEBF3-09BE-463A-B61F-E217B7AC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526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开始淡出</a:t>
            </a:r>
          </a:p>
        </p:txBody>
      </p:sp>
      <p:sp>
        <p:nvSpPr>
          <p:cNvPr id="169" name="line-235">
            <a:extLst xmlns:a="http://schemas.openxmlformats.org/drawingml/2006/main">
              <a:ext uri="{FF2B5EF4-FFF2-40B4-BE49-F238E27FC236}">
                <a16:creationId xmlns:a16="http://schemas.microsoft.com/office/drawing/2014/main" id="{C3C69729-07F6-44DB-BC32-B2A84365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71775"/>
            <a:ext cx="9525" cy="2714625"/>
          </a:xfrm>
          <a:custGeom xmlns:a="http://schemas.openxmlformats.org/drawingml/2006/main">
            <a:pathLst>
              <a:path w="952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70" name="object-236">
            <a:extLst xmlns:a="http://schemas.openxmlformats.org/drawingml/2006/main">
              <a:ext uri="{FF2B5EF4-FFF2-40B4-BE49-F238E27FC236}">
                <a16:creationId xmlns:a16="http://schemas.microsoft.com/office/drawing/2014/main" id="{8BE42EB6-2EF7-4FDD-88E2-DB593BE6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526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淡出结束</a:t>
            </a:r>
          </a:p>
        </p:txBody>
      </p:sp>
      <p:sp>
        <p:nvSpPr>
          <p:cNvPr id="171" name="line-237">
            <a:extLst xmlns:a="http://schemas.openxmlformats.org/drawingml/2006/main">
              <a:ext uri="{FF2B5EF4-FFF2-40B4-BE49-F238E27FC236}">
                <a16:creationId xmlns:a16="http://schemas.microsoft.com/office/drawing/2014/main" id="{6C6B3BE4-39FC-4A93-A376-1DDF7016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71775"/>
            <a:ext cx="9525" cy="2714625"/>
          </a:xfrm>
          <a:custGeom xmlns:a="http://schemas.openxmlformats.org/drawingml/2006/main">
            <a:pathLst>
              <a:path w="952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72" name="object-238">
            <a:extLst xmlns:a="http://schemas.openxmlformats.org/drawingml/2006/main">
              <a:ext uri="{FF2B5EF4-FFF2-40B4-BE49-F238E27FC236}">
                <a16:creationId xmlns:a16="http://schemas.microsoft.com/office/drawing/2014/main" id="{50C39096-3168-46FC-933D-08586306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52675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完成收尾</a:t>
            </a:r>
          </a:p>
        </p:txBody>
      </p:sp>
      <p:sp>
        <p:nvSpPr>
          <p:cNvPr id="173" name="line-239">
            <a:extLst xmlns:a="http://schemas.openxmlformats.org/drawingml/2006/main">
              <a:ext uri="{FF2B5EF4-FFF2-40B4-BE49-F238E27FC236}">
                <a16:creationId xmlns:a16="http://schemas.microsoft.com/office/drawing/2014/main" id="{04369044-2B17-4D38-A908-178E0279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71775"/>
            <a:ext cx="9525" cy="2714625"/>
          </a:xfrm>
          <a:custGeom xmlns:a="http://schemas.openxmlformats.org/drawingml/2006/main">
            <a:pathLst>
              <a:path w="9525" h="2714625">
                <a:moveTo>
                  <a:pt x="0" y="0"/>
                </a:moveTo>
                <a:lnTo>
                  <a:pt x="0" y="2714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74" name="object-240">
            <a:extLst xmlns:a="http://schemas.openxmlformats.org/drawingml/2006/main">
              <a:ext uri="{FF2B5EF4-FFF2-40B4-BE49-F238E27FC236}">
                <a16:creationId xmlns:a16="http://schemas.microsoft.com/office/drawing/2014/main" id="{5B11BCC8-63C2-40FD-872D-7FE695F9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控制请求</a:t>
            </a:r>
          </a:p>
        </p:txBody>
      </p:sp>
      <p:sp>
        <p:nvSpPr>
          <p:cNvPr id="175" name="line-241">
            <a:extLst xmlns:a="http://schemas.openxmlformats.org/drawingml/2006/main">
              <a:ext uri="{FF2B5EF4-FFF2-40B4-BE49-F238E27FC236}">
                <a16:creationId xmlns:a16="http://schemas.microsoft.com/office/drawing/2014/main" id="{3D42DAA4-DB0B-4366-80EB-B9B7DFCA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214313" cy="9525"/>
          </a:xfrm>
          <a:custGeom xmlns:a="http://schemas.openxmlformats.org/drawingml/2006/main">
            <a:pathLst>
              <a:path w="214313" h="952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76" name="line-242">
            <a:extLst xmlns:a="http://schemas.openxmlformats.org/drawingml/2006/main">
              <a:ext uri="{FF2B5EF4-FFF2-40B4-BE49-F238E27FC236}">
                <a16:creationId xmlns:a16="http://schemas.microsoft.com/office/drawing/2014/main" id="{FED8E148-C6A2-4222-B811-795CE300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43250"/>
            <a:ext cx="214313" cy="9525"/>
          </a:xfrm>
          <a:custGeom xmlns:a="http://schemas.openxmlformats.org/drawingml/2006/main">
            <a:pathLst>
              <a:path w="214313" h="952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77" name="line-243">
            <a:extLst xmlns:a="http://schemas.openxmlformats.org/drawingml/2006/main">
              <a:ext uri="{FF2B5EF4-FFF2-40B4-BE49-F238E27FC236}">
                <a16:creationId xmlns:a16="http://schemas.microsoft.com/office/drawing/2014/main" id="{4333D98B-8822-4999-ADD5-500E9F52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214313" cy="9525"/>
          </a:xfrm>
          <a:custGeom xmlns:a="http://schemas.openxmlformats.org/drawingml/2006/main">
            <a:pathLst>
              <a:path w="214313" h="952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78" name="line-244">
            <a:extLst xmlns:a="http://schemas.openxmlformats.org/drawingml/2006/main">
              <a:ext uri="{FF2B5EF4-FFF2-40B4-BE49-F238E27FC236}">
                <a16:creationId xmlns:a16="http://schemas.microsoft.com/office/drawing/2014/main" id="{73B78C0A-8D46-4549-8FB0-DB6650E2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43250"/>
            <a:ext cx="214313" cy="9525"/>
          </a:xfrm>
          <a:custGeom xmlns:a="http://schemas.openxmlformats.org/drawingml/2006/main">
            <a:pathLst>
              <a:path w="214313" h="952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79" name="line-245">
            <a:extLst xmlns:a="http://schemas.openxmlformats.org/drawingml/2006/main">
              <a:ext uri="{FF2B5EF4-FFF2-40B4-BE49-F238E27FC236}">
                <a16:creationId xmlns:a16="http://schemas.microsoft.com/office/drawing/2014/main" id="{B8FE3AF9-0CFB-48C9-9D89-6F0BB2B0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214313" cy="9525"/>
          </a:xfrm>
          <a:custGeom xmlns:a="http://schemas.openxmlformats.org/drawingml/2006/main">
            <a:pathLst>
              <a:path w="214313" h="952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80" name="line-246">
            <a:extLst xmlns:a="http://schemas.openxmlformats.org/drawingml/2006/main">
              <a:ext uri="{FF2B5EF4-FFF2-40B4-BE49-F238E27FC236}">
                <a16:creationId xmlns:a16="http://schemas.microsoft.com/office/drawing/2014/main" id="{93A7B161-CBC8-4B3A-A87F-20C976EC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43250"/>
            <a:ext cx="214313" cy="9525"/>
          </a:xfrm>
          <a:custGeom xmlns:a="http://schemas.openxmlformats.org/drawingml/2006/main">
            <a:pathLst>
              <a:path w="214313" h="9525">
                <a:moveTo>
                  <a:pt x="0" y="0"/>
                </a:moveTo>
                <a:lnTo>
                  <a:pt x="2143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81" name="line-247">
            <a:extLst xmlns:a="http://schemas.openxmlformats.org/drawingml/2006/main">
              <a:ext uri="{FF2B5EF4-FFF2-40B4-BE49-F238E27FC236}">
                <a16:creationId xmlns:a16="http://schemas.microsoft.com/office/drawing/2014/main" id="{FB65E271-832C-41D4-B045-62AB4902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482" y="31432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82" name="line-248">
            <a:extLst xmlns:a="http://schemas.openxmlformats.org/drawingml/2006/main">
              <a:ext uri="{FF2B5EF4-FFF2-40B4-BE49-F238E27FC236}">
                <a16:creationId xmlns:a16="http://schemas.microsoft.com/office/drawing/2014/main" id="{582D0B0A-FBAA-425B-8BE2-148FED58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482" y="31018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83" name="object-249">
            <a:extLst xmlns:a="http://schemas.openxmlformats.org/drawingml/2006/main">
              <a:ext uri="{FF2B5EF4-FFF2-40B4-BE49-F238E27FC236}">
                <a16:creationId xmlns:a16="http://schemas.microsoft.com/office/drawing/2014/main" id="{2C7BB964-4EF9-4DF9-887B-CD220001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等待执行</a:t>
            </a:r>
          </a:p>
        </p:txBody>
      </p:sp>
      <p:sp>
        <p:nvSpPr>
          <p:cNvPr id="184" name="reveal1-line-250">
            <a:extLst xmlns:a="http://schemas.openxmlformats.org/drawingml/2006/main">
              <a:ext uri="{FF2B5EF4-FFF2-40B4-BE49-F238E27FC236}">
                <a16:creationId xmlns:a16="http://schemas.microsoft.com/office/drawing/2014/main" id="{8CA4150A-6628-44D2-8227-86899B13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06375" cy="9525"/>
          </a:xfrm>
          <a:custGeom xmlns:a="http://schemas.openxmlformats.org/drawingml/2006/main">
            <a:pathLst>
              <a:path w="206375" h="9525">
                <a:moveTo>
                  <a:pt x="0" y="0"/>
                </a:moveTo>
                <a:lnTo>
                  <a:pt x="20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85" name="reveal1-line-251">
            <a:extLst xmlns:a="http://schemas.openxmlformats.org/drawingml/2006/main">
              <a:ext uri="{FF2B5EF4-FFF2-40B4-BE49-F238E27FC236}">
                <a16:creationId xmlns:a16="http://schemas.microsoft.com/office/drawing/2014/main" id="{09282089-FA4E-4B20-AD31-477CEBA3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3143250"/>
            <a:ext cx="206375" cy="9525"/>
          </a:xfrm>
          <a:custGeom xmlns:a="http://schemas.openxmlformats.org/drawingml/2006/main">
            <a:pathLst>
              <a:path w="206375" h="9525">
                <a:moveTo>
                  <a:pt x="0" y="0"/>
                </a:moveTo>
                <a:lnTo>
                  <a:pt x="20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86" name="reveal1-line-252">
            <a:extLst xmlns:a="http://schemas.openxmlformats.org/drawingml/2006/main">
              <a:ext uri="{FF2B5EF4-FFF2-40B4-BE49-F238E27FC236}">
                <a16:creationId xmlns:a16="http://schemas.microsoft.com/office/drawing/2014/main" id="{AF5B3C4D-FB22-4A0F-9CA6-FCCE6708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1750" y="3143250"/>
            <a:ext cx="206375" cy="9525"/>
          </a:xfrm>
          <a:custGeom xmlns:a="http://schemas.openxmlformats.org/drawingml/2006/main">
            <a:pathLst>
              <a:path w="206375" h="9525">
                <a:moveTo>
                  <a:pt x="0" y="0"/>
                </a:moveTo>
                <a:lnTo>
                  <a:pt x="20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87" name="reveal1-line-253">
            <a:extLst xmlns:a="http://schemas.openxmlformats.org/drawingml/2006/main">
              <a:ext uri="{FF2B5EF4-FFF2-40B4-BE49-F238E27FC236}">
                <a16:creationId xmlns:a16="http://schemas.microsoft.com/office/drawing/2014/main" id="{987E4BD7-BF9A-4A53-A406-7D9E6107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206375" cy="9525"/>
          </a:xfrm>
          <a:custGeom xmlns:a="http://schemas.openxmlformats.org/drawingml/2006/main">
            <a:pathLst>
              <a:path w="206375" h="9525">
                <a:moveTo>
                  <a:pt x="0" y="0"/>
                </a:moveTo>
                <a:lnTo>
                  <a:pt x="20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88" name="reveal1-line-254">
            <a:extLst xmlns:a="http://schemas.openxmlformats.org/drawingml/2006/main">
              <a:ext uri="{FF2B5EF4-FFF2-40B4-BE49-F238E27FC236}">
                <a16:creationId xmlns:a16="http://schemas.microsoft.com/office/drawing/2014/main" id="{AF06267C-396B-4B7E-87C8-7091B996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250" y="3143250"/>
            <a:ext cx="206375" cy="9525"/>
          </a:xfrm>
          <a:custGeom xmlns:a="http://schemas.openxmlformats.org/drawingml/2006/main">
            <a:pathLst>
              <a:path w="206375" h="9525">
                <a:moveTo>
                  <a:pt x="0" y="0"/>
                </a:moveTo>
                <a:lnTo>
                  <a:pt x="20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89" name="reveal1-line-255">
            <a:extLst xmlns:a="http://schemas.openxmlformats.org/drawingml/2006/main">
              <a:ext uri="{FF2B5EF4-FFF2-40B4-BE49-F238E27FC236}">
                <a16:creationId xmlns:a16="http://schemas.microsoft.com/office/drawing/2014/main" id="{6113BAC3-2EC4-4399-A56E-DB2F1576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0" y="3143250"/>
            <a:ext cx="206375" cy="9525"/>
          </a:xfrm>
          <a:custGeom xmlns:a="http://schemas.openxmlformats.org/drawingml/2006/main">
            <a:pathLst>
              <a:path w="206375" h="9525">
                <a:moveTo>
                  <a:pt x="0" y="0"/>
                </a:moveTo>
                <a:lnTo>
                  <a:pt x="206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190" name="reveal1-line-256">
            <a:extLst xmlns:a="http://schemas.openxmlformats.org/drawingml/2006/main">
              <a:ext uri="{FF2B5EF4-FFF2-40B4-BE49-F238E27FC236}">
                <a16:creationId xmlns:a16="http://schemas.microsoft.com/office/drawing/2014/main" id="{53252028-93EC-4343-BC4D-75FC29C0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982" y="31432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91" name="reveal1-line-257">
            <a:extLst xmlns:a="http://schemas.openxmlformats.org/drawingml/2006/main">
              <a:ext uri="{FF2B5EF4-FFF2-40B4-BE49-F238E27FC236}">
                <a16:creationId xmlns:a16="http://schemas.microsoft.com/office/drawing/2014/main" id="{DBB80E1D-40C5-4F5E-9AE2-58C5F735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982" y="31018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192" name="reveal1-object-258">
            <a:extLst xmlns:a="http://schemas.openxmlformats.org/drawingml/2006/main">
              <a:ext uri="{FF2B5EF4-FFF2-40B4-BE49-F238E27FC236}">
                <a16:creationId xmlns:a16="http://schemas.microsoft.com/office/drawing/2014/main" id="{3686A1F0-A0C5-4BA7-9D60-2790DB7E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717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完成处理再次排队</a:t>
            </a:r>
          </a:p>
        </p:txBody>
      </p:sp>
      <p:sp>
        <p:nvSpPr>
          <p:cNvPr id="193" name="reveal1-object-259">
            <a:extLst xmlns:a="http://schemas.openxmlformats.org/drawingml/2006/main">
              <a:ext uri="{FF2B5EF4-FFF2-40B4-BE49-F238E27FC236}">
                <a16:creationId xmlns:a16="http://schemas.microsoft.com/office/drawing/2014/main" id="{D6451007-4340-4F66-B74B-26E45650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输入连接</a:t>
            </a:r>
          </a:p>
        </p:txBody>
      </p:sp>
      <p:sp>
        <p:nvSpPr>
          <p:cNvPr id="194" name="reveal1-line-260">
            <a:extLst xmlns:a="http://schemas.openxmlformats.org/drawingml/2006/main">
              <a:ext uri="{FF2B5EF4-FFF2-40B4-BE49-F238E27FC236}">
                <a16:creationId xmlns:a16="http://schemas.microsoft.com/office/drawing/2014/main" id="{C758E8BE-5A44-4EC2-9A81-A5B585DD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7505700" cy="9525"/>
          </a:xfrm>
          <a:custGeom xmlns:a="http://schemas.openxmlformats.org/drawingml/2006/main">
            <a:pathLst>
              <a:path w="7505700" h="9525">
                <a:moveTo>
                  <a:pt x="0" y="0"/>
                </a:moveTo>
                <a:lnTo>
                  <a:pt x="7505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9A92"/>
            </a:solidFill>
            <a:prstDash val="solid"/>
          </a:ln>
        </p:spPr>
      </p:sp>
      <p:sp>
        <p:nvSpPr>
          <p:cNvPr id="195" name="reveal1-object-261">
            <a:extLst xmlns:a="http://schemas.openxmlformats.org/drawingml/2006/main">
              <a:ext uri="{FF2B5EF4-FFF2-40B4-BE49-F238E27FC236}">
                <a16:creationId xmlns:a16="http://schemas.microsoft.com/office/drawing/2014/main" id="{47C5D2CD-81FD-4FD3-A1E7-885C1763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6099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仍相连，继续处理以完成淡出</a:t>
            </a:r>
          </a:p>
        </p:txBody>
      </p:sp>
      <p:sp>
        <p:nvSpPr>
          <p:cNvPr id="196" name="reveal1-line-262">
            <a:extLst xmlns:a="http://schemas.openxmlformats.org/drawingml/2006/main">
              <a:ext uri="{FF2B5EF4-FFF2-40B4-BE49-F238E27FC236}">
                <a16:creationId xmlns:a16="http://schemas.microsoft.com/office/drawing/2014/main" id="{2870DAC7-B3E5-4DA9-B805-252C109D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05250"/>
            <a:ext cx="190500" cy="228600"/>
          </a:xfrm>
          <a:custGeom xmlns:a="http://schemas.openxmlformats.org/drawingml/2006/main">
            <a:pathLst>
              <a:path w="190500" h="228600">
                <a:moveTo>
                  <a:pt x="0" y="0"/>
                </a:moveTo>
                <a:lnTo>
                  <a:pt x="19050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97835"/>
            </a:solidFill>
            <a:prstDash val="solid"/>
          </a:ln>
        </p:spPr>
      </p:sp>
      <p:sp>
        <p:nvSpPr>
          <p:cNvPr id="197" name="reveal1-line-263">
            <a:extLst xmlns:a="http://schemas.openxmlformats.org/drawingml/2006/main">
              <a:ext uri="{FF2B5EF4-FFF2-40B4-BE49-F238E27FC236}">
                <a16:creationId xmlns:a16="http://schemas.microsoft.com/office/drawing/2014/main" id="{68916B26-75F3-4730-8846-6BA087F0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05250"/>
            <a:ext cx="190500" cy="228600"/>
          </a:xfrm>
          <a:custGeom xmlns:a="http://schemas.openxmlformats.org/drawingml/2006/main">
            <a:pathLst>
              <a:path w="190500" h="228600">
                <a:moveTo>
                  <a:pt x="19050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97835"/>
            </a:solidFill>
            <a:prstDash val="solid"/>
          </a:ln>
        </p:spPr>
      </p:sp>
      <p:sp>
        <p:nvSpPr>
          <p:cNvPr id="198" name="reveal1-object-264">
            <a:extLst xmlns:a="http://schemas.openxmlformats.org/drawingml/2006/main">
              <a:ext uri="{FF2B5EF4-FFF2-40B4-BE49-F238E27FC236}">
                <a16:creationId xmlns:a16="http://schemas.microsoft.com/office/drawing/2014/main" id="{267D1D83-4B61-4590-8B95-B1EA7C47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8290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断开</a:t>
            </a:r>
          </a:p>
        </p:txBody>
      </p:sp>
      <p:sp>
        <p:nvSpPr>
          <p:cNvPr id="199" name="reveal1-object-265">
            <a:extLst xmlns:a="http://schemas.openxmlformats.org/drawingml/2006/main">
              <a:ext uri="{FF2B5EF4-FFF2-40B4-BE49-F238E27FC236}">
                <a16:creationId xmlns:a16="http://schemas.microsoft.com/office/drawing/2014/main" id="{918EB07B-A00F-420D-B586-DA05B6F9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增益</a:t>
            </a:r>
          </a:p>
        </p:txBody>
      </p:sp>
      <p:sp>
        <p:nvSpPr>
          <p:cNvPr id="200" name="reveal1-line-266">
            <a:extLst xmlns:a="http://schemas.openxmlformats.org/drawingml/2006/main">
              <a:ext uri="{FF2B5EF4-FFF2-40B4-BE49-F238E27FC236}">
                <a16:creationId xmlns:a16="http://schemas.microsoft.com/office/drawing/2014/main" id="{87C9335A-3D7E-4D09-9DD4-BBC81EFF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24400"/>
            <a:ext cx="2571750" cy="9525"/>
          </a:xfrm>
          <a:custGeom xmlns:a="http://schemas.openxmlformats.org/drawingml/2006/main">
            <a:pathLst>
              <a:path w="2571750" h="9525">
                <a:moveTo>
                  <a:pt x="0" y="0"/>
                </a:moveTo>
                <a:lnTo>
                  <a:pt x="2571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9A92"/>
            </a:solidFill>
            <a:prstDash val="solid"/>
          </a:ln>
        </p:spPr>
      </p:sp>
      <p:sp>
        <p:nvSpPr>
          <p:cNvPr id="201" name="reveal1-line-267">
            <a:extLst xmlns:a="http://schemas.openxmlformats.org/drawingml/2006/main">
              <a:ext uri="{FF2B5EF4-FFF2-40B4-BE49-F238E27FC236}">
                <a16:creationId xmlns:a16="http://schemas.microsoft.com/office/drawing/2014/main" id="{B1BE5891-FFF1-4FEE-A82F-6A134E61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24400"/>
            <a:ext cx="2667000" cy="561975"/>
          </a:xfrm>
          <a:custGeom xmlns:a="http://schemas.openxmlformats.org/drawingml/2006/main">
            <a:pathLst>
              <a:path w="2667000" h="561975">
                <a:moveTo>
                  <a:pt x="0" y="0"/>
                </a:moveTo>
                <a:lnTo>
                  <a:pt x="266700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9A92"/>
            </a:solidFill>
            <a:prstDash val="solid"/>
          </a:ln>
        </p:spPr>
      </p:sp>
      <p:sp>
        <p:nvSpPr>
          <p:cNvPr id="202" name="reveal1-line-268">
            <a:extLst xmlns:a="http://schemas.openxmlformats.org/drawingml/2006/main">
              <a:ext uri="{FF2B5EF4-FFF2-40B4-BE49-F238E27FC236}">
                <a16:creationId xmlns:a16="http://schemas.microsoft.com/office/drawing/2014/main" id="{1ABB06CC-7630-42C0-867F-1DBA21E6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6375"/>
            <a:ext cx="3238500" cy="9525"/>
          </a:xfrm>
          <a:custGeom xmlns:a="http://schemas.openxmlformats.org/drawingml/2006/main"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9A92"/>
            </a:solidFill>
            <a:prstDash val="solid"/>
          </a:ln>
        </p:spPr>
      </p:sp>
      <p:sp>
        <p:nvSpPr>
          <p:cNvPr id="203" name="reveal1-object-269">
            <a:extLst xmlns:a="http://schemas.openxmlformats.org/drawingml/2006/main">
              <a:ext uri="{FF2B5EF4-FFF2-40B4-BE49-F238E27FC236}">
                <a16:creationId xmlns:a16="http://schemas.microsoft.com/office/drawing/2014/main" id="{B75197DB-B67B-44A8-BC5D-5D2FE996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00650"/>
            <a:ext cx="161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播放中</a:t>
            </a:r>
          </a:p>
        </p:txBody>
      </p:sp>
      <p:sp>
        <p:nvSpPr>
          <p:cNvPr id="204" name="reveal1-object-270">
            <a:extLst xmlns:a="http://schemas.openxmlformats.org/drawingml/2006/main">
              <a:ext uri="{FF2B5EF4-FFF2-40B4-BE49-F238E27FC236}">
                <a16:creationId xmlns:a16="http://schemas.microsoft.com/office/drawing/2014/main" id="{944DB506-1FD8-40C5-A413-B2D83B18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54006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正在暂停</a:t>
            </a:r>
          </a:p>
        </p:txBody>
      </p:sp>
      <p:sp>
        <p:nvSpPr>
          <p:cNvPr id="205" name="reveal1-object-271">
            <a:extLst xmlns:a="http://schemas.openxmlformats.org/drawingml/2006/main">
              <a:ext uri="{FF2B5EF4-FFF2-40B4-BE49-F238E27FC236}">
                <a16:creationId xmlns:a16="http://schemas.microsoft.com/office/drawing/2014/main" id="{DC113361-FA48-446E-8B77-60920C87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400675"/>
            <a:ext cx="104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已暂停</a:t>
            </a:r>
          </a:p>
        </p:txBody>
      </p:sp>
      <p:sp>
        <p:nvSpPr>
          <p:cNvPr id="206" name="reveal2-object-272">
            <a:extLst xmlns:a="http://schemas.openxmlformats.org/drawingml/2006/main">
              <a:ext uri="{FF2B5EF4-FFF2-40B4-BE49-F238E27FC236}">
                <a16:creationId xmlns:a16="http://schemas.microsoft.com/office/drawing/2014/main" id="{4413BD79-5862-46F4-9412-2D2C5A42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“淡出结束”和“输入断开”是两个时刻，中间还可能等待执行。</a:t>
            </a:r>
          </a:p>
        </p:txBody>
      </p:sp>
      <p:sp>
        <p:nvSpPr>
          <p:cNvPr id="207" name="object-273">
            <a:extLst xmlns:a="http://schemas.openxmlformats.org/drawingml/2006/main">
              <a:ext uri="{FF2B5EF4-FFF2-40B4-BE49-F238E27FC236}">
                <a16:creationId xmlns:a16="http://schemas.microsoft.com/office/drawing/2014/main" id="{01F2D1F5-3808-42BD-B52C-919711C1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波形与时间为示意。</a:t>
            </a:r>
          </a:p>
        </p:txBody>
      </p:sp>
      <p:sp>
        <p:nvSpPr>
          <p:cNvPr id="208" name="object-274">
            <a:extLst xmlns:a="http://schemas.openxmlformats.org/drawingml/2006/main">
              <a:ext uri="{FF2B5EF4-FFF2-40B4-BE49-F238E27FC236}">
                <a16:creationId xmlns:a16="http://schemas.microsoft.com/office/drawing/2014/main" id="{464703BA-C0CF-4D81-98E3-16B4B653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450510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1"/>
      <p:bldP spid="185" grpId="1"/>
      <p:bldP spid="186" grpId="1"/>
      <p:bldP spid="187" grpId="1"/>
      <p:bldP spid="188" grpId="1"/>
      <p:bldP spid="189" grpId="1"/>
      <p:bldP spid="190" grpId="1"/>
      <p:bldP spid="191" grpId="1"/>
      <p:bldP spid="192" grpId="1"/>
      <p:bldP spid="193" grpId="1"/>
      <p:bldP spid="194" grpId="1"/>
      <p:bldP spid="195" grpId="1"/>
      <p:bldP spid="196" grpId="1"/>
      <p:bldP spid="197" grpId="1"/>
      <p:bldP spid="198" grpId="1"/>
      <p:bldP spid="199" grpId="1"/>
      <p:bldP spid="200" grpId="1"/>
      <p:bldP spid="201" grpId="1"/>
      <p:bldP spid="202" grpId="1"/>
      <p:bldP spid="203" grpId="1"/>
      <p:bldP spid="204" grpId="1"/>
      <p:bldP spid="205" grpId="1"/>
      <p:bldP spid="206" grpId="2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object-275">
            <a:extLst xmlns:a="http://schemas.openxmlformats.org/drawingml/2006/main">
              <a:ext uri="{FF2B5EF4-FFF2-40B4-BE49-F238E27FC236}">
                <a16:creationId xmlns:a16="http://schemas.microsoft.com/office/drawing/2014/main" id="{BC38CC17-3B44-4EEF-81EB-6376F2BF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已经恢复播放，旧的暂停还会生效吗？</a:t>
            </a:r>
          </a:p>
        </p:txBody>
      </p:sp>
      <p:sp>
        <p:nvSpPr>
          <p:cNvPr id="2" name="object-276">
            <a:extLst xmlns:a="http://schemas.openxmlformats.org/drawingml/2006/main">
              <a:ext uri="{FF2B5EF4-FFF2-40B4-BE49-F238E27FC236}">
                <a16:creationId xmlns:a16="http://schemas.microsoft.com/office/drawing/2014/main" id="{EA302350-8AAC-4FB2-9537-A4834D8D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85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淡出刚结束时，恢复请求已经排在前面。</a:t>
            </a:r>
          </a:p>
        </p:txBody>
      </p:sp>
      <p:sp>
        <p:nvSpPr>
          <p:cNvPr id="3" name="object-277">
            <a:extLst xmlns:a="http://schemas.openxmlformats.org/drawingml/2006/main">
              <a:ext uri="{FF2B5EF4-FFF2-40B4-BE49-F238E27FC236}">
                <a16:creationId xmlns:a16="http://schemas.microsoft.com/office/drawing/2014/main" id="{4CE6082D-E895-4DB8-8023-940F1F9F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04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待执行请求</a:t>
            </a:r>
          </a:p>
        </p:txBody>
      </p:sp>
      <p:sp>
        <p:nvSpPr>
          <p:cNvPr id="4" name="object-278">
            <a:extLst xmlns:a="http://schemas.openxmlformats.org/drawingml/2006/main">
              <a:ext uri="{FF2B5EF4-FFF2-40B4-BE49-F238E27FC236}">
                <a16:creationId xmlns:a16="http://schemas.microsoft.com/office/drawing/2014/main" id="{10B4007B-5D04-48FD-8DC0-E517B9E8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097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下一条先执行</a:t>
            </a:r>
          </a:p>
        </p:txBody>
      </p:sp>
      <p:sp>
        <p:nvSpPr>
          <p:cNvPr id="5" name="object-279">
            <a:extLst xmlns:a="http://schemas.openxmlformats.org/drawingml/2006/main">
              <a:ext uri="{FF2B5EF4-FFF2-40B4-BE49-F238E27FC236}">
                <a16:creationId xmlns:a16="http://schemas.microsoft.com/office/drawing/2014/main" id="{42639A65-2DBC-40F1-A166-94D15A0D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19350"/>
            <a:ext cx="271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7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bject-280">
            <a:extLst xmlns:a="http://schemas.openxmlformats.org/drawingml/2006/main">
              <a:ext uri="{FF2B5EF4-FFF2-40B4-BE49-F238E27FC236}">
                <a16:creationId xmlns:a16="http://schemas.microsoft.com/office/drawing/2014/main" id="{7868E4EA-FD49-432F-A335-3F66D90C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2486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恢复播放</a:t>
            </a:r>
          </a:p>
        </p:txBody>
      </p:sp>
      <p:sp>
        <p:nvSpPr>
          <p:cNvPr id="7" name="object-281">
            <a:extLst xmlns:a="http://schemas.openxmlformats.org/drawingml/2006/main">
              <a:ext uri="{FF2B5EF4-FFF2-40B4-BE49-F238E27FC236}">
                <a16:creationId xmlns:a16="http://schemas.microsoft.com/office/drawing/2014/main" id="{80353C83-B6AF-4BB6-92F2-601FBC6F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19350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8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bject-282">
            <a:extLst xmlns:a="http://schemas.openxmlformats.org/drawingml/2006/main">
              <a:ext uri="{FF2B5EF4-FFF2-40B4-BE49-F238E27FC236}">
                <a16:creationId xmlns:a16="http://schemas.microsoft.com/office/drawing/2014/main" id="{4124B838-E2FA-4084-A235-630A7704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76500"/>
            <a:ext cx="3105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淡出完成后的收尾</a:t>
            </a:r>
          </a:p>
        </p:txBody>
      </p:sp>
      <p:sp>
        <p:nvSpPr>
          <p:cNvPr id="9" name="line-283">
            <a:extLst xmlns:a="http://schemas.openxmlformats.org/drawingml/2006/main">
              <a:ext uri="{FF2B5EF4-FFF2-40B4-BE49-F238E27FC236}">
                <a16:creationId xmlns:a16="http://schemas.microsoft.com/office/drawing/2014/main" id="{425F6F58-477F-4948-9580-C3809539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714625"/>
            <a:ext cx="581025" cy="9525"/>
          </a:xfrm>
          <a:custGeom xmlns:a="http://schemas.openxmlformats.org/drawingml/2006/main">
            <a:pathLst>
              <a:path w="581025" h="9525">
                <a:moveTo>
                  <a:pt x="5810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2768A"/>
            </a:solidFill>
            <a:prstDash val="solid"/>
          </a:ln>
        </p:spPr>
      </p:sp>
      <p:sp>
        <p:nvSpPr>
          <p:cNvPr id="10" name="line-284">
            <a:extLst xmlns:a="http://schemas.openxmlformats.org/drawingml/2006/main">
              <a:ext uri="{FF2B5EF4-FFF2-40B4-BE49-F238E27FC236}">
                <a16:creationId xmlns:a16="http://schemas.microsoft.com/office/drawing/2014/main" id="{966E237C-55DC-4BB3-AE17-148B61F8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673195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0"/>
                </a:moveTo>
                <a:lnTo>
                  <a:pt x="0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2768A"/>
            </a:solidFill>
            <a:prstDash val="solid"/>
          </a:ln>
        </p:spPr>
      </p:sp>
      <p:sp>
        <p:nvSpPr>
          <p:cNvPr id="11" name="line-285">
            <a:extLst xmlns:a="http://schemas.openxmlformats.org/drawingml/2006/main">
              <a:ext uri="{FF2B5EF4-FFF2-40B4-BE49-F238E27FC236}">
                <a16:creationId xmlns:a16="http://schemas.microsoft.com/office/drawing/2014/main" id="{1D630B96-CDBA-477D-8B21-60B2FA3D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714625"/>
            <a:ext cx="85768" cy="41430"/>
          </a:xfrm>
          <a:custGeom xmlns:a="http://schemas.openxmlformats.org/drawingml/2006/main">
            <a:pathLst>
              <a:path w="85768" h="41430">
                <a:moveTo>
                  <a:pt x="85768" y="414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62768A"/>
            </a:solidFill>
            <a:prstDash val="solid"/>
          </a:ln>
        </p:spPr>
      </p:sp>
      <p:sp>
        <p:nvSpPr>
          <p:cNvPr id="12" name="object-286">
            <a:extLst xmlns:a="http://schemas.openxmlformats.org/drawingml/2006/main">
              <a:ext uri="{FF2B5EF4-FFF2-40B4-BE49-F238E27FC236}">
                <a16:creationId xmlns:a16="http://schemas.microsoft.com/office/drawing/2014/main" id="{A037078F-7D61-4B7B-BD58-AE3B6447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476500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随后加入</a:t>
            </a:r>
          </a:p>
          <a:p xmlns:a="http://schemas.openxmlformats.org/drawingml/2006/main">
            <a:pPr algn="l">
              <a:def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等待执行</a:t>
            </a:r>
          </a:p>
        </p:txBody>
      </p:sp>
      <p:sp>
        <p:nvSpPr>
          <p:cNvPr id="13" name="line-287">
            <a:extLst xmlns:a="http://schemas.openxmlformats.org/drawingml/2006/main">
              <a:ext uri="{FF2B5EF4-FFF2-40B4-BE49-F238E27FC236}">
                <a16:creationId xmlns:a16="http://schemas.microsoft.com/office/drawing/2014/main" id="{4F5EC84B-15D5-4E08-AF28-F821D9DE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53750" cy="9525"/>
          </a:xfrm>
          <a:custGeom xmlns:a="http://schemas.openxmlformats.org/drawingml/2006/main">
            <a:pathLst>
              <a:path w="10953750" h="9525">
                <a:moveTo>
                  <a:pt x="0" y="0"/>
                </a:moveTo>
                <a:lnTo>
                  <a:pt x="1095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4" name="object-288">
            <a:extLst xmlns:a="http://schemas.openxmlformats.org/drawingml/2006/main">
              <a:ext uri="{FF2B5EF4-FFF2-40B4-BE49-F238E27FC236}">
                <a16:creationId xmlns:a16="http://schemas.microsoft.com/office/drawing/2014/main" id="{DDB1EA36-D844-43B6-9E1C-2F8FB7EB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bject-289">
            <a:extLst xmlns:a="http://schemas.openxmlformats.org/drawingml/2006/main">
              <a:ext uri="{FF2B5EF4-FFF2-40B4-BE49-F238E27FC236}">
                <a16:creationId xmlns:a16="http://schemas.microsoft.com/office/drawing/2014/main" id="{3D30F7D4-D229-4B4C-8FD4-5C4D9E97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104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音乐 A</a:t>
            </a:r>
          </a:p>
        </p:txBody>
      </p:sp>
      <p:sp>
        <p:nvSpPr>
          <p:cNvPr id="16" name="object-290">
            <a:extLst xmlns:a="http://schemas.openxmlformats.org/drawingml/2006/main">
              <a:ext uri="{FF2B5EF4-FFF2-40B4-BE49-F238E27FC236}">
                <a16:creationId xmlns:a16="http://schemas.microsoft.com/office/drawing/2014/main" id="{7933F1FF-8022-4681-98B4-F76F8F3D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播放状态</a:t>
            </a:r>
          </a:p>
        </p:txBody>
      </p:sp>
      <p:sp>
        <p:nvSpPr>
          <p:cNvPr id="17" name="reveal1-object-291">
            <a:extLst xmlns:a="http://schemas.openxmlformats.org/drawingml/2006/main">
              <a:ext uri="{FF2B5EF4-FFF2-40B4-BE49-F238E27FC236}">
                <a16:creationId xmlns:a16="http://schemas.microsoft.com/office/drawing/2014/main" id="{93CCBA97-E256-4DA7-95B5-D88CE916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43300"/>
            <a:ext cx="342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执行 ① 恢复播放</a:t>
            </a:r>
          </a:p>
        </p:txBody>
      </p:sp>
      <p:sp>
        <p:nvSpPr>
          <p:cNvPr id="18" name="reveal1-object-292">
            <a:extLst xmlns:a="http://schemas.openxmlformats.org/drawingml/2006/main">
              <a:ext uri="{FF2B5EF4-FFF2-40B4-BE49-F238E27FC236}">
                <a16:creationId xmlns:a16="http://schemas.microsoft.com/office/drawing/2014/main" id="{93FE0C50-97C8-4F52-B58E-D012F746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62425"/>
            <a:ext cx="2381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veal1-object-293">
            <a:extLst xmlns:a="http://schemas.openxmlformats.org/drawingml/2006/main">
              <a:ext uri="{FF2B5EF4-FFF2-40B4-BE49-F238E27FC236}">
                <a16:creationId xmlns:a16="http://schemas.microsoft.com/office/drawing/2014/main" id="{B0BC36A4-1D85-4C10-BF7B-4E76D946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19575"/>
            <a:ext cx="2152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正在播放</a:t>
            </a:r>
          </a:p>
        </p:txBody>
      </p:sp>
      <p:sp>
        <p:nvSpPr>
          <p:cNvPr id="20" name="reveal1-object-294">
            <a:extLst xmlns:a="http://schemas.openxmlformats.org/drawingml/2006/main">
              <a:ext uri="{FF2B5EF4-FFF2-40B4-BE49-F238E27FC236}">
                <a16:creationId xmlns:a16="http://schemas.microsoft.com/office/drawing/2014/main" id="{15B38782-A19F-4259-B940-DBA3718D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76800"/>
            <a:ext cx="3286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输入保持连接</a:t>
            </a:r>
          </a:p>
          <a:p xmlns:a="http://schemas.openxmlformats.org/drawingml/2006/main">
            <a:pPr algn="l">
              <a:def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恢复所需的增益已安排</a:t>
            </a:r>
          </a:p>
        </p:txBody>
      </p:sp>
      <p:sp>
        <p:nvSpPr>
          <p:cNvPr id="21" name="reveal2-object-295">
            <a:extLst xmlns:a="http://schemas.openxmlformats.org/drawingml/2006/main">
              <a:ext uri="{FF2B5EF4-FFF2-40B4-BE49-F238E27FC236}">
                <a16:creationId xmlns:a16="http://schemas.microsoft.com/office/drawing/2014/main" id="{F91A1793-2E14-41A7-B573-F1EF1079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43300"/>
            <a:ext cx="4476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执行 ② 旧的暂停收尾</a:t>
            </a:r>
          </a:p>
        </p:txBody>
      </p:sp>
      <p:sp>
        <p:nvSpPr>
          <p:cNvPr id="22" name="reveal2-object-296">
            <a:extLst xmlns:a="http://schemas.openxmlformats.org/drawingml/2006/main">
              <a:ext uri="{FF2B5EF4-FFF2-40B4-BE49-F238E27FC236}">
                <a16:creationId xmlns:a16="http://schemas.microsoft.com/office/drawing/2014/main" id="{37CA28D2-E9D7-4874-9CE6-0D5157FB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433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检查：现在已经在播放</a:t>
            </a:r>
          </a:p>
        </p:txBody>
      </p:sp>
      <p:sp>
        <p:nvSpPr>
          <p:cNvPr id="23" name="reveal2-line-297">
            <a:extLst xmlns:a="http://schemas.openxmlformats.org/drawingml/2006/main">
              <a:ext uri="{FF2B5EF4-FFF2-40B4-BE49-F238E27FC236}">
                <a16:creationId xmlns:a16="http://schemas.microsoft.com/office/drawing/2014/main" id="{D9052F6E-130B-4340-A408-11063F70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686300"/>
            <a:ext cx="4486275" cy="9525"/>
          </a:xfrm>
          <a:custGeom xmlns:a="http://schemas.openxmlformats.org/drawingml/2006/main">
            <a:pathLst>
              <a:path w="4486275" h="9525">
                <a:moveTo>
                  <a:pt x="0" y="0"/>
                </a:moveTo>
                <a:lnTo>
                  <a:pt x="4486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9A92"/>
            </a:solidFill>
            <a:prstDash val="solid"/>
          </a:ln>
        </p:spPr>
      </p:sp>
      <p:sp>
        <p:nvSpPr>
          <p:cNvPr id="24" name="reveal2-object-298">
            <a:extLst xmlns:a="http://schemas.openxmlformats.org/drawingml/2006/main">
              <a:ext uri="{FF2B5EF4-FFF2-40B4-BE49-F238E27FC236}">
                <a16:creationId xmlns:a16="http://schemas.microsoft.com/office/drawing/2014/main" id="{265BE58D-00CC-4C4A-8672-B1B2D6C0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958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结束这次收尾处理，</a:t>
            </a:r>
          </a:p>
          <a:p xmlns:a="http://schemas.openxmlformats.org/drawingml/2006/main">
            <a: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不暂停音效、不拆输入连接。</a:t>
            </a:r>
          </a:p>
        </p:txBody>
      </p:sp>
      <p:sp>
        <p:nvSpPr>
          <p:cNvPr id="25" name="reveal2-object-299">
            <a:extLst xmlns:a="http://schemas.openxmlformats.org/drawingml/2006/main">
              <a:ext uri="{FF2B5EF4-FFF2-40B4-BE49-F238E27FC236}">
                <a16:creationId xmlns:a16="http://schemas.microsoft.com/office/drawing/2014/main" id="{93C39345-EBAC-4512-B30D-91F33AEA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6388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若不检查：明明点了恢复，声音却没了。</a:t>
            </a:r>
          </a:p>
        </p:txBody>
      </p:sp>
      <p:sp>
        <p:nvSpPr>
          <p:cNvPr id="26" name="object-300">
            <a:extLst xmlns:a="http://schemas.openxmlformats.org/drawingml/2006/main">
              <a:ext uri="{FF2B5EF4-FFF2-40B4-BE49-F238E27FC236}">
                <a16:creationId xmlns:a16="http://schemas.microsoft.com/office/drawing/2014/main" id="{51C06A66-4699-42A8-A256-EB9FE735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队列表示引擎执行顺序。</a:t>
            </a:r>
          </a:p>
        </p:txBody>
      </p:sp>
      <p:sp>
        <p:nvSpPr>
          <p:cNvPr id="27" name="object-301">
            <a:extLst xmlns:a="http://schemas.openxmlformats.org/drawingml/2006/main">
              <a:ext uri="{FF2B5EF4-FFF2-40B4-BE49-F238E27FC236}">
                <a16:creationId xmlns:a16="http://schemas.microsoft.com/office/drawing/2014/main" id="{3E3965B2-A898-47D0-BEA8-CD2B06E1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99524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/>
      <p:bldP spid="18" grpId="1"/>
      <p:bldP spid="19" grpId="1"/>
      <p:bldP spid="20" grpId="1"/>
      <p:bldP spid="21" grpId="2"/>
      <p:bldP spid="22" grpId="2"/>
      <p:bldP spid="23" grpId="2"/>
      <p:bldP spid="24" grpId="2"/>
      <p:bldP spid="25" grpId="2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object-302">
            <a:extLst xmlns:a="http://schemas.openxmlformats.org/drawingml/2006/main">
              <a:ext uri="{FF2B5EF4-FFF2-40B4-BE49-F238E27FC236}">
                <a16:creationId xmlns:a16="http://schemas.microsoft.com/office/drawing/2014/main" id="{1B205253-2E46-46A3-A76A-32D27299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淡入为什么要先于音效启动？</a:t>
            </a:r>
          </a:p>
        </p:txBody>
      </p:sp>
      <p:sp>
        <p:nvSpPr>
          <p:cNvPr id="2" name="object-303">
            <a:extLst xmlns:a="http://schemas.openxmlformats.org/drawingml/2006/main">
              <a:ext uri="{FF2B5EF4-FFF2-40B4-BE49-F238E27FC236}">
                <a16:creationId xmlns:a16="http://schemas.microsoft.com/office/drawing/2014/main" id="{A17C14BA-C3EE-4266-991C-9DE8EAD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数据已经在门口等着，增益设置晚一步，那一步就是全音量爆音。</a:t>
            </a:r>
          </a:p>
        </p:txBody>
      </p:sp>
      <p:sp>
        <p:nvSpPr>
          <p:cNvPr id="3" name="object-304">
            <a:extLst xmlns:a="http://schemas.openxmlformats.org/drawingml/2006/main">
              <a:ext uri="{FF2B5EF4-FFF2-40B4-BE49-F238E27FC236}">
                <a16:creationId xmlns:a16="http://schemas.microsoft.com/office/drawing/2014/main" id="{07AF2F4F-2F67-4016-BA93-EB23A25C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812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接通处理链</a:t>
            </a:r>
          </a:p>
        </p:txBody>
      </p:sp>
      <p:sp>
        <p:nvSpPr>
          <p:cNvPr id="4" name="line-305">
            <a:extLst xmlns:a="http://schemas.openxmlformats.org/drawingml/2006/main">
              <a:ext uri="{FF2B5EF4-FFF2-40B4-BE49-F238E27FC236}">
                <a16:creationId xmlns:a16="http://schemas.microsoft.com/office/drawing/2014/main" id="{4D4963D0-3209-49E5-BCFA-2ABC9949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9525" cy="3152775"/>
          </a:xfrm>
          <a:custGeom xmlns:a="http://schemas.openxmlformats.org/drawingml/2006/main">
            <a:pathLst>
              <a:path w="9525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5" name="object-306">
            <a:extLst xmlns:a="http://schemas.openxmlformats.org/drawingml/2006/main">
              <a:ext uri="{FF2B5EF4-FFF2-40B4-BE49-F238E27FC236}">
                <a16:creationId xmlns:a16="http://schemas.microsoft.com/office/drawing/2014/main" id="{F35EF99D-A5A1-4372-B244-4C367574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812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音效启动中</a:t>
            </a:r>
          </a:p>
        </p:txBody>
      </p:sp>
      <p:sp>
        <p:nvSpPr>
          <p:cNvPr id="6" name="line-307">
            <a:extLst xmlns:a="http://schemas.openxmlformats.org/drawingml/2006/main">
              <a:ext uri="{FF2B5EF4-FFF2-40B4-BE49-F238E27FC236}">
                <a16:creationId xmlns:a16="http://schemas.microsoft.com/office/drawing/2014/main" id="{F684E8F3-B570-4FDA-9D14-F732C789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9525" cy="3152775"/>
          </a:xfrm>
          <a:custGeom xmlns:a="http://schemas.openxmlformats.org/drawingml/2006/main">
            <a:pathLst>
              <a:path w="9525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7" name="object-308">
            <a:extLst xmlns:a="http://schemas.openxmlformats.org/drawingml/2006/main">
              <a:ext uri="{FF2B5EF4-FFF2-40B4-BE49-F238E27FC236}">
                <a16:creationId xmlns:a16="http://schemas.microsoft.com/office/drawing/2014/main" id="{3362D67C-F73D-43B0-8132-C733ECB7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812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音效启动完成</a:t>
            </a:r>
          </a:p>
        </p:txBody>
      </p:sp>
      <p:sp>
        <p:nvSpPr>
          <p:cNvPr id="8" name="line-309">
            <a:extLst xmlns:a="http://schemas.openxmlformats.org/drawingml/2006/main">
              <a:ext uri="{FF2B5EF4-FFF2-40B4-BE49-F238E27FC236}">
                <a16:creationId xmlns:a16="http://schemas.microsoft.com/office/drawing/2014/main" id="{143212E5-8527-4CDA-9DA1-C63EF2E2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9525" cy="3152775"/>
          </a:xfrm>
          <a:custGeom xmlns:a="http://schemas.openxmlformats.org/drawingml/2006/main">
            <a:pathLst>
              <a:path w="9525" h="3152775">
                <a:moveTo>
                  <a:pt x="0" y="0"/>
                </a:moveTo>
                <a:lnTo>
                  <a:pt x="0" y="31527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9" name="object-310">
            <a:extLst xmlns:a="http://schemas.openxmlformats.org/drawingml/2006/main">
              <a:ext uri="{FF2B5EF4-FFF2-40B4-BE49-F238E27FC236}">
                <a16:creationId xmlns:a16="http://schemas.microsoft.com/office/drawing/2014/main" id="{46A055C2-A14C-4DA3-9A66-2F42D3E9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如果淡入设置晚了</a:t>
            </a:r>
          </a:p>
        </p:txBody>
      </p:sp>
      <p:sp>
        <p:nvSpPr>
          <p:cNvPr id="10" name="object-311">
            <a:extLst xmlns:a="http://schemas.openxmlformats.org/drawingml/2006/main">
              <a:ext uri="{FF2B5EF4-FFF2-40B4-BE49-F238E27FC236}">
                <a16:creationId xmlns:a16="http://schemas.microsoft.com/office/drawing/2014/main" id="{E66C42AD-620F-4358-BE4D-28BA9B83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61912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bject-312">
            <a:extLst xmlns:a="http://schemas.openxmlformats.org/drawingml/2006/main">
              <a:ext uri="{FF2B5EF4-FFF2-40B4-BE49-F238E27FC236}">
                <a16:creationId xmlns:a16="http://schemas.microsoft.com/office/drawing/2014/main" id="{CE909315-704E-4AF2-8C0E-56767D48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28925"/>
            <a:ext cx="5857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72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这段窗口内，预缓冲数据按全音量冲出来</a:t>
            </a:r>
          </a:p>
        </p:txBody>
      </p:sp>
      <p:sp>
        <p:nvSpPr>
          <p:cNvPr id="12" name="line-313">
            <a:extLst xmlns:a="http://schemas.openxmlformats.org/drawingml/2006/main">
              <a:ext uri="{FF2B5EF4-FFF2-40B4-BE49-F238E27FC236}">
                <a16:creationId xmlns:a16="http://schemas.microsoft.com/office/drawing/2014/main" id="{4AED1E56-AD9E-4A96-9301-950DFCC2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6191250" cy="9525"/>
          </a:xfrm>
          <a:custGeom xmlns:a="http://schemas.openxmlformats.org/drawingml/2006/main">
            <a:pathLst>
              <a:path w="6191250" h="9525">
                <a:moveTo>
                  <a:pt x="0" y="0"/>
                </a:moveTo>
                <a:lnTo>
                  <a:pt x="619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C97835"/>
            </a:solidFill>
            <a:prstDash val="solid"/>
          </a:ln>
        </p:spPr>
      </p:sp>
      <p:sp>
        <p:nvSpPr>
          <p:cNvPr id="13" name="object-314">
            <a:extLst xmlns:a="http://schemas.openxmlformats.org/drawingml/2006/main">
              <a:ext uri="{FF2B5EF4-FFF2-40B4-BE49-F238E27FC236}">
                <a16:creationId xmlns:a16="http://schemas.microsoft.com/office/drawing/2014/main" id="{6EABD000-F5E7-499C-81FF-E51877D7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432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增益尚未按淡入设置</a:t>
            </a:r>
          </a:p>
        </p:txBody>
      </p:sp>
      <p:sp>
        <p:nvSpPr>
          <p:cNvPr id="14" name="object-315">
            <a:extLst xmlns:a="http://schemas.openxmlformats.org/drawingml/2006/main">
              <a:ext uri="{FF2B5EF4-FFF2-40B4-BE49-F238E27FC236}">
                <a16:creationId xmlns:a16="http://schemas.microsoft.com/office/drawing/2014/main" id="{DA0A4937-C01C-40FC-A150-547942CB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81300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到这时</a:t>
            </a:r>
          </a:p>
          <a:p xmlns:a="http://schemas.openxmlformats.org/drawingml/2006/main">
            <a:pPr algn="l">
              <a:defRPr sz="172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才设置淡入</a:t>
            </a:r>
          </a:p>
        </p:txBody>
      </p:sp>
      <p:sp>
        <p:nvSpPr>
          <p:cNvPr id="15" name="reveal1-line-316">
            <a:extLst xmlns:a="http://schemas.openxmlformats.org/drawingml/2006/main">
              <a:ext uri="{FF2B5EF4-FFF2-40B4-BE49-F238E27FC236}">
                <a16:creationId xmlns:a16="http://schemas.microsoft.com/office/drawing/2014/main" id="{A357426C-FEBD-446B-BD3E-91EC1CF4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10953750" cy="9525"/>
          </a:xfrm>
          <a:custGeom xmlns:a="http://schemas.openxmlformats.org/drawingml/2006/main">
            <a:pathLst>
              <a:path w="10953750" h="9525">
                <a:moveTo>
                  <a:pt x="0" y="0"/>
                </a:moveTo>
                <a:lnTo>
                  <a:pt x="1095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16" name="reveal1-object-317">
            <a:extLst xmlns:a="http://schemas.openxmlformats.org/drawingml/2006/main">
              <a:ext uri="{FF2B5EF4-FFF2-40B4-BE49-F238E27FC236}">
                <a16:creationId xmlns:a16="http://schemas.microsoft.com/office/drawing/2014/main" id="{D1079878-81C2-4F8C-A8BC-3D87234B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实际处理顺序</a:t>
            </a:r>
          </a:p>
        </p:txBody>
      </p:sp>
      <p:sp>
        <p:nvSpPr>
          <p:cNvPr id="17" name="reveal1-object-318">
            <a:extLst xmlns:a="http://schemas.openxmlformats.org/drawingml/2006/main">
              <a:ext uri="{FF2B5EF4-FFF2-40B4-BE49-F238E27FC236}">
                <a16:creationId xmlns:a16="http://schemas.microsoft.com/office/drawing/2014/main" id="{B4A31493-6BF5-47E7-A31D-157EEFC1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95800"/>
            <a:ext cx="19526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veal1-object-319">
            <a:extLst xmlns:a="http://schemas.openxmlformats.org/drawingml/2006/main">
              <a:ext uri="{FF2B5EF4-FFF2-40B4-BE49-F238E27FC236}">
                <a16:creationId xmlns:a16="http://schemas.microsoft.com/office/drawing/2014/main" id="{EC1B4F4A-55DE-4D34-AC3D-6ECC3B8C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529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先设置淡入</a:t>
            </a:r>
          </a:p>
        </p:txBody>
      </p:sp>
      <p:sp>
        <p:nvSpPr>
          <p:cNvPr id="19" name="reveal1-line-320">
            <a:extLst xmlns:a="http://schemas.openxmlformats.org/drawingml/2006/main">
              <a:ext uri="{FF2B5EF4-FFF2-40B4-BE49-F238E27FC236}">
                <a16:creationId xmlns:a16="http://schemas.microsoft.com/office/drawing/2014/main" id="{1A4BD0C0-00D5-4ED9-8908-9F361BCE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43450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20" name="reveal1-line-321">
            <a:extLst xmlns:a="http://schemas.openxmlformats.org/drawingml/2006/main">
              <a:ext uri="{FF2B5EF4-FFF2-40B4-BE49-F238E27FC236}">
                <a16:creationId xmlns:a16="http://schemas.microsoft.com/office/drawing/2014/main" id="{7EC4F325-759B-42AB-9582-880776A4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743450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21" name="reveal1-line-322">
            <a:extLst xmlns:a="http://schemas.openxmlformats.org/drawingml/2006/main">
              <a:ext uri="{FF2B5EF4-FFF2-40B4-BE49-F238E27FC236}">
                <a16:creationId xmlns:a16="http://schemas.microsoft.com/office/drawing/2014/main" id="{5D919D90-233B-4905-B71E-0C1ADC8C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743450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22" name="reveal1-line-323">
            <a:extLst xmlns:a="http://schemas.openxmlformats.org/drawingml/2006/main">
              <a:ext uri="{FF2B5EF4-FFF2-40B4-BE49-F238E27FC236}">
                <a16:creationId xmlns:a16="http://schemas.microsoft.com/office/drawing/2014/main" id="{286C84A2-AF50-4E80-8948-29BFDAA4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743450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23" name="reveal1-line-324">
            <a:extLst xmlns:a="http://schemas.openxmlformats.org/drawingml/2006/main">
              <a:ext uri="{FF2B5EF4-FFF2-40B4-BE49-F238E27FC236}">
                <a16:creationId xmlns:a16="http://schemas.microsoft.com/office/drawing/2014/main" id="{02BDBFD7-7105-49D2-ABE7-41914B59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743450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24" name="reveal1-line-325">
            <a:extLst xmlns:a="http://schemas.openxmlformats.org/drawingml/2006/main">
              <a:ext uri="{FF2B5EF4-FFF2-40B4-BE49-F238E27FC236}">
                <a16:creationId xmlns:a16="http://schemas.microsoft.com/office/drawing/2014/main" id="{0E2A2E11-9EE2-4A0E-8BB4-E3CAA2D8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43450"/>
            <a:ext cx="47625" cy="9525"/>
          </a:xfrm>
          <a:custGeom xmlns:a="http://schemas.openxmlformats.org/drawingml/2006/main">
            <a:pathLst>
              <a:path w="47625" h="952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3379EB"/>
            </a:solidFill>
            <a:prstDash val="solid"/>
          </a:ln>
        </p:spPr>
      </p:sp>
      <p:sp>
        <p:nvSpPr>
          <p:cNvPr id="25" name="reveal1-line-326">
            <a:extLst xmlns:a="http://schemas.openxmlformats.org/drawingml/2006/main">
              <a:ext uri="{FF2B5EF4-FFF2-40B4-BE49-F238E27FC236}">
                <a16:creationId xmlns:a16="http://schemas.microsoft.com/office/drawing/2014/main" id="{C48A856A-AE5D-4DA2-9D0B-3DD767CE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07" y="474345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6" name="reveal1-line-327">
            <a:extLst xmlns:a="http://schemas.openxmlformats.org/drawingml/2006/main">
              <a:ext uri="{FF2B5EF4-FFF2-40B4-BE49-F238E27FC236}">
                <a16:creationId xmlns:a16="http://schemas.microsoft.com/office/drawing/2014/main" id="{A23A3285-1017-44AB-B5A3-03DD7E5A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07" y="470202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79EB"/>
            </a:solidFill>
            <a:prstDash val="solid"/>
          </a:ln>
        </p:spPr>
      </p:sp>
      <p:sp>
        <p:nvSpPr>
          <p:cNvPr id="27" name="reveal1-object-328">
            <a:extLst xmlns:a="http://schemas.openxmlformats.org/drawingml/2006/main">
              <a:ext uri="{FF2B5EF4-FFF2-40B4-BE49-F238E27FC236}">
                <a16:creationId xmlns:a16="http://schemas.microsoft.com/office/drawing/2014/main" id="{CB49DC7C-F6D5-4DD1-B1D0-52EA78D7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0532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再启动会话音效</a:t>
            </a:r>
          </a:p>
        </p:txBody>
      </p:sp>
      <p:sp>
        <p:nvSpPr>
          <p:cNvPr id="28" name="reveal1-line-329">
            <a:extLst xmlns:a="http://schemas.openxmlformats.org/drawingml/2006/main">
              <a:ext uri="{FF2B5EF4-FFF2-40B4-BE49-F238E27FC236}">
                <a16:creationId xmlns:a16="http://schemas.microsoft.com/office/drawing/2014/main" id="{B70727FC-4CCB-4DB2-8E1C-237DD534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6191250" cy="400050"/>
          </a:xfrm>
          <a:custGeom xmlns:a="http://schemas.openxmlformats.org/drawingml/2006/main">
            <a:pathLst>
              <a:path w="6191250" h="400050">
                <a:moveTo>
                  <a:pt x="0" y="400050"/>
                </a:moveTo>
                <a:lnTo>
                  <a:pt x="619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119A92"/>
            </a:solidFill>
            <a:prstDash val="solid"/>
          </a:ln>
        </p:spPr>
      </p:sp>
      <p:sp>
        <p:nvSpPr>
          <p:cNvPr id="29" name="reveal1-object-330">
            <a:extLst xmlns:a="http://schemas.openxmlformats.org/drawingml/2006/main">
              <a:ext uri="{FF2B5EF4-FFF2-40B4-BE49-F238E27FC236}">
                <a16:creationId xmlns:a16="http://schemas.microsoft.com/office/drawing/2014/main" id="{D6071F87-9CE8-4E42-9B19-41F32838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72452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示意：已有数据按淡入处理</a:t>
            </a:r>
          </a:p>
        </p:txBody>
      </p:sp>
      <p:sp>
        <p:nvSpPr>
          <p:cNvPr id="30" name="object-331">
            <a:extLst xmlns:a="http://schemas.openxmlformats.org/drawingml/2006/main">
              <a:ext uri="{FF2B5EF4-FFF2-40B4-BE49-F238E27FC236}">
                <a16:creationId xmlns:a16="http://schemas.microsoft.com/office/drawing/2014/main" id="{DFC4796E-7279-4053-ADE9-47430DB1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上行为错误顺序，下行为实际顺序。</a:t>
            </a:r>
          </a:p>
        </p:txBody>
      </p:sp>
      <p:sp>
        <p:nvSpPr>
          <p:cNvPr id="31" name="object-332">
            <a:extLst xmlns:a="http://schemas.openxmlformats.org/drawingml/2006/main">
              <a:ext uri="{FF2B5EF4-FFF2-40B4-BE49-F238E27FC236}">
                <a16:creationId xmlns:a16="http://schemas.microsoft.com/office/drawing/2014/main" id="{1F831372-545A-4DBC-874C-F5E98FAA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754620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  <p:bldP spid="16" grpId="1"/>
      <p:bldP spid="17" grpId="1"/>
      <p:bldP spid="18" grpId="1"/>
      <p:bldP spid="19" grpId="1"/>
      <p:bldP spid="20" grpId="1"/>
      <p:bldP spid="21" grpId="1"/>
      <p:bldP spid="22" grpId="1"/>
      <p:bldP spid="23" grpId="1"/>
      <p:bldP spid="24" grpId="1"/>
      <p:bldP spid="25" grpId="1"/>
      <p:bldP spid="26" grpId="1"/>
      <p:bldP spid="27" grpId="1"/>
      <p:bldP spid="28" grpId="1"/>
      <p:bldP spid="29" grpId="1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object-333">
            <a:extLst xmlns:a="http://schemas.openxmlformats.org/drawingml/2006/main">
              <a:ext uri="{FF2B5EF4-FFF2-40B4-BE49-F238E27FC236}">
                <a16:creationId xmlns:a16="http://schemas.microsoft.com/office/drawing/2014/main" id="{BD55AD64-B7CD-4640-8DDC-47CE18D5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切到耳机，哪些东西变了？</a:t>
            </a:r>
          </a:p>
        </p:txBody>
      </p:sp>
      <p:sp>
        <p:nvSpPr>
          <p:cNvPr id="2" name="object-334">
            <a:extLst xmlns:a="http://schemas.openxmlformats.org/drawingml/2006/main">
              <a:ext uri="{FF2B5EF4-FFF2-40B4-BE49-F238E27FC236}">
                <a16:creationId xmlns:a16="http://schemas.microsoft.com/office/drawing/2014/main" id="{F16F05E9-2134-4862-AE95-069582FA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同一路音乐保留下来，设备归属和处理连接随目标变化。</a:t>
            </a:r>
          </a:p>
        </p:txBody>
      </p:sp>
      <p:sp>
        <p:nvSpPr>
          <p:cNvPr id="3" name="line-335">
            <a:extLst xmlns:a="http://schemas.openxmlformats.org/drawingml/2006/main">
              <a:ext uri="{FF2B5EF4-FFF2-40B4-BE49-F238E27FC236}">
                <a16:creationId xmlns:a16="http://schemas.microsoft.com/office/drawing/2014/main" id="{D5802DA7-D19E-4386-A35A-FF0FFF8E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0953750" cy="9525"/>
          </a:xfrm>
          <a:custGeom xmlns:a="http://schemas.openxmlformats.org/drawingml/2006/main">
            <a:pathLst>
              <a:path w="10953750" h="9525">
                <a:moveTo>
                  <a:pt x="0" y="0"/>
                </a:moveTo>
                <a:lnTo>
                  <a:pt x="1095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4" name="line-336">
            <a:extLst xmlns:a="http://schemas.openxmlformats.org/drawingml/2006/main">
              <a:ext uri="{FF2B5EF4-FFF2-40B4-BE49-F238E27FC236}">
                <a16:creationId xmlns:a16="http://schemas.microsoft.com/office/drawing/2014/main" id="{BDB18690-2983-4C37-B65E-D0C33763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53750" cy="9525"/>
          </a:xfrm>
          <a:custGeom xmlns:a="http://schemas.openxmlformats.org/drawingml/2006/main">
            <a:pathLst>
              <a:path w="10953750" h="9525">
                <a:moveTo>
                  <a:pt x="0" y="0"/>
                </a:moveTo>
                <a:lnTo>
                  <a:pt x="1095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5" name="object-337">
            <a:extLst xmlns:a="http://schemas.openxmlformats.org/drawingml/2006/main">
              <a:ext uri="{FF2B5EF4-FFF2-40B4-BE49-F238E27FC236}">
                <a16:creationId xmlns:a16="http://schemas.microsoft.com/office/drawing/2014/main" id="{34CF516F-E7CC-4239-91EF-5666D929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61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① 切换前</a:t>
            </a:r>
          </a:p>
        </p:txBody>
      </p:sp>
      <p:sp>
        <p:nvSpPr>
          <p:cNvPr id="6" name="object-338">
            <a:extLst xmlns:a="http://schemas.openxmlformats.org/drawingml/2006/main">
              <a:ext uri="{FF2B5EF4-FFF2-40B4-BE49-F238E27FC236}">
                <a16:creationId xmlns:a16="http://schemas.microsoft.com/office/drawing/2014/main" id="{158BB52E-6BBF-4855-A029-B16F26C7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99072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bject-339">
            <a:extLst xmlns:a="http://schemas.openxmlformats.org/drawingml/2006/main">
              <a:ext uri="{FF2B5EF4-FFF2-40B4-BE49-F238E27FC236}">
                <a16:creationId xmlns:a16="http://schemas.microsoft.com/office/drawing/2014/main" id="{A96DEE91-4C50-4FC8-BC2B-C3CF12B7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47875"/>
            <a:ext cx="1104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音乐 A</a:t>
            </a:r>
          </a:p>
        </p:txBody>
      </p:sp>
      <p:sp>
        <p:nvSpPr>
          <p:cNvPr id="8" name="line-340">
            <a:extLst xmlns:a="http://schemas.openxmlformats.org/drawingml/2006/main">
              <a:ext uri="{FF2B5EF4-FFF2-40B4-BE49-F238E27FC236}">
                <a16:creationId xmlns:a16="http://schemas.microsoft.com/office/drawing/2014/main" id="{CF9C9195-7877-4E90-8265-0F45A2DB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09800"/>
            <a:ext cx="914400" cy="9525"/>
          </a:xfrm>
          <a:custGeom xmlns:a="http://schemas.openxmlformats.org/drawingml/2006/main"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9" name="line-341">
            <a:extLst xmlns:a="http://schemas.openxmlformats.org/drawingml/2006/main">
              <a:ext uri="{FF2B5EF4-FFF2-40B4-BE49-F238E27FC236}">
                <a16:creationId xmlns:a16="http://schemas.microsoft.com/office/drawing/2014/main" id="{A4BECCB8-BDC5-428F-AEA0-35702324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482" y="22098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0" name="line-342">
            <a:extLst xmlns:a="http://schemas.openxmlformats.org/drawingml/2006/main">
              <a:ext uri="{FF2B5EF4-FFF2-40B4-BE49-F238E27FC236}">
                <a16:creationId xmlns:a16="http://schemas.microsoft.com/office/drawing/2014/main" id="{26E41790-855E-4BDD-A2AF-1D35ACE3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482" y="21683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1" name="object-343">
            <a:extLst xmlns:a="http://schemas.openxmlformats.org/drawingml/2006/main">
              <a:ext uri="{FF2B5EF4-FFF2-40B4-BE49-F238E27FC236}">
                <a16:creationId xmlns:a16="http://schemas.microsoft.com/office/drawing/2014/main" id="{639FA901-AA8D-4885-A5DA-F24B838E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bject-344">
            <a:extLst xmlns:a="http://schemas.openxmlformats.org/drawingml/2006/main">
              <a:ext uri="{FF2B5EF4-FFF2-40B4-BE49-F238E27FC236}">
                <a16:creationId xmlns:a16="http://schemas.microsoft.com/office/drawing/2014/main" id="{B2D6511C-66E9-4E56-92CD-A8FEC4CF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0002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扬声器侧处理链</a:t>
            </a:r>
          </a:p>
        </p:txBody>
      </p:sp>
      <p:sp>
        <p:nvSpPr>
          <p:cNvPr id="13" name="line-345">
            <a:extLst xmlns:a="http://schemas.openxmlformats.org/drawingml/2006/main">
              <a:ext uri="{FF2B5EF4-FFF2-40B4-BE49-F238E27FC236}">
                <a16:creationId xmlns:a16="http://schemas.microsoft.com/office/drawing/2014/main" id="{C4A1216A-C535-4E71-B472-44EDD02B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09800"/>
            <a:ext cx="714375" cy="9525"/>
          </a:xfrm>
          <a:custGeom xmlns:a="http://schemas.openxmlformats.org/drawingml/2006/main">
            <a:pathLst>
              <a:path w="714375" h="952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4" name="line-346">
            <a:extLst xmlns:a="http://schemas.openxmlformats.org/drawingml/2006/main">
              <a:ext uri="{FF2B5EF4-FFF2-40B4-BE49-F238E27FC236}">
                <a16:creationId xmlns:a16="http://schemas.microsoft.com/office/drawing/2014/main" id="{01723415-9504-4136-B806-F0CC051E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07" y="22098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5" name="line-347">
            <a:extLst xmlns:a="http://schemas.openxmlformats.org/drawingml/2006/main">
              <a:ext uri="{FF2B5EF4-FFF2-40B4-BE49-F238E27FC236}">
                <a16:creationId xmlns:a16="http://schemas.microsoft.com/office/drawing/2014/main" id="{D8833967-BED7-4AAC-A0B3-4EACF8F2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07" y="21683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6" name="object-348">
            <a:extLst xmlns:a="http://schemas.openxmlformats.org/drawingml/2006/main">
              <a:ext uri="{FF2B5EF4-FFF2-40B4-BE49-F238E27FC236}">
                <a16:creationId xmlns:a16="http://schemas.microsoft.com/office/drawing/2014/main" id="{0175E790-F1AA-42F2-9CD1-E5C57636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907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扬声器出声</a:t>
            </a:r>
          </a:p>
        </p:txBody>
      </p:sp>
      <p:sp>
        <p:nvSpPr>
          <p:cNvPr id="17" name="object-349">
            <a:extLst xmlns:a="http://schemas.openxmlformats.org/drawingml/2006/main">
              <a:ext uri="{FF2B5EF4-FFF2-40B4-BE49-F238E27FC236}">
                <a16:creationId xmlns:a16="http://schemas.microsoft.com/office/drawing/2014/main" id="{F6F5250D-3205-497A-8F93-A7D4E965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会话归属：扬声器</a:t>
            </a:r>
          </a:p>
        </p:txBody>
      </p:sp>
      <p:sp>
        <p:nvSpPr>
          <p:cNvPr id="18" name="reveal1-object-350">
            <a:extLst xmlns:a="http://schemas.openxmlformats.org/drawingml/2006/main">
              <a:ext uri="{FF2B5EF4-FFF2-40B4-BE49-F238E27FC236}">
                <a16:creationId xmlns:a16="http://schemas.microsoft.com/office/drawing/2014/main" id="{AED27758-833A-44E1-A6CF-53253933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61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② 交接中</a:t>
            </a:r>
          </a:p>
        </p:txBody>
      </p:sp>
      <p:sp>
        <p:nvSpPr>
          <p:cNvPr id="19" name="reveal1-object-351">
            <a:extLst xmlns:a="http://schemas.openxmlformats.org/drawingml/2006/main">
              <a:ext uri="{FF2B5EF4-FFF2-40B4-BE49-F238E27FC236}">
                <a16:creationId xmlns:a16="http://schemas.microsoft.com/office/drawing/2014/main" id="{1133A364-393B-4185-93D3-2E305ED6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8137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eveal1-object-352">
            <a:extLst xmlns:a="http://schemas.openxmlformats.org/drawingml/2006/main">
              <a:ext uri="{FF2B5EF4-FFF2-40B4-BE49-F238E27FC236}">
                <a16:creationId xmlns:a16="http://schemas.microsoft.com/office/drawing/2014/main" id="{770E0C36-EC80-488B-9431-D42A39B7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38525"/>
            <a:ext cx="1104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音乐 A</a:t>
            </a:r>
          </a:p>
        </p:txBody>
      </p:sp>
      <p:sp>
        <p:nvSpPr>
          <p:cNvPr id="21" name="reveal1-line-353">
            <a:extLst xmlns:a="http://schemas.openxmlformats.org/drawingml/2006/main">
              <a:ext uri="{FF2B5EF4-FFF2-40B4-BE49-F238E27FC236}">
                <a16:creationId xmlns:a16="http://schemas.microsoft.com/office/drawing/2014/main" id="{13BE7748-5E17-43A9-83B8-A8CCACA1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90925"/>
            <a:ext cx="342900" cy="9525"/>
          </a:xfrm>
          <a:custGeom xmlns:a="http://schemas.openxmlformats.org/drawingml/2006/main"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2768A"/>
            </a:solidFill>
            <a:prstDash val="solid"/>
          </a:ln>
        </p:spPr>
      </p:sp>
      <p:sp>
        <p:nvSpPr>
          <p:cNvPr id="22" name="reveal1-line-354">
            <a:extLst xmlns:a="http://schemas.openxmlformats.org/drawingml/2006/main">
              <a:ext uri="{FF2B5EF4-FFF2-40B4-BE49-F238E27FC236}">
                <a16:creationId xmlns:a16="http://schemas.microsoft.com/office/drawing/2014/main" id="{DF14C026-8519-4C28-BC05-FDF47CB6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86150"/>
            <a:ext cx="190500" cy="219075"/>
          </a:xfrm>
          <a:custGeom xmlns:a="http://schemas.openxmlformats.org/drawingml/2006/main">
            <a:pathLst>
              <a:path w="190500" h="219075">
                <a:moveTo>
                  <a:pt x="0" y="0"/>
                </a:moveTo>
                <a:lnTo>
                  <a:pt x="19050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23" name="reveal1-line-355">
            <a:extLst xmlns:a="http://schemas.openxmlformats.org/drawingml/2006/main">
              <a:ext uri="{FF2B5EF4-FFF2-40B4-BE49-F238E27FC236}">
                <a16:creationId xmlns:a16="http://schemas.microsoft.com/office/drawing/2014/main" id="{84C90455-8E6A-40A5-AE5C-ACEEAD82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86150"/>
            <a:ext cx="190500" cy="219075"/>
          </a:xfrm>
          <a:custGeom xmlns:a="http://schemas.openxmlformats.org/drawingml/2006/main">
            <a:pathLst>
              <a:path w="190500" h="219075">
                <a:moveTo>
                  <a:pt x="19050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C97835"/>
            </a:solidFill>
            <a:prstDash val="solid"/>
          </a:ln>
        </p:spPr>
      </p:sp>
      <p:sp>
        <p:nvSpPr>
          <p:cNvPr id="24" name="reveal1-object-356">
            <a:extLst xmlns:a="http://schemas.openxmlformats.org/drawingml/2006/main">
              <a:ext uri="{FF2B5EF4-FFF2-40B4-BE49-F238E27FC236}">
                <a16:creationId xmlns:a16="http://schemas.microsoft.com/office/drawing/2014/main" id="{F87AC254-F8AD-48DB-80A4-0D6C82AA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14675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摘除旧连接，交接同一个会话</a:t>
            </a:r>
          </a:p>
        </p:txBody>
      </p:sp>
      <p:sp>
        <p:nvSpPr>
          <p:cNvPr id="25" name="reveal1-object-357">
            <a:extLst xmlns:a="http://schemas.openxmlformats.org/drawingml/2006/main">
              <a:ext uri="{FF2B5EF4-FFF2-40B4-BE49-F238E27FC236}">
                <a16:creationId xmlns:a16="http://schemas.microsoft.com/office/drawing/2014/main" id="{228A752E-1DF0-44F5-A4E5-CC7CC35C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337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设备信息改为耳机；处理粒度跟着目标走，否则数据与设备对不上拍</a:t>
            </a:r>
          </a:p>
        </p:txBody>
      </p:sp>
      <p:sp>
        <p:nvSpPr>
          <p:cNvPr id="26" name="reveal1-object-358">
            <a:extLst xmlns:a="http://schemas.openxmlformats.org/drawingml/2006/main">
              <a:ext uri="{FF2B5EF4-FFF2-40B4-BE49-F238E27FC236}">
                <a16:creationId xmlns:a16="http://schemas.microsoft.com/office/drawing/2014/main" id="{B0FABC55-2BBB-420E-8B71-AF93B86F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38575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朴素做法：停下重开，缓冲数据与播放状态全部重来</a:t>
            </a:r>
          </a:p>
        </p:txBody>
      </p:sp>
      <p:sp>
        <p:nvSpPr>
          <p:cNvPr id="27" name="reveal2-object-359">
            <a:extLst xmlns:a="http://schemas.openxmlformats.org/drawingml/2006/main">
              <a:ext uri="{FF2B5EF4-FFF2-40B4-BE49-F238E27FC236}">
                <a16:creationId xmlns:a16="http://schemas.microsoft.com/office/drawing/2014/main" id="{5E536181-81EB-42E4-A9FB-1D443FFA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619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③ 接入后</a:t>
            </a:r>
          </a:p>
        </p:txBody>
      </p:sp>
      <p:sp>
        <p:nvSpPr>
          <p:cNvPr id="28" name="reveal2-object-360">
            <a:extLst xmlns:a="http://schemas.openxmlformats.org/drawingml/2006/main">
              <a:ext uri="{FF2B5EF4-FFF2-40B4-BE49-F238E27FC236}">
                <a16:creationId xmlns:a16="http://schemas.microsoft.com/office/drawing/2014/main" id="{771686C8-7448-4EB7-82CF-63FF5D49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4822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veal2-object-361">
            <a:extLst xmlns:a="http://schemas.openxmlformats.org/drawingml/2006/main">
              <a:ext uri="{FF2B5EF4-FFF2-40B4-BE49-F238E27FC236}">
                <a16:creationId xmlns:a16="http://schemas.microsoft.com/office/drawing/2014/main" id="{F1B19B1C-20D5-4F35-BC97-AB6AF445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05375"/>
            <a:ext cx="1104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音乐 A</a:t>
            </a:r>
          </a:p>
        </p:txBody>
      </p:sp>
      <p:sp>
        <p:nvSpPr>
          <p:cNvPr id="30" name="reveal2-line-362">
            <a:extLst xmlns:a="http://schemas.openxmlformats.org/drawingml/2006/main">
              <a:ext uri="{FF2B5EF4-FFF2-40B4-BE49-F238E27FC236}">
                <a16:creationId xmlns:a16="http://schemas.microsoft.com/office/drawing/2014/main" id="{E91BB813-3E4F-424B-9861-6DD4F6D4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67300"/>
            <a:ext cx="914400" cy="9525"/>
          </a:xfrm>
          <a:custGeom xmlns:a="http://schemas.openxmlformats.org/drawingml/2006/main"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31" name="reveal2-line-363">
            <a:extLst xmlns:a="http://schemas.openxmlformats.org/drawingml/2006/main">
              <a:ext uri="{FF2B5EF4-FFF2-40B4-BE49-F238E27FC236}">
                <a16:creationId xmlns:a16="http://schemas.microsoft.com/office/drawing/2014/main" id="{CCDFA0B9-6B6A-4B07-A98E-B7B71D61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482" y="50673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32" name="reveal2-line-364">
            <a:extLst xmlns:a="http://schemas.openxmlformats.org/drawingml/2006/main">
              <a:ext uri="{FF2B5EF4-FFF2-40B4-BE49-F238E27FC236}">
                <a16:creationId xmlns:a16="http://schemas.microsoft.com/office/drawing/2014/main" id="{E4F4B542-B85E-4000-9F13-FF505E1D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482" y="50258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33" name="reveal2-object-365">
            <a:extLst xmlns:a="http://schemas.openxmlformats.org/drawingml/2006/main">
              <a:ext uri="{FF2B5EF4-FFF2-40B4-BE49-F238E27FC236}">
                <a16:creationId xmlns:a16="http://schemas.microsoft.com/office/drawing/2014/main" id="{4AF970AB-A0CF-44B1-B5A7-E408E0AE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006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veal2-object-366">
            <a:extLst xmlns:a="http://schemas.openxmlformats.org/drawingml/2006/main">
              <a:ext uri="{FF2B5EF4-FFF2-40B4-BE49-F238E27FC236}">
                <a16:creationId xmlns:a16="http://schemas.microsoft.com/office/drawing/2014/main" id="{EFC48094-FF94-4D7A-B638-6EF981DE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5775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耳机侧处理链</a:t>
            </a:r>
          </a:p>
        </p:txBody>
      </p:sp>
      <p:sp>
        <p:nvSpPr>
          <p:cNvPr id="35" name="reveal2-line-367">
            <a:extLst xmlns:a="http://schemas.openxmlformats.org/drawingml/2006/main">
              <a:ext uri="{FF2B5EF4-FFF2-40B4-BE49-F238E27FC236}">
                <a16:creationId xmlns:a16="http://schemas.microsoft.com/office/drawing/2014/main" id="{68F74562-2DC1-4422-93FC-953506CB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67300"/>
            <a:ext cx="714375" cy="9525"/>
          </a:xfrm>
          <a:custGeom xmlns:a="http://schemas.openxmlformats.org/drawingml/2006/main">
            <a:pathLst>
              <a:path w="714375" h="952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36" name="reveal2-line-368">
            <a:extLst xmlns:a="http://schemas.openxmlformats.org/drawingml/2006/main">
              <a:ext uri="{FF2B5EF4-FFF2-40B4-BE49-F238E27FC236}">
                <a16:creationId xmlns:a16="http://schemas.microsoft.com/office/drawing/2014/main" id="{117D10A9-C9E5-40BF-A9EE-8FF29610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07" y="506730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37" name="reveal2-line-369">
            <a:extLst xmlns:a="http://schemas.openxmlformats.org/drawingml/2006/main">
              <a:ext uri="{FF2B5EF4-FFF2-40B4-BE49-F238E27FC236}">
                <a16:creationId xmlns:a16="http://schemas.microsoft.com/office/drawing/2014/main" id="{03FC93CE-1989-41AD-93DD-AF50C404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07" y="5025870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38" name="reveal2-object-370">
            <a:extLst xmlns:a="http://schemas.openxmlformats.org/drawingml/2006/main">
              <a:ext uri="{FF2B5EF4-FFF2-40B4-BE49-F238E27FC236}">
                <a16:creationId xmlns:a16="http://schemas.microsoft.com/office/drawing/2014/main" id="{0C27D8ED-6C1B-4271-A2D4-BD0F1942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482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耳机输出</a:t>
            </a:r>
          </a:p>
        </p:txBody>
      </p:sp>
      <p:sp>
        <p:nvSpPr>
          <p:cNvPr id="39" name="reveal2-object-371">
            <a:extLst xmlns:a="http://schemas.openxmlformats.org/drawingml/2006/main">
              <a:ext uri="{FF2B5EF4-FFF2-40B4-BE49-F238E27FC236}">
                <a16:creationId xmlns:a16="http://schemas.microsoft.com/office/drawing/2014/main" id="{93AD95D8-7B86-48A8-A1C3-2F4696D4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10200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会话归属更新；运行中的会话接入目标链</a:t>
            </a:r>
          </a:p>
        </p:txBody>
      </p:sp>
      <p:sp>
        <p:nvSpPr>
          <p:cNvPr id="40" name="object-372">
            <a:extLst xmlns:a="http://schemas.openxmlformats.org/drawingml/2006/main">
              <a:ext uri="{FF2B5EF4-FFF2-40B4-BE49-F238E27FC236}">
                <a16:creationId xmlns:a16="http://schemas.microsoft.com/office/drawing/2014/main" id="{240E78DC-AB8E-443C-AF33-01436233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三幅为阶段示意，不是实测时间线。</a:t>
            </a:r>
          </a:p>
        </p:txBody>
      </p:sp>
      <p:sp>
        <p:nvSpPr>
          <p:cNvPr id="41" name="object-373">
            <a:extLst xmlns:a="http://schemas.openxmlformats.org/drawingml/2006/main">
              <a:ext uri="{FF2B5EF4-FFF2-40B4-BE49-F238E27FC236}">
                <a16:creationId xmlns:a16="http://schemas.microsoft.com/office/drawing/2014/main" id="{E85B3A32-5B33-4B9B-85DD-E07460DD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934446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1"/>
      <p:bldP spid="19" grpId="1"/>
      <p:bldP spid="20" grpId="1"/>
      <p:bldP spid="21" grpId="1"/>
      <p:bldP spid="22" grpId="1"/>
      <p:bldP spid="23" grpId="1"/>
      <p:bldP spid="24" grpId="1"/>
      <p:bldP spid="25" grpId="1"/>
      <p:bldP spid="26" grpId="1"/>
      <p:bldP spid="27" grpId="2"/>
      <p:bldP spid="28" grpId="2"/>
      <p:bldP spid="29" grpId="2"/>
      <p:bldP spid="30" grpId="2"/>
      <p:bldP spid="31" grpId="2"/>
      <p:bldP spid="32" grpId="2"/>
      <p:bldP spid="33" grpId="2"/>
      <p:bldP spid="34" grpId="2"/>
      <p:bldP spid="35" grpId="2"/>
      <p:bldP spid="36" grpId="2"/>
      <p:bldP spid="37" grpId="2"/>
      <p:bldP spid="38" grpId="2"/>
      <p:bldP spid="39" grpId="2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object-374">
            <a:extLst xmlns:a="http://schemas.openxmlformats.org/drawingml/2006/main">
              <a:ext uri="{FF2B5EF4-FFF2-40B4-BE49-F238E27FC236}">
                <a16:creationId xmlns:a16="http://schemas.microsoft.com/office/drawing/2014/main" id="{A8CD985E-998B-4131-90F2-1A4870E7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再看这三个操作</a:t>
            </a:r>
          </a:p>
        </p:txBody>
      </p:sp>
      <p:sp>
        <p:nvSpPr>
          <p:cNvPr id="2" name="object-375">
            <a:extLst xmlns:a="http://schemas.openxmlformats.org/drawingml/2006/main">
              <a:ext uri="{FF2B5EF4-FFF2-40B4-BE49-F238E27FC236}">
                <a16:creationId xmlns:a16="http://schemas.microsoft.com/office/drawing/2014/main" id="{9C53253A-0528-4BFD-9CDA-CEDBCC5C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回到这一路音乐，三个操作分别改变了什么？</a:t>
            </a:r>
          </a:p>
        </p:txBody>
      </p:sp>
      <p:sp>
        <p:nvSpPr>
          <p:cNvPr id="3" name="object-376">
            <a:extLst xmlns:a="http://schemas.openxmlformats.org/drawingml/2006/main">
              <a:ext uri="{FF2B5EF4-FFF2-40B4-BE49-F238E27FC236}">
                <a16:creationId xmlns:a16="http://schemas.microsoft.com/office/drawing/2014/main" id="{01F57FF6-266C-4A61-921D-0D3A98FD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333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object-377">
            <a:extLst xmlns:a="http://schemas.openxmlformats.org/drawingml/2006/main">
              <a:ext uri="{FF2B5EF4-FFF2-40B4-BE49-F238E27FC236}">
                <a16:creationId xmlns:a16="http://schemas.microsoft.com/office/drawing/2014/main" id="{AACA7B20-4D53-4E80-ACB7-7B753EE8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104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音乐 A</a:t>
            </a:r>
          </a:p>
        </p:txBody>
      </p:sp>
      <p:sp>
        <p:nvSpPr>
          <p:cNvPr id="5" name="line-378">
            <a:extLst xmlns:a="http://schemas.openxmlformats.org/drawingml/2006/main">
              <a:ext uri="{FF2B5EF4-FFF2-40B4-BE49-F238E27FC236}">
                <a16:creationId xmlns:a16="http://schemas.microsoft.com/office/drawing/2014/main" id="{28B9AE19-4BB5-4898-AB9A-0E5D9645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48025"/>
            <a:ext cx="723900" cy="9525"/>
          </a:xfrm>
          <a:custGeom xmlns:a="http://schemas.openxmlformats.org/drawingml/2006/main">
            <a:pathLst>
              <a:path w="723900" h="9525">
                <a:moveTo>
                  <a:pt x="0" y="0"/>
                </a:moveTo>
                <a:lnTo>
                  <a:pt x="723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6" name="line-379">
            <a:extLst xmlns:a="http://schemas.openxmlformats.org/drawingml/2006/main">
              <a:ext uri="{FF2B5EF4-FFF2-40B4-BE49-F238E27FC236}">
                <a16:creationId xmlns:a16="http://schemas.microsoft.com/office/drawing/2014/main" id="{EAE5D773-3456-48DD-9787-518236FE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32" y="32480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7" name="line-380">
            <a:extLst xmlns:a="http://schemas.openxmlformats.org/drawingml/2006/main">
              <a:ext uri="{FF2B5EF4-FFF2-40B4-BE49-F238E27FC236}">
                <a16:creationId xmlns:a16="http://schemas.microsoft.com/office/drawing/2014/main" id="{957D354F-59A1-44DF-A13F-676A1299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32" y="32065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8" name="object-381">
            <a:extLst xmlns:a="http://schemas.openxmlformats.org/drawingml/2006/main">
              <a:ext uri="{FF2B5EF4-FFF2-40B4-BE49-F238E27FC236}">
                <a16:creationId xmlns:a16="http://schemas.microsoft.com/office/drawing/2014/main" id="{8D010DB5-9C7F-45F6-97F9-FDE4A051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24175"/>
            <a:ext cx="1666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9" name="object-382">
            <a:extLst xmlns:a="http://schemas.openxmlformats.org/drawingml/2006/main">
              <a:ext uri="{FF2B5EF4-FFF2-40B4-BE49-F238E27FC236}">
                <a16:creationId xmlns:a16="http://schemas.microsoft.com/office/drawing/2014/main" id="{2B06FF96-5101-4C39-94EE-59E2375E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1337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bject-383">
            <a:extLst xmlns:a="http://schemas.openxmlformats.org/drawingml/2006/main">
              <a:ext uri="{FF2B5EF4-FFF2-40B4-BE49-F238E27FC236}">
                <a16:creationId xmlns:a16="http://schemas.microsoft.com/office/drawing/2014/main" id="{052E5BE0-A4EF-4604-9D9E-DE1A6DCC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337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bject-384">
            <a:extLst xmlns:a="http://schemas.openxmlformats.org/drawingml/2006/main">
              <a:ext uri="{FF2B5EF4-FFF2-40B4-BE49-F238E27FC236}">
                <a16:creationId xmlns:a16="http://schemas.microsoft.com/office/drawing/2014/main" id="{F2D75B8A-6BFA-4D4A-BD08-26E491C3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1337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bject-385">
            <a:extLst xmlns:a="http://schemas.openxmlformats.org/drawingml/2006/main">
              <a:ext uri="{FF2B5EF4-FFF2-40B4-BE49-F238E27FC236}">
                <a16:creationId xmlns:a16="http://schemas.microsoft.com/office/drawing/2014/main" id="{8530F4FF-952B-4792-B308-A0DADAB2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133725"/>
            <a:ext cx="228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A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bject-386">
            <a:extLst xmlns:a="http://schemas.openxmlformats.org/drawingml/2006/main">
              <a:ext uri="{FF2B5EF4-FFF2-40B4-BE49-F238E27FC236}">
                <a16:creationId xmlns:a16="http://schemas.microsoft.com/office/drawing/2014/main" id="{88E2B40F-8201-4FA8-B849-B738F694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241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bject-387">
            <a:extLst xmlns:a="http://schemas.openxmlformats.org/drawingml/2006/main">
              <a:ext uri="{FF2B5EF4-FFF2-40B4-BE49-F238E27FC236}">
                <a16:creationId xmlns:a16="http://schemas.microsoft.com/office/drawing/2014/main" id="{0EEDE721-02AF-4CAC-B463-44156D3C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981325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增益与音效</a:t>
            </a:r>
          </a:p>
        </p:txBody>
      </p:sp>
      <p:sp>
        <p:nvSpPr>
          <p:cNvPr id="15" name="object-388">
            <a:extLst xmlns:a="http://schemas.openxmlformats.org/drawingml/2006/main">
              <a:ext uri="{FF2B5EF4-FFF2-40B4-BE49-F238E27FC236}">
                <a16:creationId xmlns:a16="http://schemas.microsoft.com/office/drawing/2014/main" id="{F9BEAC37-436B-4154-8F45-8912FFB6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924175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bject-389">
            <a:extLst xmlns:a="http://schemas.openxmlformats.org/drawingml/2006/main">
              <a:ext uri="{FF2B5EF4-FFF2-40B4-BE49-F238E27FC236}">
                <a16:creationId xmlns:a16="http://schemas.microsoft.com/office/drawing/2014/main" id="{7615FB22-CA34-4399-87E3-F0766A88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81325"/>
            <a:ext cx="1866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设备处理链</a:t>
            </a:r>
          </a:p>
        </p:txBody>
      </p:sp>
      <p:sp>
        <p:nvSpPr>
          <p:cNvPr id="17" name="line-390">
            <a:extLst xmlns:a="http://schemas.openxmlformats.org/drawingml/2006/main">
              <a:ext uri="{FF2B5EF4-FFF2-40B4-BE49-F238E27FC236}">
                <a16:creationId xmlns:a16="http://schemas.microsoft.com/office/drawing/2014/main" id="{0C145247-838B-4AF5-B7CE-111F3074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4802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8" name="line-391">
            <a:extLst xmlns:a="http://schemas.openxmlformats.org/drawingml/2006/main">
              <a:ext uri="{FF2B5EF4-FFF2-40B4-BE49-F238E27FC236}">
                <a16:creationId xmlns:a16="http://schemas.microsoft.com/office/drawing/2014/main" id="{64E66F2C-C08D-4A81-929D-2FA06444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07" y="32480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19" name="line-392">
            <a:extLst xmlns:a="http://schemas.openxmlformats.org/drawingml/2006/main">
              <a:ext uri="{FF2B5EF4-FFF2-40B4-BE49-F238E27FC236}">
                <a16:creationId xmlns:a16="http://schemas.microsoft.com/office/drawing/2014/main" id="{5F4ABEF6-6090-4DFD-B3CB-61BBBBC6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07" y="32065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0" name="line-393">
            <a:extLst xmlns:a="http://schemas.openxmlformats.org/drawingml/2006/main">
              <a:ext uri="{FF2B5EF4-FFF2-40B4-BE49-F238E27FC236}">
                <a16:creationId xmlns:a16="http://schemas.microsoft.com/office/drawing/2014/main" id="{917B10A6-D1AA-4409-8839-23AF87F1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48025"/>
            <a:ext cx="1409700" cy="9525"/>
          </a:xfrm>
          <a:custGeom xmlns:a="http://schemas.openxmlformats.org/drawingml/2006/main">
            <a:pathLst>
              <a:path w="1409700" h="9525">
                <a:moveTo>
                  <a:pt x="0" y="0"/>
                </a:moveTo>
                <a:lnTo>
                  <a:pt x="1409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1" name="line-394">
            <a:extLst xmlns:a="http://schemas.openxmlformats.org/drawingml/2006/main">
              <a:ext uri="{FF2B5EF4-FFF2-40B4-BE49-F238E27FC236}">
                <a16:creationId xmlns:a16="http://schemas.microsoft.com/office/drawing/2014/main" id="{AADCE8FE-4CDE-41A6-A595-B1BFE46C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57" y="32480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2" name="line-395">
            <a:extLst xmlns:a="http://schemas.openxmlformats.org/drawingml/2006/main">
              <a:ext uri="{FF2B5EF4-FFF2-40B4-BE49-F238E27FC236}">
                <a16:creationId xmlns:a16="http://schemas.microsoft.com/office/drawing/2014/main" id="{7440015C-5920-464D-9ED4-D1B8BFE2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57" y="32065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3" name="line-396">
            <a:extLst xmlns:a="http://schemas.openxmlformats.org/drawingml/2006/main">
              <a:ext uri="{FF2B5EF4-FFF2-40B4-BE49-F238E27FC236}">
                <a16:creationId xmlns:a16="http://schemas.microsoft.com/office/drawing/2014/main" id="{0530EF85-9DC6-496D-A3C9-B18F618A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248025"/>
            <a:ext cx="1019175" cy="9525"/>
          </a:xfrm>
          <a:custGeom xmlns:a="http://schemas.openxmlformats.org/drawingml/2006/main">
            <a:pathLst>
              <a:path w="1019175" h="9525">
                <a:moveTo>
                  <a:pt x="0" y="0"/>
                </a:moveTo>
                <a:lnTo>
                  <a:pt x="1019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4" name="line-397">
            <a:extLst xmlns:a="http://schemas.openxmlformats.org/drawingml/2006/main">
              <a:ext uri="{FF2B5EF4-FFF2-40B4-BE49-F238E27FC236}">
                <a16:creationId xmlns:a16="http://schemas.microsoft.com/office/drawing/2014/main" id="{095FFFBD-2FBC-4F2D-83A9-E01689E8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32" y="324802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41430"/>
                </a:moveTo>
                <a:lnTo>
                  <a:pt x="85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5" name="line-398">
            <a:extLst xmlns:a="http://schemas.openxmlformats.org/drawingml/2006/main">
              <a:ext uri="{FF2B5EF4-FFF2-40B4-BE49-F238E27FC236}">
                <a16:creationId xmlns:a16="http://schemas.microsoft.com/office/drawing/2014/main" id="{118EA7FD-C2BD-4E88-8FA0-0FB40B36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32" y="3206595"/>
            <a:ext cx="85768" cy="41430"/>
          </a:xfrm>
          <a:custGeom xmlns:a="http://schemas.openxmlformats.org/drawingml/2006/main">
            <a:pathLst>
              <a:path w="85768" h="41430">
                <a:moveTo>
                  <a:pt x="0" y="0"/>
                </a:moveTo>
                <a:lnTo>
                  <a:pt x="85768" y="4143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19A92"/>
            </a:solidFill>
            <a:prstDash val="solid"/>
          </a:ln>
        </p:spPr>
      </p:sp>
      <p:sp>
        <p:nvSpPr>
          <p:cNvPr id="26" name="reveal1-object-399">
            <a:extLst xmlns:a="http://schemas.openxmlformats.org/drawingml/2006/main">
              <a:ext uri="{FF2B5EF4-FFF2-40B4-BE49-F238E27FC236}">
                <a16:creationId xmlns:a16="http://schemas.microsoft.com/office/drawing/2014/main" id="{56EE05DB-EA01-4AFD-AD4A-23A319F6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7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97835"/>
                </a:solidFill>
                <a:latin typeface="Microsoft YaHei"/>
                <a:ea typeface="Microsoft YaHei"/>
                <a:cs typeface="Microsoft YaHei"/>
              </a:rPr>
              <a:t>暂停</a:t>
            </a:r>
          </a:p>
        </p:txBody>
      </p:sp>
      <p:sp>
        <p:nvSpPr>
          <p:cNvPr id="27" name="reveal1-object-400">
            <a:extLst xmlns:a="http://schemas.openxmlformats.org/drawingml/2006/main">
              <a:ext uri="{FF2B5EF4-FFF2-40B4-BE49-F238E27FC236}">
                <a16:creationId xmlns:a16="http://schemas.microsoft.com/office/drawing/2014/main" id="{06760D12-495D-4832-80C0-8DBD7D71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309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完成淡出，</a:t>
            </a:r>
          </a:p>
          <a:p xmlns:a="http://schemas.openxmlformats.org/drawingml/2006/main">
            <a:pPr algn="l">
              <a:def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再断开输入。</a:t>
            </a:r>
          </a:p>
        </p:txBody>
      </p:sp>
      <p:sp>
        <p:nvSpPr>
          <p:cNvPr id="28" name="reveal1-object-401">
            <a:extLst xmlns:a="http://schemas.openxmlformats.org/drawingml/2006/main">
              <a:ext uri="{FF2B5EF4-FFF2-40B4-BE49-F238E27FC236}">
                <a16:creationId xmlns:a16="http://schemas.microsoft.com/office/drawing/2014/main" id="{23D395D0-9D1F-4A12-B4D4-C7B78F3A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24325"/>
            <a:ext cx="285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379EB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29" name="reveal1-object-402">
            <a:extLst xmlns:a="http://schemas.openxmlformats.org/drawingml/2006/main">
              <a:ext uri="{FF2B5EF4-FFF2-40B4-BE49-F238E27FC236}">
                <a16:creationId xmlns:a16="http://schemas.microsoft.com/office/drawing/2014/main" id="{71070EF8-A163-4E8B-AA6F-8716C38F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00575"/>
            <a:ext cx="309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执行旧请求前，</a:t>
            </a:r>
          </a:p>
          <a:p xmlns:a="http://schemas.openxmlformats.org/drawingml/2006/main">
            <a:pPr algn="l">
              <a:def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确认是否已恢复。</a:t>
            </a:r>
          </a:p>
        </p:txBody>
      </p:sp>
      <p:sp>
        <p:nvSpPr>
          <p:cNvPr id="30" name="reveal1-object-403">
            <a:extLst xmlns:a="http://schemas.openxmlformats.org/drawingml/2006/main">
              <a:ext uri="{FF2B5EF4-FFF2-40B4-BE49-F238E27FC236}">
                <a16:creationId xmlns:a16="http://schemas.microsoft.com/office/drawing/2014/main" id="{4BCA8AC0-117D-4A9D-9A0B-AC4D198B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24325"/>
            <a:ext cx="333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9A92"/>
                </a:solidFill>
                <a:latin typeface="Microsoft YaHei"/>
                <a:ea typeface="Microsoft YaHei"/>
                <a:cs typeface="Microsoft YaHei"/>
              </a:rPr>
              <a:t>切耳机</a:t>
            </a:r>
          </a:p>
        </p:txBody>
      </p:sp>
      <p:sp>
        <p:nvSpPr>
          <p:cNvPr id="31" name="reveal1-object-404">
            <a:extLst xmlns:a="http://schemas.openxmlformats.org/drawingml/2006/main">
              <a:ext uri="{FF2B5EF4-FFF2-40B4-BE49-F238E27FC236}">
                <a16:creationId xmlns:a16="http://schemas.microsoft.com/office/drawing/2014/main" id="{F48E974C-6E2C-490E-A942-1A123A3C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00575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交接同一个会话，</a:t>
            </a:r>
          </a:p>
          <a:p xmlns:a="http://schemas.openxmlformats.org/drawingml/2006/main">
            <a:pPr algn="l">
              <a:def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接入目标设备链。</a:t>
            </a:r>
          </a:p>
        </p:txBody>
      </p:sp>
      <p:sp>
        <p:nvSpPr>
          <p:cNvPr id="32" name="reveal2-line-405">
            <a:extLst xmlns:a="http://schemas.openxmlformats.org/drawingml/2006/main">
              <a:ext uri="{FF2B5EF4-FFF2-40B4-BE49-F238E27FC236}">
                <a16:creationId xmlns:a16="http://schemas.microsoft.com/office/drawing/2014/main" id="{25EED835-25C8-4745-8DBE-A804FCE9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9525"/>
          </a:xfrm>
          <a:custGeom xmlns:a="http://schemas.openxmlformats.org/drawingml/2006/main">
            <a:pathLst>
              <a:path w="10953750" h="9525">
                <a:moveTo>
                  <a:pt x="0" y="0"/>
                </a:moveTo>
                <a:lnTo>
                  <a:pt x="1095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E5EE"/>
            </a:solidFill>
            <a:prstDash val="solid"/>
          </a:ln>
        </p:spPr>
      </p:sp>
      <p:sp>
        <p:nvSpPr>
          <p:cNvPr id="33" name="reveal2-object-406">
            <a:extLst xmlns:a="http://schemas.openxmlformats.org/drawingml/2006/main">
              <a:ext uri="{FF2B5EF4-FFF2-40B4-BE49-F238E27FC236}">
                <a16:creationId xmlns:a16="http://schemas.microsoft.com/office/drawing/2014/main" id="{9773DE7D-E60E-4D49-BF62-72108F10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2263B"/>
                </a:solidFill>
                <a:latin typeface="Microsoft YaHei"/>
                <a:ea typeface="Microsoft YaHei"/>
                <a:cs typeface="Microsoft YaHei"/>
              </a:rPr>
              <a:t>时间、队列、状态、设备差异、耳朵：五样都得交代，这就是复杂性的去处。</a:t>
            </a:r>
          </a:p>
        </p:txBody>
      </p:sp>
      <p:sp>
        <p:nvSpPr>
          <p:cNvPr id="34" name="object-407">
            <a:extLst xmlns:a="http://schemas.openxmlformats.org/drawingml/2006/main">
              <a:ext uri="{FF2B5EF4-FFF2-40B4-BE49-F238E27FC236}">
                <a16:creationId xmlns:a16="http://schemas.microsoft.com/office/drawing/2014/main" id="{C5ED7A45-B822-451A-9F2F-0DB46841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19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下一部分：相同普通输出路径下，对比 PA 与 HPAE 的执行组织。</a:t>
            </a:r>
          </a:p>
        </p:txBody>
      </p:sp>
      <p:sp>
        <p:nvSpPr>
          <p:cNvPr id="35" name="object-408">
            <a:extLst xmlns:a="http://schemas.openxmlformats.org/drawingml/2006/main">
              <a:ext uri="{FF2B5EF4-FFF2-40B4-BE49-F238E27FC236}">
                <a16:creationId xmlns:a16="http://schemas.microsoft.com/office/drawing/2014/main" id="{530FA55B-3487-4224-A16A-5861B576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34125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68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9582269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1"/>
      <p:bldP spid="27" grpId="1"/>
      <p:bldP spid="28" grpId="1"/>
      <p:bldP spid="29" grpId="1"/>
      <p:bldP spid="30" grpId="1"/>
      <p:bldP spid="31" grpId="1"/>
      <p:bldP spid="32" grpId="2"/>
      <p:bldP spid="33" grpId="2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2026-10-21T10:32:28.3990000Z</dcterms:created>
  <dcterms:modified xsi:type="dcterms:W3CDTF">2026-10-21T10:32:28.3990000Z</dcterms:modified>
</coreProperties>
</file>