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baecb22ff04f95" /><Relationship Type="http://schemas.openxmlformats.org/officeDocument/2006/relationships/extended-properties" Target="/docProps/app.xml" Id="R126c08a6031947b4" /><Relationship Type="http://schemas.openxmlformats.org/officeDocument/2006/relationships/officeDocument" Target="/ppt/presentation.xml" Id="R86f492b53d6b4cc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624fe74b024d6f"/>
  </p:sldMasterIdLst>
  <p:notesMasterIdLst>
    <p:notesMasterId xmlns:r="http://schemas.openxmlformats.org/officeDocument/2006/relationships" r:id="R507af92909e84d43"/>
  </p:notesMasterIdLst>
  <p:sldIdLst>
    <p:sldId xmlns:r="http://schemas.openxmlformats.org/officeDocument/2006/relationships" id="256" r:id="Rb87c9a3b0c3843ab"/>
    <p:sldId xmlns:r="http://schemas.openxmlformats.org/officeDocument/2006/relationships" id="257" r:id="R36bfd2f93a264d5c"/>
    <p:sldId xmlns:r="http://schemas.openxmlformats.org/officeDocument/2006/relationships" id="258" r:id="R9d512eb4299a47b2"/>
    <p:sldId xmlns:r="http://schemas.openxmlformats.org/officeDocument/2006/relationships" id="259" r:id="R1a4292aee8f341f2"/>
    <p:sldId xmlns:r="http://schemas.openxmlformats.org/officeDocument/2006/relationships" id="260" r:id="R43f557087d7f466e"/>
    <p:sldId xmlns:r="http://schemas.openxmlformats.org/officeDocument/2006/relationships" id="261" r:id="Rfaf6a8218c244492"/>
    <p:sldId xmlns:r="http://schemas.openxmlformats.org/officeDocument/2006/relationships" id="262" r:id="Rc1dfeda3f6ed4773"/>
    <p:sldId xmlns:r="http://schemas.openxmlformats.org/officeDocument/2006/relationships" id="263" r:id="Rc2e0ce94e9a443e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79abf147674bfa" /><Relationship Type="http://schemas.openxmlformats.org/officeDocument/2006/relationships/slideMaster" Target="/ppt/slideMasters/slideMaster1.xml" Id="R63624fe74b024d6f" /><Relationship Type="http://schemas.openxmlformats.org/officeDocument/2006/relationships/notesMaster" Target="/ppt/notesMasters/notesMaster1.xml" Id="R507af92909e84d43" /><Relationship Type="http://schemas.openxmlformats.org/officeDocument/2006/relationships/presProps" Target="/ppt/presProps.xml" Id="R3dc000ca27ff4294" /><Relationship Type="http://schemas.openxmlformats.org/officeDocument/2006/relationships/tableStyles" Target="/ppt/tableStyles.xml" Id="Rc74bddd0421d4b97" /><Relationship Type="http://schemas.openxmlformats.org/officeDocument/2006/relationships/slide" Target="/ppt/slides/slide1.xml" Id="Rb87c9a3b0c3843ab" /><Relationship Type="http://schemas.openxmlformats.org/officeDocument/2006/relationships/slide" Target="/ppt/slides/slide2.xml" Id="R36bfd2f93a264d5c" /><Relationship Type="http://schemas.openxmlformats.org/officeDocument/2006/relationships/slide" Target="/ppt/slides/slide3.xml" Id="R9d512eb4299a47b2" /><Relationship Type="http://schemas.openxmlformats.org/officeDocument/2006/relationships/slide" Target="/ppt/slides/slide4.xml" Id="R1a4292aee8f341f2" /><Relationship Type="http://schemas.openxmlformats.org/officeDocument/2006/relationships/slide" Target="/ppt/slides/slide5.xml" Id="R43f557087d7f466e" /><Relationship Type="http://schemas.openxmlformats.org/officeDocument/2006/relationships/slide" Target="/ppt/slides/slide6.xml" Id="Rfaf6a8218c244492" /><Relationship Type="http://schemas.openxmlformats.org/officeDocument/2006/relationships/slide" Target="/ppt/slides/slide7.xml" Id="Rc1dfeda3f6ed4773" /><Relationship Type="http://schemas.openxmlformats.org/officeDocument/2006/relationships/slide" Target="/ppt/slides/slide8.xml" Id="Rc2e0ce94e9a443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b90a685e7841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d2dcdab45a4367" /><Relationship Type="http://schemas.openxmlformats.org/officeDocument/2006/relationships/notesMaster" Target="/ppt/notesMasters/notesMaster1.xml" Id="R61ae216a0d8b46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dd5da4cb054e5e" /><Relationship Type="http://schemas.openxmlformats.org/officeDocument/2006/relationships/notesMaster" Target="/ppt/notesMasters/notesMaster1.xml" Id="R397f86a7e9374e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93a684320f42dd" /><Relationship Type="http://schemas.openxmlformats.org/officeDocument/2006/relationships/notesMaster" Target="/ppt/notesMasters/notesMaster1.xml" Id="R1b027eb2d34746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19874768924847" /><Relationship Type="http://schemas.openxmlformats.org/officeDocument/2006/relationships/notesMaster" Target="/ppt/notesMasters/notesMaster1.xml" Id="R8921ad84050e43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e6c72a1f544268" /><Relationship Type="http://schemas.openxmlformats.org/officeDocument/2006/relationships/notesMaster" Target="/ppt/notesMasters/notesMaster1.xml" Id="R5ec28af56a3940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f6e02b21ac4008" /><Relationship Type="http://schemas.openxmlformats.org/officeDocument/2006/relationships/notesMaster" Target="/ppt/notesMasters/notesMaster1.xml" Id="Ra77d69072e004d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0123783ffa43a2" /><Relationship Type="http://schemas.openxmlformats.org/officeDocument/2006/relationships/notesMaster" Target="/ppt/notesMasters/notesMaster1.xml" Id="Red084c79e3a346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19171ddcad54ff0" /><Relationship Type="http://schemas.openxmlformats.org/officeDocument/2006/relationships/notesMaster" Target="/ppt/notesMasters/notesMaster1.xml" Id="Rea87335f01c64b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一首歌，三个操作</a:t>
            </a:r>
          </a:p>
          <a:p xmlns:a="http://schemas.openxmlformats.org/drawingml/2006/main">
            <a:r>
              <a:t>时间：1.2分钟</a:t>
            </a:r>
          </a:p>
          <a:p xmlns:a="http://schemas.openxmlformats.org/drawingml/2006/main">
            <a:r>
              <a:t>本页目标：一首歌，三个操作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先做三个动作：暂停、恢复播放、切到耳机。每个都是一次点击，屏幕立刻响应，声音立刻跟上，谁都觉得理所当然。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在把最直接的实现写出来。暂停，就是把数据流立即截断；恢复，就是原样接回；切耳机，就是从扬声器这边拔下来、插到耳机那边。真这么做会听到什么？暂停是一声“啪”，波形在半幅上被切断；恢复是一声“bang”，等着的数据按全音量冲出来；切耳机，歌断一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真实引擎这三步一步都不敢做。接下来，把这三个朴素做法逐个推翻，先看引擎做了什么，再看它把保证写在了哪里。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演示：初始只显示数据链；第一次点击显示暂停与恢复的朴素做法和会听到的声音；第二次点击显示切耳机的朴素做法与结尾句。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技术边界：处理链为简化示意；“会听到”为示意性描述，未做设备实测。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https://gitcode.com/openharmony/multimedia_audio_framework/blob/0d073de5a30f33ab6716d9abd481d76eca843741/services/audio_engine/manager/src/hpae_renderer_manager.cpp#L872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暂停时，先淡出，再断开</a:t>
            </a:r>
          </a:p>
          <a:p xmlns:a="http://schemas.openxmlformats.org/drawingml/2006/main">
            <a:r>
              <a:t>时间：1.7分钟</a:t>
            </a:r>
          </a:p>
          <a:p xmlns:a="http://schemas.openxmlformats.org/drawingml/2006/main">
            <a:r>
              <a:t>本页目标：暂停时，先淡出，再断开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暂停为什么会“啪”？切断的那一刻，波形幅度不是零。半幅上切一刀，扬声器收到一个突变，就是一声爆音。所以暂停的第一步不是切断，是降音量：增益逐渐降到零，让声音干净地淡出去。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看这条时间轴。暂停请求提出后不是立刻执行，先等设备侧。淡出开始之后，输入线还必须连着：淡出本身要靠处理链继续跑，先拆线，淡出就没法完成。增益一路降到零，淡出结束，收尾再排一次队等执行：暂停音效、断开输入、更新状态，都在这一步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所以“声音没了”和“线拆了”是两个时刻，中间隔着一个等待窗口。记住这个窗口，下一页它就有用了。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演示：先看两种波形与暂停请求；第一次点击揭示淡出、完成排队和断开；第二次点击强调两个时刻。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技术边界：正常淡出路径；波形与时间均为示意，不代表设备实测。若缺少增益节点、设备未运行或处于相应旁路条件，实现也允许直接完成，本页专讲正常淡出路径。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https://gitcode.com/openharmony/multimedia_audio_framework/blob/0d073de5a30f33ab6716d9abd481d76eca843741/services/audio_engine/manager/src/hpae_renderer_manager.cpp#L1868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https://gitcode.com/openharmony/multimedia_audio_framework/blob/0d073de5a30f33ab6716d9abd481d76eca843741/services/audio_engine/node/src/hpae_gain_node.cpp#L253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已经恢复播放，旧的暂停还会生效吗？</a:t>
            </a:r>
          </a:p>
          <a:p xmlns:a="http://schemas.openxmlformats.org/drawingml/2006/main">
            <a:r>
              <a:t>时间：1.8分钟</a:t>
            </a:r>
          </a:p>
          <a:p xmlns:a="http://schemas.openxmlformats.org/drawingml/2006/main">
            <a:r>
              <a:t>本页目标：已经恢复播放，旧的暂停还会生效吗？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上一页的窗口还开着：淡出结束后的收尾还在排队等执行。这时候用户的手比队列快，已经点了恢复。于是队列里排着两条：恢复在前，旧的暂停收尾在后。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按顺序执行。恢复先跑：状态回到正在播放，输入连着，淡入也安排上了。然后轮到旧的收尾。它如果不看状态、照原计划办，就会暂停音效、拆掉输入、把状态写回暂停。用户看到的是：我明明点了恢复，界面也显示在播，却没有声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所以收尾动手前先查一眼：现在是不是已经在播放？是，这次收尾就地结束，不碰音效，不碰输入。一句“动手前先看当前状态”，把这次险情救了回来。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演示：初始只显示待执行请求及音乐 A；第一次点击执行恢复；第二次点击执行旧的收尾并显示检查结果与不检查的后果。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技术边界：一种请求交错；不表示每次快速点击都能触发。这里只讨论恢复后尚未再次暂停的情况；描述的是引擎执行顺序，不把界面点击等同于可任意并发的客户端调用。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淡入为什么要先于音效启动？</a:t>
            </a:r>
          </a:p>
          <a:p xmlns:a="http://schemas.openxmlformats.org/drawingml/2006/main">
            <a:r>
              <a:t>时间：1.3分钟</a:t>
            </a:r>
          </a:p>
          <a:p xmlns:a="http://schemas.openxmlformats.org/drawingml/2006/main">
            <a:r>
              <a:t>本页目标：淡入为什么要先于音效启动？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恢复这边也有同一个坑，方向相反。恢复时缓冲里往往已经躺着数据。处理链接通之后，如果先启动会话音效、等启动完成再设置淡入，麻烦就来了：音效启动不是瞬间完成的，这段窗口里，等着的数据按全增益处理。听到的不是淡入，是“bang”一下爆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实际顺序反过来：接通之后立刻安排淡入，然后才启动音效。启动再慢，增益也已经被淡入曲线按住了。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注意这两行的比法：同一条时间轴，只差两个动作的先后。先后差一步，爆音还是淡入，就决定在这一步上。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演示：先展示设置偏晚的风险窗口；点击后展示实际顺序与增益示意。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技术边界：上行为假设的错误顺序，下行为实际顺序；增益曲线仅示意，不表达淡入时长。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https://gitcode.com/openharmony/multimedia_audio_framework/blob/0d073de5a30f33ab6716d9abd481d76eca843741/services/audio_engine/node/src/hpae_gain_node.cpp#L284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切到耳机，哪些东西变了？</a:t>
            </a:r>
          </a:p>
          <a:p xmlns:a="http://schemas.openxmlformats.org/drawingml/2006/main">
            <a:r>
              <a:t>时间：2分钟</a:t>
            </a:r>
          </a:p>
          <a:p xmlns:a="http://schemas.openxmlformats.org/drawingml/2006/main">
            <a:r>
              <a:t>本页目标：切到耳机，哪些东西变了？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第三个动作切耳机，看起来最像“拔了插过去”，实际最麻烦。设备策略已经选定耳机，我们只看引擎怎么执行。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说朴素做法：把这路音乐停掉，在耳机侧重开。能响，但丢的不只是一根连接：缓冲里的数据、当前的播放状态，全部重来，这路音乐的连续性断了。所以引擎的做法是交接：旧设备侧摘除连接，但握着同一个输入节点交出去。音乐 A 还是那个音乐 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目标侧接手之后还有两件事。一是改参数：设备信息改成耳机，处理粒度按目标的采样率和帧长调整，不同设备一轮吃的数据量不一样，不调，数据就和设备对不上拍。二是接链：目标侧处理簇就绪、条件满足，把正在播放的会话接入耳机侧处理链，归属随之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摘旧连接、调参数、接新链，三个阶段，一个都不能省。至于这些动作由谁、在哪条线程上执行——下一页见。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演示：先看切换前；第一次点击看交接、参数调整与朴素做法的代价；第二次点击看目标连接与归属变化。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技术边界：普通迁移路径示意；交接中不承诺零间隙，接入成功也不等于声学输出已稳定。目标不可用和状态变化会走其他分支。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https://gitcode.com/openharmony/multimedia_audio_framework/blob/0d073de5a30f33ab6716d9abd481d76eca843741/services/audio_engine/manager/src/hpae_renderer_manager.cpp#L872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https://gitcode.com/openharmony/multimedia_audio_framework/blob/0d073de5a30f33ab6716d9abd481d76eca843741/services/audio_engine/manager/src/hpae_renderer_manager.cpp#L114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https://gitcode.com/openharmony/multimedia_audio_framework/blob/0d073de5a30f33ab6716d9abd481d76eca843741/services/audio_engine/manager/src/hpae_manager.cpp#L1181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这些请求，谁来执行？</a:t>
            </a:r>
          </a:p>
          <a:p xmlns:a="http://schemas.openxmlformats.org/drawingml/2006/main">
            <a:r>
              <a:t>时间：1.6分钟</a:t>
            </a:r>
          </a:p>
          <a:p xmlns:a="http://schemas.openxmlformats.org/drawingml/2006/main">
            <a:r>
              <a:t>本页目标：这些请求，谁来执行？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前四页反复出现两个词：“排队”和“等待执行”。现在看它们的物理载体。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个控制动作——暂停、恢复、切设备，连淡出完成后的收尾——都被打包成一个小任务，丢进同一个队列。执行它们的是一条专用线程：被唤醒后，先把队列排空，把该办的控制动作办完；然后跑一轮音频处理。办完再睡，等下一次唤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这个安排有个直接好处：改处理图的人，就是跑数据的人。同一条线程串行，队列不需要锁，图变更不会跟数据处理撞车。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还有一件事值得看清楚：淡出完成不是靠定时器猜的。处理链在真实数据上一帧帧把增益降下来，降到零的那一刻，就地发回一个“淡出完成”。这个回调本身也是一个请求，排到队尾等执行。前面说“声音没了”和“线拆了”是两个时刻，中间隔的就是这一趟排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量级也有数：短淡出按 5 毫秒设计，默认淡出在一轮数据之内完成。都是毫秒级的事，但一步都省不掉。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演示：初始只显示线程循环；第一次点击显示请求队列与流向；第二次点击显示免锁原因、淡出闭环与量级。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技术边界：队列与线程按引擎结构示意；线程唤醒后先排空请求再跑一轮处理为源码逻辑，未做时延测量。短淡出常数见增益节点源码。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https://gitcode.com/openharmony/multimedia_audio_framework/blob/0d073de5a30f33ab6716d9abd481d76eca843741/services/audio_engine/manager/src/hpae_renderer_manager.cpp#L1755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https://gitcode.com/openharmony/multimedia_audio_framework/blob/0d073de5a30f33ab6716d9abd481d76eca843741/services/audio_engine/manager/src/hpae_signal_process_thread.cpp#L83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https://gitcode.com/openharmony/multimedia_audio_framework/blob/0d073de5a30f33ab6716d9abd481d76eca843741/services/audio_engine/node/src/hpae_gain_node.cpp#L42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三个保证，落在代码的哪里？</a:t>
            </a:r>
          </a:p>
          <a:p xmlns:a="http://schemas.openxmlformats.org/drawingml/2006/main">
            <a:r>
              <a:t>时间：1.8分钟</a:t>
            </a:r>
          </a:p>
          <a:p xmlns:a="http://schemas.openxmlformats.org/drawingml/2006/main">
            <a:r>
              <a:t>本页目标：三个保证，落在代码的哪里？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把三个保证落到代码上看，每个都不大。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暂停：渐变不靠外部定时器，挂在增益节点的状态机上，处理链每跑一轮就顺便执行一次，在真实数据上把增益从一降到零。做完，才回调收尾。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恢复：恢复请求执行的第一步，就是把会话状态改成“运行中”，之后才接输入、挂淡入、启动音效。旧收尾执行时的第一行就是检查这个状态：已在运行，直接返回，不碰音效不碰输入。一次险情，一行检查。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淡入时机：接通之后立刻挂淡入，然后才启动会话音效。代码注释写得直白：音效启动要花时间，预缓冲的数据会在“接通到挂淡入”的窗口里按全音量漏出去。先挂淡入，窗口就封住了。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切耳机：输入节点带着自己的状态交接过去；目标侧拿到节点，先把设备信息改成自己，按自己的帧长和采样率调整处理粒度，最后只有“正在运行”的会话才接进新链。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一个状态标志、一行状态检查、一个先后顺序、一次参数调整。复杂性摊开看，就是这些小东西的叠加。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演示：第一次点击显示暂停与恢复的落点；第二次点击显示淡入时机与切耳机的落点。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技术边界：行为与代码位置对应源码树当前主干；描述的是这一路径的行为，不构成对其他版本或分支的描述。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https://gitcode.com/openharmony/multimedia_audio_framework/blob/0d073de5a30f33ab6716d9abd481d76eca843741/services/audio_engine/node/src/hpae_gain_node.cpp#L207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https://gitcode.com/openharmony/multimedia_audio_framework/blob/0d073de5a30f33ab6716d9abd481d76eca843741/services/audio_engine/node/src/hpae_gain_node.cpp#L232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再看这三个操作</a:t>
            </a:r>
          </a:p>
          <a:p xmlns:a="http://schemas.openxmlformats.org/drawingml/2006/main">
            <a:r>
              <a:t>时间：1.3分钟</a:t>
            </a:r>
          </a:p>
          <a:p xmlns:a="http://schemas.openxmlformats.org/drawingml/2006/main">
            <a:r>
              <a:t>本页目标：再看这三个操作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回到这一路音乐，把三个操作放在一起说。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暂停：让增益降完再拆输入，因为时间不能跳过去。恢复：旧请求执行前先看新状态，因为请求会排队、新旧会交错。切耳机：交接同一个会话、接入目标链，因为设备参数各不相同，而音乐必须是同一路。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还有一条底线压在所有这些上面：耳朵什么都不能听见。不能有爆音，不能有全音量冲出来的那一声，不能断拍，不能状态错乱。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时间、队列、状态、设备差异，再加耳朵，五样都得交代。这一部分看到的，就是 HPAE 交的答卷：一条线程、一个队列，和几个落在具体位置的小保证。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那么换一个引擎，同样的三个操作会是什么样？PA 是怎么组织这些事情的，跟这套做法差别在哪、各自换来什么？这就是下一部分的内容。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演示：先回到同一路音乐；第一次点击回顾三处具体动作；第二次点击收出五样约束。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技术边界：不把上述能力说成 HPAE 独有，也不从结构图推导未测量的时延或功耗幅度。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https://gitcode.com/openharmony/multimedia_audio_framework/blob/0d073de5a30f33ab6716d9abd481d76eca843741/services/audio_engine/manager/src/hpae_renderer_manager.cpp#L1755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https://gitcode.com/openharmony/multimedia_audio_framework/blob/0d073de5a30f33ab6716d9abd481d76eca843741/services/audio_engine/manager/src/hpae_renderer_manager.cpp#L872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42505077ea401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c4388c697e4ff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437759f2554e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6c8a85b5044e1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1e597a3c49412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778d8607b14e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59D1AD-764E-40D6-86FA-750433709F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AED2693-CEF8-4D38-BCC0-D4004086C9F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2D24072-5438-43B9-BE79-B27911BBEE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273FBA-2DCF-445C-895E-09B6FAE68A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DAB1C48-83A4-4626-9ED2-B3F47B702A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DBD0715-BB01-40F5-AEF9-91C765ABBE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4E3780C-B056-433B-B0DA-D893A5C77E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832B806-825C-475A-A6E6-F01F3F6B917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739735A-2FCF-41CA-A88D-FC04D700C1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CF8617A-BB26-4F61-B345-EE37040199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3cad62e86d4f60" /><Relationship Type="http://schemas.openxmlformats.org/officeDocument/2006/relationships/slideLayout" Target="/ppt/slideLayouts/slideLayout1.xml" Id="Rc8cb17f223a146ae" /><Relationship Type="http://schemas.openxmlformats.org/officeDocument/2006/relationships/slideLayout" Target="/ppt/slideLayouts/slideLayout2.xml" Id="Rfe17280f026147a2" /><Relationship Type="http://schemas.openxmlformats.org/officeDocument/2006/relationships/slideLayout" Target="/ppt/slideLayouts/slideLayout3.xml" Id="R3f4d1cb36074425a" /><Relationship Type="http://schemas.openxmlformats.org/officeDocument/2006/relationships/slideLayout" Target="/ppt/slideLayouts/slideLayout4.xml" Id="R16c42e245b704d5a" /><Relationship Type="http://schemas.openxmlformats.org/officeDocument/2006/relationships/slideLayout" Target="/ppt/slideLayouts/slideLayout5.xml" Id="R8007dc5891104c2b" /><Relationship Type="http://schemas.openxmlformats.org/officeDocument/2006/relationships/slideLayout" Target="/ppt/slideLayouts/slideLayout6.xml" Id="Rd2e228755c9540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cb17f223a146ae"/>
    <p:sldLayoutId xmlns:r="http://schemas.openxmlformats.org/officeDocument/2006/relationships" id="2147483650" r:id="Rfe17280f026147a2"/>
    <p:sldLayoutId xmlns:r="http://schemas.openxmlformats.org/officeDocument/2006/relationships" id="2147483651" r:id="R3f4d1cb36074425a"/>
    <p:sldLayoutId xmlns:r="http://schemas.openxmlformats.org/officeDocument/2006/relationships" id="2147483652" r:id="R16c42e245b704d5a"/>
    <p:sldLayoutId xmlns:r="http://schemas.openxmlformats.org/officeDocument/2006/relationships" id="2147483653" r:id="R8007dc5891104c2b"/>
    <p:sldLayoutId xmlns:r="http://schemas.openxmlformats.org/officeDocument/2006/relationships" id="2147483654" r:id="Rd2e228755c9540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82d3fd9e424f22" /><Relationship Type="http://schemas.openxmlformats.org/officeDocument/2006/relationships/notesSlide" Target="/ppt/notesSlides/notesSlide1.xml" Id="R28ef24184aee4f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2e970173ec48b7" /><Relationship Type="http://schemas.openxmlformats.org/officeDocument/2006/relationships/notesSlide" Target="/ppt/notesSlides/notesSlide2.xml" Id="Rfac895795cc841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444cbb3995472f" /><Relationship Type="http://schemas.openxmlformats.org/officeDocument/2006/relationships/notesSlide" Target="/ppt/notesSlides/notesSlide3.xml" Id="R5d6a724ceb604e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5925d031ef4271" /><Relationship Type="http://schemas.openxmlformats.org/officeDocument/2006/relationships/notesSlide" Target="/ppt/notesSlides/notesSlide4.xml" Id="R2543279530e347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50be19e8244215" /><Relationship Type="http://schemas.openxmlformats.org/officeDocument/2006/relationships/notesSlide" Target="/ppt/notesSlides/notesSlide5.xml" Id="R860dbcf21b9f47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3f812b87c245cd" /><Relationship Type="http://schemas.openxmlformats.org/officeDocument/2006/relationships/notesSlide" Target="/ppt/notesSlides/notesSlide6.xml" Id="Rc98aaef4afa3486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dc8ccaa3534e06" /><Relationship Type="http://schemas.openxmlformats.org/officeDocument/2006/relationships/notesSlide" Target="/ppt/notesSlides/notesSlide7.xml" Id="Rec7008465a29400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2d7db0619b4362" /><Relationship Type="http://schemas.openxmlformats.org/officeDocument/2006/relationships/notesSlide" Target="/ppt/notesSlides/notesSlide8.xml" Id="Rf970e1ab7d954b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object-0">
            <a:extLst xmlns:a="http://schemas.openxmlformats.org/drawingml/2006/main">
              <a:ext uri="{FF2B5EF4-FFF2-40B4-BE49-F238E27FC236}">
                <a16:creationId xmlns:a16="http://schemas.microsoft.com/office/drawing/2014/main" id="{1F29B358-E65D-4564-B5B5-72EF81EB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一首歌，三个操作</a:t>
            </a:r>
          </a:p>
        </p:txBody>
      </p:sp>
      <p:sp>
        <p:nvSpPr>
          <p:cNvPr id="2" name="object-1">
            <a:extLst xmlns:a="http://schemas.openxmlformats.org/drawingml/2006/main">
              <a:ext uri="{FF2B5EF4-FFF2-40B4-BE49-F238E27FC236}">
                <a16:creationId xmlns:a16="http://schemas.microsoft.com/office/drawing/2014/main" id="{BCFD3FEE-F87E-4B6D-9DF0-7A184A43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暂停、恢复、切到耳机，三次点击，屏幕上都瞬间完成。</a:t>
            </a:r>
          </a:p>
        </p:txBody>
      </p:sp>
      <p:sp>
        <p:nvSpPr>
          <p:cNvPr id="3" name="object-2">
            <a:extLst xmlns:a="http://schemas.openxmlformats.org/drawingml/2006/main">
              <a:ext uri="{FF2B5EF4-FFF2-40B4-BE49-F238E27FC236}">
                <a16:creationId xmlns:a16="http://schemas.microsoft.com/office/drawing/2014/main" id="{9E8780AA-2287-4499-A5A9-FB6D991D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3">
            <a:extLst xmlns:a="http://schemas.openxmlformats.org/drawingml/2006/main">
              <a:ext uri="{FF2B5EF4-FFF2-40B4-BE49-F238E27FC236}">
                <a16:creationId xmlns:a16="http://schemas.microsoft.com/office/drawing/2014/main" id="{D69644B8-DE85-4ACF-9DDC-60B389F3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5" name="object-4">
            <a:extLst xmlns:a="http://schemas.openxmlformats.org/drawingml/2006/main">
              <a:ext uri="{FF2B5EF4-FFF2-40B4-BE49-F238E27FC236}">
                <a16:creationId xmlns:a16="http://schemas.microsoft.com/office/drawing/2014/main" id="{8BC234B5-2FEB-472A-9B81-12E91731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133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同一路音乐</a:t>
            </a:r>
          </a:p>
          <a:p xmlns:a="http://schemas.openxmlformats.org/drawingml/2006/main">
            <a: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后文称“会话”</a:t>
            </a:r>
          </a:p>
        </p:txBody>
      </p:sp>
      <p:sp>
        <p:nvSpPr>
          <p:cNvPr id="6" name="object-5">
            <a:extLst xmlns:a="http://schemas.openxmlformats.org/drawingml/2006/main">
              <a:ext uri="{FF2B5EF4-FFF2-40B4-BE49-F238E27FC236}">
                <a16:creationId xmlns:a16="http://schemas.microsoft.com/office/drawing/2014/main" id="{79FF1FA4-23F5-45BF-A5AD-2E95CAEC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2194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7" name="object-6">
            <a:extLst xmlns:a="http://schemas.openxmlformats.org/drawingml/2006/main">
              <a:ext uri="{FF2B5EF4-FFF2-40B4-BE49-F238E27FC236}">
                <a16:creationId xmlns:a16="http://schemas.microsoft.com/office/drawing/2014/main" id="{E7DF7A07-EB1C-42E4-A661-402863E5E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bject-7">
            <a:extLst xmlns:a="http://schemas.openxmlformats.org/drawingml/2006/main">
              <a:ext uri="{FF2B5EF4-FFF2-40B4-BE49-F238E27FC236}">
                <a16:creationId xmlns:a16="http://schemas.microsoft.com/office/drawing/2014/main" id="{CFDD2B33-709D-4E92-8976-939C9CBFE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object-8">
            <a:extLst xmlns:a="http://schemas.openxmlformats.org/drawingml/2006/main">
              <a:ext uri="{FF2B5EF4-FFF2-40B4-BE49-F238E27FC236}">
                <a16:creationId xmlns:a16="http://schemas.microsoft.com/office/drawing/2014/main" id="{D943AE4C-31CA-4892-B191-BAADBAEC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9">
            <a:extLst xmlns:a="http://schemas.openxmlformats.org/drawingml/2006/main">
              <a:ext uri="{FF2B5EF4-FFF2-40B4-BE49-F238E27FC236}">
                <a16:creationId xmlns:a16="http://schemas.microsoft.com/office/drawing/2014/main" id="{8664D268-8688-4469-BD73-53E2F373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-10">
            <a:extLst xmlns:a="http://schemas.openxmlformats.org/drawingml/2006/main">
              <a:ext uri="{FF2B5EF4-FFF2-40B4-BE49-F238E27FC236}">
                <a16:creationId xmlns:a16="http://schemas.microsoft.com/office/drawing/2014/main" id="{83005EA7-11DD-4F43-B909-1D5D26EB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290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待处理的数据</a:t>
            </a:r>
          </a:p>
        </p:txBody>
      </p:sp>
      <p:sp>
        <p:nvSpPr>
          <p:cNvPr id="12" name="object-11">
            <a:extLst xmlns:a="http://schemas.openxmlformats.org/drawingml/2006/main">
              <a:ext uri="{FF2B5EF4-FFF2-40B4-BE49-F238E27FC236}">
                <a16:creationId xmlns:a16="http://schemas.microsoft.com/office/drawing/2014/main" id="{EE533D6F-56A8-4447-A877-DA351834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19450"/>
            <a:ext cx="171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12">
            <a:extLst xmlns:a="http://schemas.openxmlformats.org/drawingml/2006/main">
              <a:ext uri="{FF2B5EF4-FFF2-40B4-BE49-F238E27FC236}">
                <a16:creationId xmlns:a16="http://schemas.microsoft.com/office/drawing/2014/main" id="{4AD42FB0-FBC7-45DC-B238-3A1BAB44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2766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增益与音效</a:t>
            </a:r>
          </a:p>
        </p:txBody>
      </p:sp>
      <p:sp>
        <p:nvSpPr>
          <p:cNvPr id="14" name="object-13">
            <a:extLst xmlns:a="http://schemas.openxmlformats.org/drawingml/2006/main">
              <a:ext uri="{FF2B5EF4-FFF2-40B4-BE49-F238E27FC236}">
                <a16:creationId xmlns:a16="http://schemas.microsoft.com/office/drawing/2014/main" id="{19F46BAC-BCA2-4077-817C-61537221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19450"/>
            <a:ext cx="171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bject-14">
            <a:extLst xmlns:a="http://schemas.openxmlformats.org/drawingml/2006/main">
              <a:ext uri="{FF2B5EF4-FFF2-40B4-BE49-F238E27FC236}">
                <a16:creationId xmlns:a16="http://schemas.microsoft.com/office/drawing/2014/main" id="{9431C4EE-45E4-48AD-81CF-753693B0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766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设备输出</a:t>
            </a:r>
          </a:p>
        </p:txBody>
      </p:sp>
      <p:sp>
        <p:nvSpPr>
          <p:cNvPr id="16" name="object-15">
            <a:extLst xmlns:a="http://schemas.openxmlformats.org/drawingml/2006/main">
              <a:ext uri="{FF2B5EF4-FFF2-40B4-BE49-F238E27FC236}">
                <a16:creationId xmlns:a16="http://schemas.microsoft.com/office/drawing/2014/main" id="{2FFFF8BD-520C-44BF-ACEF-A1B8F2A5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43275"/>
            <a:ext cx="1476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扬声器</a:t>
            </a:r>
          </a:p>
        </p:txBody>
      </p:sp>
      <p:sp>
        <p:nvSpPr>
          <p:cNvPr id="17" name="line-16">
            <a:extLst xmlns:a="http://schemas.openxmlformats.org/drawingml/2006/main">
              <a:ext uri="{FF2B5EF4-FFF2-40B4-BE49-F238E27FC236}">
                <a16:creationId xmlns:a16="http://schemas.microsoft.com/office/drawing/2014/main" id="{DB88E4B4-3131-48AA-877C-FBE506D5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52825"/>
            <a:ext cx="666750" cy="9525"/>
          </a:xfrm>
          <a:custGeom xmlns:a="http://schemas.openxmlformats.org/drawingml/2006/main">
            <a:pathLst>
              <a:path w="666750" h="9525">
                <a:moveTo>
                  <a:pt x="0" y="0"/>
                </a:moveTo>
                <a:lnTo>
                  <a:pt x="666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8" name="line-17">
            <a:extLst xmlns:a="http://schemas.openxmlformats.org/drawingml/2006/main">
              <a:ext uri="{FF2B5EF4-FFF2-40B4-BE49-F238E27FC236}">
                <a16:creationId xmlns:a16="http://schemas.microsoft.com/office/drawing/2014/main" id="{1BEA68A7-174C-4755-B818-1E9CD8F8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082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9" name="line-18">
            <a:extLst xmlns:a="http://schemas.openxmlformats.org/drawingml/2006/main">
              <a:ext uri="{FF2B5EF4-FFF2-40B4-BE49-F238E27FC236}">
                <a16:creationId xmlns:a16="http://schemas.microsoft.com/office/drawing/2014/main" id="{7D2A18D0-0FB6-43F5-9391-93135897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082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0" name="line-19">
            <a:extLst xmlns:a="http://schemas.openxmlformats.org/drawingml/2006/main">
              <a:ext uri="{FF2B5EF4-FFF2-40B4-BE49-F238E27FC236}">
                <a16:creationId xmlns:a16="http://schemas.microsoft.com/office/drawing/2014/main" id="{95B80653-4D59-4A55-A426-42CE573E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52825"/>
            <a:ext cx="771525" cy="9525"/>
          </a:xfrm>
          <a:custGeom xmlns:a="http://schemas.openxmlformats.org/drawingml/2006/main">
            <a:pathLst>
              <a:path w="771525" h="9525">
                <a:moveTo>
                  <a:pt x="0" y="0"/>
                </a:moveTo>
                <a:lnTo>
                  <a:pt x="771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1" name="line-20">
            <a:extLst xmlns:a="http://schemas.openxmlformats.org/drawingml/2006/main">
              <a:ext uri="{FF2B5EF4-FFF2-40B4-BE49-F238E27FC236}">
                <a16:creationId xmlns:a16="http://schemas.microsoft.com/office/drawing/2014/main" id="{E9F8F316-0FA6-420E-8405-132A96CA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2" name="line-21">
            <a:extLst xmlns:a="http://schemas.openxmlformats.org/drawingml/2006/main">
              <a:ext uri="{FF2B5EF4-FFF2-40B4-BE49-F238E27FC236}">
                <a16:creationId xmlns:a16="http://schemas.microsoft.com/office/drawing/2014/main" id="{304970C3-50BB-46DD-AEC8-256B713F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3" name="line-22">
            <a:extLst xmlns:a="http://schemas.openxmlformats.org/drawingml/2006/main">
              <a:ext uri="{FF2B5EF4-FFF2-40B4-BE49-F238E27FC236}">
                <a16:creationId xmlns:a16="http://schemas.microsoft.com/office/drawing/2014/main" id="{2D9B0BFD-F103-4FCD-95F1-FA91F09A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552825"/>
            <a:ext cx="1038225" cy="9525"/>
          </a:xfrm>
          <a:custGeom xmlns:a="http://schemas.openxmlformats.org/drawingml/2006/main">
            <a:pathLst>
              <a:path w="1038225" h="9525">
                <a:moveTo>
                  <a:pt x="0" y="0"/>
                </a:moveTo>
                <a:lnTo>
                  <a:pt x="1038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4" name="line-23">
            <a:extLst xmlns:a="http://schemas.openxmlformats.org/drawingml/2006/main">
              <a:ext uri="{FF2B5EF4-FFF2-40B4-BE49-F238E27FC236}">
                <a16:creationId xmlns:a16="http://schemas.microsoft.com/office/drawing/2014/main" id="{1E24495D-3BC7-409C-A36A-1232B9B4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32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5" name="line-24">
            <a:extLst xmlns:a="http://schemas.openxmlformats.org/drawingml/2006/main">
              <a:ext uri="{FF2B5EF4-FFF2-40B4-BE49-F238E27FC236}">
                <a16:creationId xmlns:a16="http://schemas.microsoft.com/office/drawing/2014/main" id="{B750F785-7C39-4671-9DBD-185FCA2E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32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6" name="line-25">
            <a:extLst xmlns:a="http://schemas.openxmlformats.org/drawingml/2006/main">
              <a:ext uri="{FF2B5EF4-FFF2-40B4-BE49-F238E27FC236}">
                <a16:creationId xmlns:a16="http://schemas.microsoft.com/office/drawing/2014/main" id="{9B7211DA-FC09-43B3-BB07-79C2B2D3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552825"/>
            <a:ext cx="476250" cy="9525"/>
          </a:xfrm>
          <a:custGeom xmlns:a="http://schemas.openxmlformats.org/drawingml/2006/main">
            <a:pathLst>
              <a:path w="476250" h="952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7" name="line-26">
            <a:extLst xmlns:a="http://schemas.openxmlformats.org/drawingml/2006/main">
              <a:ext uri="{FF2B5EF4-FFF2-40B4-BE49-F238E27FC236}">
                <a16:creationId xmlns:a16="http://schemas.microsoft.com/office/drawing/2014/main" id="{CE51DC62-D910-464D-B791-C46FDDFF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582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8" name="line-27">
            <a:extLst xmlns:a="http://schemas.openxmlformats.org/drawingml/2006/main">
              <a:ext uri="{FF2B5EF4-FFF2-40B4-BE49-F238E27FC236}">
                <a16:creationId xmlns:a16="http://schemas.microsoft.com/office/drawing/2014/main" id="{151D1865-E7FD-4899-90A5-C508E4D0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582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9" name="reveal1-object-28">
            <a:extLst xmlns:a="http://schemas.openxmlformats.org/drawingml/2006/main">
              <a:ext uri="{FF2B5EF4-FFF2-40B4-BE49-F238E27FC236}">
                <a16:creationId xmlns:a16="http://schemas.microsoft.com/office/drawing/2014/main" id="{B05B2738-884D-421F-8974-0B824D7E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① 暂停   ② 恢复</a:t>
            </a:r>
          </a:p>
        </p:txBody>
      </p:sp>
      <p:sp>
        <p:nvSpPr>
          <p:cNvPr id="30" name="reveal1-line-29">
            <a:extLst xmlns:a="http://schemas.openxmlformats.org/drawingml/2006/main">
              <a:ext uri="{FF2B5EF4-FFF2-40B4-BE49-F238E27FC236}">
                <a16:creationId xmlns:a16="http://schemas.microsoft.com/office/drawing/2014/main" id="{4EACFB8F-AD12-4980-ABCA-0EA37106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6193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1" name="reveal1-line-30">
            <a:extLst xmlns:a="http://schemas.openxmlformats.org/drawingml/2006/main">
              <a:ext uri="{FF2B5EF4-FFF2-40B4-BE49-F238E27FC236}">
                <a16:creationId xmlns:a16="http://schemas.microsoft.com/office/drawing/2014/main" id="{19A8084B-48D7-4B61-8400-95D52B07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082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2" name="reveal1-line-31">
            <a:extLst xmlns:a="http://schemas.openxmlformats.org/drawingml/2006/main">
              <a:ext uri="{FF2B5EF4-FFF2-40B4-BE49-F238E27FC236}">
                <a16:creationId xmlns:a16="http://schemas.microsoft.com/office/drawing/2014/main" id="{08239771-2979-4B1D-A3DE-958BE692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971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3" name="reveal1-line-32">
            <a:extLst xmlns:a="http://schemas.openxmlformats.org/drawingml/2006/main">
              <a:ext uri="{FF2B5EF4-FFF2-40B4-BE49-F238E27FC236}">
                <a16:creationId xmlns:a16="http://schemas.microsoft.com/office/drawing/2014/main" id="{ECFF0C0B-172C-442C-A2DD-5A268B13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8860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4" name="reveal1-line-33">
            <a:extLst xmlns:a="http://schemas.openxmlformats.org/drawingml/2006/main">
              <a:ext uri="{FF2B5EF4-FFF2-40B4-BE49-F238E27FC236}">
                <a16:creationId xmlns:a16="http://schemas.microsoft.com/office/drawing/2014/main" id="{3CDE16C3-247D-4D0F-A1A0-FA174D9A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9749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5" name="reveal1-line-34">
            <a:extLst xmlns:a="http://schemas.openxmlformats.org/drawingml/2006/main">
              <a:ext uri="{FF2B5EF4-FFF2-40B4-BE49-F238E27FC236}">
                <a16:creationId xmlns:a16="http://schemas.microsoft.com/office/drawing/2014/main" id="{200FF2FB-968D-48E3-8FE5-8897B797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638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6" name="reveal1-line-35">
            <a:extLst xmlns:a="http://schemas.openxmlformats.org/drawingml/2006/main">
              <a:ext uri="{FF2B5EF4-FFF2-40B4-BE49-F238E27FC236}">
                <a16:creationId xmlns:a16="http://schemas.microsoft.com/office/drawing/2014/main" id="{B78D8596-9F5C-464F-BA05-07AC2B92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695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7" name="reveal1-line-36">
            <a:extLst xmlns:a="http://schemas.openxmlformats.org/drawingml/2006/main">
              <a:ext uri="{FF2B5EF4-FFF2-40B4-BE49-F238E27FC236}">
                <a16:creationId xmlns:a16="http://schemas.microsoft.com/office/drawing/2014/main" id="{3C874FE9-DCEA-4C1F-ADF4-51784E314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8" name="reveal1-object-37">
            <a:extLst xmlns:a="http://schemas.openxmlformats.org/drawingml/2006/main">
              <a:ext uri="{FF2B5EF4-FFF2-40B4-BE49-F238E27FC236}">
                <a16:creationId xmlns:a16="http://schemas.microsoft.com/office/drawing/2014/main" id="{81FAD9B8-28AD-4894-92E1-EC45C2F9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38700"/>
            <a:ext cx="4095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朴素做法：立即截断数据流，</a:t>
            </a:r>
          </a:p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再原样接回。会听到：</a:t>
            </a:r>
          </a:p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暂停“啪”、恢复“bang”。</a:t>
            </a:r>
          </a:p>
        </p:txBody>
      </p:sp>
      <p:sp>
        <p:nvSpPr>
          <p:cNvPr id="39" name="reveal2-object-38">
            <a:extLst xmlns:a="http://schemas.openxmlformats.org/drawingml/2006/main">
              <a:ext uri="{FF2B5EF4-FFF2-40B4-BE49-F238E27FC236}">
                <a16:creationId xmlns:a16="http://schemas.microsoft.com/office/drawing/2014/main" id="{C1EEFDAB-1007-4B12-B592-BBF62310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1717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③ 切到耳机</a:t>
            </a:r>
          </a:p>
        </p:txBody>
      </p:sp>
      <p:sp>
        <p:nvSpPr>
          <p:cNvPr id="40" name="reveal2-line-39">
            <a:extLst xmlns:a="http://schemas.openxmlformats.org/drawingml/2006/main">
              <a:ext uri="{FF2B5EF4-FFF2-40B4-BE49-F238E27FC236}">
                <a16:creationId xmlns:a16="http://schemas.microsoft.com/office/drawing/2014/main" id="{343100F3-1D7E-428A-986D-9271E78E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28900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1" name="reveal2-line-40">
            <a:extLst xmlns:a="http://schemas.openxmlformats.org/drawingml/2006/main">
              <a:ext uri="{FF2B5EF4-FFF2-40B4-BE49-F238E27FC236}">
                <a16:creationId xmlns:a16="http://schemas.microsoft.com/office/drawing/2014/main" id="{0FBB9C5F-01BA-4E2F-8981-1ECFC670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70175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2" name="reveal2-line-41">
            <a:extLst xmlns:a="http://schemas.openxmlformats.org/drawingml/2006/main">
              <a:ext uri="{FF2B5EF4-FFF2-40B4-BE49-F238E27FC236}">
                <a16:creationId xmlns:a16="http://schemas.microsoft.com/office/drawing/2014/main" id="{CD9103A6-64E5-4699-ACE8-4FB9C82C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11450"/>
            <a:ext cx="9525" cy="20637"/>
          </a:xfrm>
          <a:custGeom xmlns:a="http://schemas.openxmlformats.org/drawingml/2006/main">
            <a:pathLst>
              <a:path w="9525" h="20637">
                <a:moveTo>
                  <a:pt x="0" y="0"/>
                </a:moveTo>
                <a:lnTo>
                  <a:pt x="0" y="2063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3" name="reveal2-line-42">
            <a:extLst xmlns:a="http://schemas.openxmlformats.org/drawingml/2006/main">
              <a:ext uri="{FF2B5EF4-FFF2-40B4-BE49-F238E27FC236}">
                <a16:creationId xmlns:a16="http://schemas.microsoft.com/office/drawing/2014/main" id="{887BC80F-88C3-40EF-BA46-BC438882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52725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4" name="reveal2-line-43">
            <a:extLst xmlns:a="http://schemas.openxmlformats.org/drawingml/2006/main">
              <a:ext uri="{FF2B5EF4-FFF2-40B4-BE49-F238E27FC236}">
                <a16:creationId xmlns:a16="http://schemas.microsoft.com/office/drawing/2014/main" id="{FB44DC54-8A7B-4BE8-B60D-BB8B4946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94000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5" name="reveal2-line-44">
            <a:extLst xmlns:a="http://schemas.openxmlformats.org/drawingml/2006/main">
              <a:ext uri="{FF2B5EF4-FFF2-40B4-BE49-F238E27FC236}">
                <a16:creationId xmlns:a16="http://schemas.microsoft.com/office/drawing/2014/main" id="{80ECE075-0065-437B-BD95-7FAD33C2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835275"/>
            <a:ext cx="9525" cy="20637"/>
          </a:xfrm>
          <a:custGeom xmlns:a="http://schemas.openxmlformats.org/drawingml/2006/main">
            <a:pathLst>
              <a:path w="9525" h="20637">
                <a:moveTo>
                  <a:pt x="0" y="0"/>
                </a:moveTo>
                <a:lnTo>
                  <a:pt x="0" y="2063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6" name="reveal2-line-45">
            <a:extLst xmlns:a="http://schemas.openxmlformats.org/drawingml/2006/main">
              <a:ext uri="{FF2B5EF4-FFF2-40B4-BE49-F238E27FC236}">
                <a16:creationId xmlns:a16="http://schemas.microsoft.com/office/drawing/2014/main" id="{7589D768-C612-4947-B0AB-34D966A1D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770" y="2790782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7" name="reveal2-line-46">
            <a:extLst xmlns:a="http://schemas.openxmlformats.org/drawingml/2006/main">
              <a:ext uri="{FF2B5EF4-FFF2-40B4-BE49-F238E27FC236}">
                <a16:creationId xmlns:a16="http://schemas.microsoft.com/office/drawing/2014/main" id="{F9D6A3E5-859F-499F-9BFF-4837376C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90782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8" name="reveal2-line-47">
            <a:extLst xmlns:a="http://schemas.openxmlformats.org/drawingml/2006/main">
              <a:ext uri="{FF2B5EF4-FFF2-40B4-BE49-F238E27FC236}">
                <a16:creationId xmlns:a16="http://schemas.microsoft.com/office/drawing/2014/main" id="{6D3A0BBC-A3D6-4B8D-BC82-82C8EF26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838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9" name="reveal2-line-48">
            <a:extLst xmlns:a="http://schemas.openxmlformats.org/drawingml/2006/main">
              <a:ext uri="{FF2B5EF4-FFF2-40B4-BE49-F238E27FC236}">
                <a16:creationId xmlns:a16="http://schemas.microsoft.com/office/drawing/2014/main" id="{2A5BEA6B-672C-4ADD-B3CE-0C418F05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113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0" name="reveal2-line-49">
            <a:extLst xmlns:a="http://schemas.openxmlformats.org/drawingml/2006/main">
              <a:ext uri="{FF2B5EF4-FFF2-40B4-BE49-F238E27FC236}">
                <a16:creationId xmlns:a16="http://schemas.microsoft.com/office/drawing/2014/main" id="{22142142-949F-4184-AE52-9B16A05B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0388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1" name="reveal2-line-50">
            <a:extLst xmlns:a="http://schemas.openxmlformats.org/drawingml/2006/main">
              <a:ext uri="{FF2B5EF4-FFF2-40B4-BE49-F238E27FC236}">
                <a16:creationId xmlns:a16="http://schemas.microsoft.com/office/drawing/2014/main" id="{E469BA5A-400A-4323-B1E9-6DED3A8A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7663" y="2876550"/>
            <a:ext cx="106362" cy="9525"/>
          </a:xfrm>
          <a:custGeom xmlns:a="http://schemas.openxmlformats.org/drawingml/2006/main">
            <a:pathLst>
              <a:path w="106362" h="9525">
                <a:moveTo>
                  <a:pt x="10636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2" name="reveal2-line-51">
            <a:extLst xmlns:a="http://schemas.openxmlformats.org/drawingml/2006/main">
              <a:ext uri="{FF2B5EF4-FFF2-40B4-BE49-F238E27FC236}">
                <a16:creationId xmlns:a16="http://schemas.microsoft.com/office/drawing/2014/main" id="{1FAB19B2-A2A6-4454-BE17-AB0FBF65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938" y="2876550"/>
            <a:ext cx="106362" cy="9525"/>
          </a:xfrm>
          <a:custGeom xmlns:a="http://schemas.openxmlformats.org/drawingml/2006/main">
            <a:pathLst>
              <a:path w="106362" h="9525">
                <a:moveTo>
                  <a:pt x="10636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3" name="reveal2-line-52">
            <a:extLst xmlns:a="http://schemas.openxmlformats.org/drawingml/2006/main">
              <a:ext uri="{FF2B5EF4-FFF2-40B4-BE49-F238E27FC236}">
                <a16:creationId xmlns:a16="http://schemas.microsoft.com/office/drawing/2014/main" id="{BED45551-3057-4DC2-8D63-7D4F769B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213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4" name="reveal2-line-53">
            <a:extLst xmlns:a="http://schemas.openxmlformats.org/drawingml/2006/main">
              <a:ext uri="{FF2B5EF4-FFF2-40B4-BE49-F238E27FC236}">
                <a16:creationId xmlns:a16="http://schemas.microsoft.com/office/drawing/2014/main" id="{F419087D-7BFB-43B0-BDFD-33477A9B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3512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55" name="reveal2-line-54">
            <a:extLst xmlns:a="http://schemas.openxmlformats.org/drawingml/2006/main">
              <a:ext uri="{FF2B5EF4-FFF2-40B4-BE49-F238E27FC236}">
                <a16:creationId xmlns:a16="http://schemas.microsoft.com/office/drawing/2014/main" id="{ED081AB9-FD05-4EE7-A5B3-C62FFD09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7655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56" name="reveal2-line-55">
            <a:extLst xmlns:a="http://schemas.openxmlformats.org/drawingml/2006/main">
              <a:ext uri="{FF2B5EF4-FFF2-40B4-BE49-F238E27FC236}">
                <a16:creationId xmlns:a16="http://schemas.microsoft.com/office/drawing/2014/main" id="{89F9D3CB-CC7F-42DE-B139-0E75586E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76550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7" name="reveal2-line-56">
            <a:extLst xmlns:a="http://schemas.openxmlformats.org/drawingml/2006/main">
              <a:ext uri="{FF2B5EF4-FFF2-40B4-BE49-F238E27FC236}">
                <a16:creationId xmlns:a16="http://schemas.microsoft.com/office/drawing/2014/main" id="{442F3927-016D-46F6-A4F3-B00F7FB2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22588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8" name="reveal2-line-57">
            <a:extLst xmlns:a="http://schemas.openxmlformats.org/drawingml/2006/main">
              <a:ext uri="{FF2B5EF4-FFF2-40B4-BE49-F238E27FC236}">
                <a16:creationId xmlns:a16="http://schemas.microsoft.com/office/drawing/2014/main" id="{04F6B755-E24E-41A9-A1F0-2C953641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68625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9" name="reveal2-line-58">
            <a:extLst xmlns:a="http://schemas.openxmlformats.org/drawingml/2006/main">
              <a:ext uri="{FF2B5EF4-FFF2-40B4-BE49-F238E27FC236}">
                <a16:creationId xmlns:a16="http://schemas.microsoft.com/office/drawing/2014/main" id="{E4368500-488C-479F-9A2E-9A12DC6F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14663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60" name="reveal2-line-59">
            <a:extLst xmlns:a="http://schemas.openxmlformats.org/drawingml/2006/main">
              <a:ext uri="{FF2B5EF4-FFF2-40B4-BE49-F238E27FC236}">
                <a16:creationId xmlns:a16="http://schemas.microsoft.com/office/drawing/2014/main" id="{6C16C48E-ED84-469C-B75C-B819EF6E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60700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61" name="reveal2-line-60">
            <a:extLst xmlns:a="http://schemas.openxmlformats.org/drawingml/2006/main">
              <a:ext uri="{FF2B5EF4-FFF2-40B4-BE49-F238E27FC236}">
                <a16:creationId xmlns:a16="http://schemas.microsoft.com/office/drawing/2014/main" id="{2A970352-F6B4-40BE-A551-E6B23E23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06738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62" name="reveal2-line-61">
            <a:extLst xmlns:a="http://schemas.openxmlformats.org/drawingml/2006/main">
              <a:ext uri="{FF2B5EF4-FFF2-40B4-BE49-F238E27FC236}">
                <a16:creationId xmlns:a16="http://schemas.microsoft.com/office/drawing/2014/main" id="{E5B73E00-F3A7-4BF4-ACD8-94CB1688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4420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63" name="reveal2-line-62">
            <a:extLst xmlns:a="http://schemas.openxmlformats.org/drawingml/2006/main">
              <a:ext uri="{FF2B5EF4-FFF2-40B4-BE49-F238E27FC236}">
                <a16:creationId xmlns:a16="http://schemas.microsoft.com/office/drawing/2014/main" id="{3D9563D9-FA35-4DEA-B106-02CFB544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64" name="reveal2-object-63">
            <a:extLst xmlns:a="http://schemas.openxmlformats.org/drawingml/2006/main">
              <a:ext uri="{FF2B5EF4-FFF2-40B4-BE49-F238E27FC236}">
                <a16:creationId xmlns:a16="http://schemas.microsoft.com/office/drawing/2014/main" id="{A5981905-6A9F-42CA-8E78-AE9B7350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8387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朴素做法：从扬声器拔下，</a:t>
            </a:r>
          </a:p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直接插到耳机上。会听到：</a:t>
            </a:r>
          </a:p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歌断一拍。</a:t>
            </a:r>
          </a:p>
        </p:txBody>
      </p:sp>
      <p:sp>
        <p:nvSpPr>
          <p:cNvPr id="65" name="reveal2-object-64">
            <a:extLst xmlns:a="http://schemas.openxmlformats.org/drawingml/2006/main">
              <a:ext uri="{FF2B5EF4-FFF2-40B4-BE49-F238E27FC236}">
                <a16:creationId xmlns:a16="http://schemas.microsoft.com/office/drawing/2014/main" id="{55E78DB7-C7F8-475E-99C9-D8366F4A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接下来，把三个朴素做法逐个推翻，再看引擎怎么把它们落实。</a:t>
            </a:r>
          </a:p>
        </p:txBody>
      </p:sp>
      <p:sp>
        <p:nvSpPr>
          <p:cNvPr id="66" name="object-65">
            <a:extLst xmlns:a="http://schemas.openxmlformats.org/drawingml/2006/main">
              <a:ext uri="{FF2B5EF4-FFF2-40B4-BE49-F238E27FC236}">
                <a16:creationId xmlns:a16="http://schemas.microsoft.com/office/drawing/2014/main" id="{87EE875C-8F7F-4BEB-AA2F-919717D8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实线表示数据；虚线表示控制。处理链为简化示意。</a:t>
            </a:r>
          </a:p>
        </p:txBody>
      </p:sp>
      <p:sp>
        <p:nvSpPr>
          <p:cNvPr id="67" name="object-66">
            <a:extLst xmlns:a="http://schemas.openxmlformats.org/drawingml/2006/main">
              <a:ext uri="{FF2B5EF4-FFF2-40B4-BE49-F238E27FC236}">
                <a16:creationId xmlns:a16="http://schemas.microsoft.com/office/drawing/2014/main" id="{CB2D3203-AA5D-4E19-8393-01B483B2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415152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1"/>
      <p:bldP spid="30" grpId="1"/>
      <p:bldP spid="31" grpId="1"/>
      <p:bldP spid="32" grpId="1"/>
      <p:bldP spid="33" grpId="1"/>
      <p:bldP spid="34" grpId="1"/>
      <p:bldP spid="35" grpId="1"/>
      <p:bldP spid="36" grpId="1"/>
      <p:bldP spid="37" grpId="1"/>
      <p:bldP spid="38" grpId="1"/>
      <p:bldP spid="39" grpId="2"/>
      <p:bldP spid="40" grpId="2"/>
      <p:bldP spid="41" grpId="2"/>
      <p:bldP spid="42" grpId="2"/>
      <p:bldP spid="43" grpId="2"/>
      <p:bldP spid="44" grpId="2"/>
      <p:bldP spid="45" grpId="2"/>
      <p:bldP spid="46" grpId="2"/>
      <p:bldP spid="47" grpId="2"/>
      <p:bldP spid="48" grpId="2"/>
      <p:bldP spid="49" grpId="2"/>
      <p:bldP spid="50" grpId="2"/>
      <p:bldP spid="51" grpId="2"/>
      <p:bldP spid="52" grpId="2"/>
      <p:bldP spid="53" grpId="2"/>
      <p:bldP spid="54" grpId="2"/>
      <p:bldP spid="55" grpId="2"/>
      <p:bldP spid="56" grpId="2"/>
      <p:bldP spid="57" grpId="2"/>
      <p:bldP spid="58" grpId="2"/>
      <p:bldP spid="59" grpId="2"/>
      <p:bldP spid="60" grpId="2"/>
      <p:bldP spid="61" grpId="2"/>
      <p:bldP spid="62" grpId="2"/>
      <p:bldP spid="63" grpId="2"/>
      <p:bldP spid="64" grpId="2"/>
      <p:bldP spid="65" grpId="2"/>
    </p:bld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9" name="object-67">
            <a:extLst xmlns:a="http://schemas.openxmlformats.org/drawingml/2006/main">
              <a:ext uri="{FF2B5EF4-FFF2-40B4-BE49-F238E27FC236}">
                <a16:creationId xmlns:a16="http://schemas.microsoft.com/office/drawing/2014/main" id="{D7331D27-5B69-4004-8B89-6D2A95B5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暂停时，先淡出，再断开</a:t>
            </a:r>
          </a:p>
        </p:txBody>
      </p:sp>
      <p:sp>
        <p:nvSpPr>
          <p:cNvPr id="2" name="object-68">
            <a:extLst xmlns:a="http://schemas.openxmlformats.org/drawingml/2006/main">
              <a:ext uri="{FF2B5EF4-FFF2-40B4-BE49-F238E27FC236}">
                <a16:creationId xmlns:a16="http://schemas.microsoft.com/office/drawing/2014/main" id="{74EB7BD8-D508-42BF-9B63-BCBD6067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直接截断</a:t>
            </a:r>
          </a:p>
        </p:txBody>
      </p:sp>
      <p:sp>
        <p:nvSpPr>
          <p:cNvPr id="3" name="line-69">
            <a:extLst xmlns:a="http://schemas.openxmlformats.org/drawingml/2006/main">
              <a:ext uri="{FF2B5EF4-FFF2-40B4-BE49-F238E27FC236}">
                <a16:creationId xmlns:a16="http://schemas.microsoft.com/office/drawing/2014/main" id="{77B574D7-7D91-495A-835D-FC97F18A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83570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3775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" name="line-70">
            <a:extLst xmlns:a="http://schemas.openxmlformats.org/drawingml/2006/main">
              <a:ext uri="{FF2B5EF4-FFF2-40B4-BE49-F238E27FC236}">
                <a16:creationId xmlns:a16="http://schemas.microsoft.com/office/drawing/2014/main" id="{FA2BF284-D39F-49F1-B803-0BB89DB1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003" y="1564223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1934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" name="line-71">
            <a:extLst xmlns:a="http://schemas.openxmlformats.org/drawingml/2006/main">
              <a:ext uri="{FF2B5EF4-FFF2-40B4-BE49-F238E27FC236}">
                <a16:creationId xmlns:a16="http://schemas.microsoft.com/office/drawing/2014/main" id="{CB0AD67C-99A9-4477-AF6F-9C9DC3D8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06" y="156422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" name="line-72">
            <a:extLst xmlns:a="http://schemas.openxmlformats.org/drawingml/2006/main">
              <a:ext uri="{FF2B5EF4-FFF2-40B4-BE49-F238E27FC236}">
                <a16:creationId xmlns:a16="http://schemas.microsoft.com/office/drawing/2014/main" id="{A9EAF114-E8B2-45D8-B781-ED16575E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009" y="156518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0"/>
                </a:moveTo>
                <a:lnTo>
                  <a:pt x="25003" y="2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" name="line-73">
            <a:extLst xmlns:a="http://schemas.openxmlformats.org/drawingml/2006/main">
              <a:ext uri="{FF2B5EF4-FFF2-40B4-BE49-F238E27FC236}">
                <a16:creationId xmlns:a16="http://schemas.microsoft.com/office/drawing/2014/main" id="{FC7FEA7C-4C2B-4B9E-ABEE-C4F04E31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013" y="1586349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0"/>
                </a:moveTo>
                <a:lnTo>
                  <a:pt x="25003" y="3930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" name="line-74">
            <a:extLst xmlns:a="http://schemas.openxmlformats.org/drawingml/2006/main">
              <a:ext uri="{FF2B5EF4-FFF2-40B4-BE49-F238E27FC236}">
                <a16:creationId xmlns:a16="http://schemas.microsoft.com/office/drawing/2014/main" id="{268B4A5B-4AB2-4D71-9E1B-05589375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016" y="1625655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0"/>
                </a:moveTo>
                <a:lnTo>
                  <a:pt x="25003" y="5359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9" name="line-75">
            <a:extLst xmlns:a="http://schemas.openxmlformats.org/drawingml/2006/main">
              <a:ext uri="{FF2B5EF4-FFF2-40B4-BE49-F238E27FC236}">
                <a16:creationId xmlns:a16="http://schemas.microsoft.com/office/drawing/2014/main" id="{95AC71A2-AE91-47D0-8863-A79A0C09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019" y="1679253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0"/>
                </a:moveTo>
                <a:lnTo>
                  <a:pt x="25003" y="6264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0" name="line-76">
            <a:extLst xmlns:a="http://schemas.openxmlformats.org/drawingml/2006/main">
              <a:ext uri="{FF2B5EF4-FFF2-40B4-BE49-F238E27FC236}">
                <a16:creationId xmlns:a16="http://schemas.microsoft.com/office/drawing/2014/main" id="{46731B15-C3A1-4F14-88B0-6A634DF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1022" y="1741895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0"/>
                </a:moveTo>
                <a:lnTo>
                  <a:pt x="25003" y="655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1" name="line-77">
            <a:extLst xmlns:a="http://schemas.openxmlformats.org/drawingml/2006/main">
              <a:ext uri="{FF2B5EF4-FFF2-40B4-BE49-F238E27FC236}">
                <a16:creationId xmlns:a16="http://schemas.microsoft.com/office/drawing/2014/main" id="{03739086-4963-40E1-B0AA-314735D4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1807449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0"/>
                </a:moveTo>
                <a:lnTo>
                  <a:pt x="25003" y="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2" name="line-78">
            <a:extLst xmlns:a="http://schemas.openxmlformats.org/drawingml/2006/main">
              <a:ext uri="{FF2B5EF4-FFF2-40B4-BE49-F238E27FC236}">
                <a16:creationId xmlns:a16="http://schemas.microsoft.com/office/drawing/2014/main" id="{57162678-4AE6-487B-9D65-F3E0A5A6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1028" y="1869500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0"/>
                </a:moveTo>
                <a:lnTo>
                  <a:pt x="25003" y="524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3" name="line-79">
            <a:extLst xmlns:a="http://schemas.openxmlformats.org/drawingml/2006/main">
              <a:ext uri="{FF2B5EF4-FFF2-40B4-BE49-F238E27FC236}">
                <a16:creationId xmlns:a16="http://schemas.microsoft.com/office/drawing/2014/main" id="{584DFBDE-9348-4562-BE00-5848CE5A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6031" y="1921972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0"/>
                </a:moveTo>
                <a:lnTo>
                  <a:pt x="25003" y="3775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4" name="line-80">
            <a:extLst xmlns:a="http://schemas.openxmlformats.org/drawingml/2006/main">
              <a:ext uri="{FF2B5EF4-FFF2-40B4-BE49-F238E27FC236}">
                <a16:creationId xmlns:a16="http://schemas.microsoft.com/office/drawing/2014/main" id="{6C9BC35C-5307-4C80-9F15-08628029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1034" y="1959730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0"/>
                </a:moveTo>
                <a:lnTo>
                  <a:pt x="25003" y="1934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5" name="line-81">
            <a:extLst xmlns:a="http://schemas.openxmlformats.org/drawingml/2006/main">
              <a:ext uri="{FF2B5EF4-FFF2-40B4-BE49-F238E27FC236}">
                <a16:creationId xmlns:a16="http://schemas.microsoft.com/office/drawing/2014/main" id="{0A2E9887-2EE5-45BB-8531-6A296F91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6038" y="197811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95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6" name="line-82">
            <a:extLst xmlns:a="http://schemas.openxmlformats.org/drawingml/2006/main">
              <a:ext uri="{FF2B5EF4-FFF2-40B4-BE49-F238E27FC236}">
                <a16:creationId xmlns:a16="http://schemas.microsoft.com/office/drawing/2014/main" id="{40FA4C9F-A213-423E-9830-A2F7AF1F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1041" y="195695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2116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7" name="line-83">
            <a:extLst xmlns:a="http://schemas.openxmlformats.org/drawingml/2006/main">
              <a:ext uri="{FF2B5EF4-FFF2-40B4-BE49-F238E27FC236}">
                <a16:creationId xmlns:a16="http://schemas.microsoft.com/office/drawing/2014/main" id="{7C40B2A4-A9F9-40C6-AAE0-DC143884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044" y="1917645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3930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8" name="line-84">
            <a:extLst xmlns:a="http://schemas.openxmlformats.org/drawingml/2006/main">
              <a:ext uri="{FF2B5EF4-FFF2-40B4-BE49-F238E27FC236}">
                <a16:creationId xmlns:a16="http://schemas.microsoft.com/office/drawing/2014/main" id="{187B17A5-F4B6-40CA-940B-0E89D00C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1047" y="1864047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5359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9" name="line-85">
            <a:extLst xmlns:a="http://schemas.openxmlformats.org/drawingml/2006/main">
              <a:ext uri="{FF2B5EF4-FFF2-40B4-BE49-F238E27FC236}">
                <a16:creationId xmlns:a16="http://schemas.microsoft.com/office/drawing/2014/main" id="{878BDE8C-092E-4D09-A996-2DE96FE8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01405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6264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0" name="line-86">
            <a:extLst xmlns:a="http://schemas.openxmlformats.org/drawingml/2006/main">
              <a:ext uri="{FF2B5EF4-FFF2-40B4-BE49-F238E27FC236}">
                <a16:creationId xmlns:a16="http://schemas.microsoft.com/office/drawing/2014/main" id="{0EA0B7A2-D0B9-407A-B67C-426FAA04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1053" y="1735851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6555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1" name="line-87">
            <a:extLst xmlns:a="http://schemas.openxmlformats.org/drawingml/2006/main">
              <a:ext uri="{FF2B5EF4-FFF2-40B4-BE49-F238E27FC236}">
                <a16:creationId xmlns:a16="http://schemas.microsoft.com/office/drawing/2014/main" id="{1660C152-F022-44ED-A1D7-ED990267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6056" y="1673800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6205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2" name="line-88">
            <a:extLst xmlns:a="http://schemas.openxmlformats.org/drawingml/2006/main">
              <a:ext uri="{FF2B5EF4-FFF2-40B4-BE49-F238E27FC236}">
                <a16:creationId xmlns:a16="http://schemas.microsoft.com/office/drawing/2014/main" id="{20931FEA-6C64-45A3-9F79-40FF4A60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1059" y="1621328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5247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3" name="line-89">
            <a:extLst xmlns:a="http://schemas.openxmlformats.org/drawingml/2006/main">
              <a:ext uri="{FF2B5EF4-FFF2-40B4-BE49-F238E27FC236}">
                <a16:creationId xmlns:a16="http://schemas.microsoft.com/office/drawing/2014/main" id="{41C48962-034C-4232-B81B-73594F35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6063" y="1583570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3775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4" name="line-90">
            <a:extLst xmlns:a="http://schemas.openxmlformats.org/drawingml/2006/main">
              <a:ext uri="{FF2B5EF4-FFF2-40B4-BE49-F238E27FC236}">
                <a16:creationId xmlns:a16="http://schemas.microsoft.com/office/drawing/2014/main" id="{FA68C0DA-4CCD-4824-BA92-9A4195FA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066" y="1564223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1934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5" name="line-91">
            <a:extLst xmlns:a="http://schemas.openxmlformats.org/drawingml/2006/main">
              <a:ext uri="{FF2B5EF4-FFF2-40B4-BE49-F238E27FC236}">
                <a16:creationId xmlns:a16="http://schemas.microsoft.com/office/drawing/2014/main" id="{CFAB1761-5742-4300-BDBA-61E5EAF9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6069" y="156422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6" name="line-92">
            <a:extLst xmlns:a="http://schemas.openxmlformats.org/drawingml/2006/main">
              <a:ext uri="{FF2B5EF4-FFF2-40B4-BE49-F238E27FC236}">
                <a16:creationId xmlns:a16="http://schemas.microsoft.com/office/drawing/2014/main" id="{BAA5CCD8-C876-48F8-87BE-5309E359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072" y="156518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0"/>
                </a:moveTo>
                <a:lnTo>
                  <a:pt x="25003" y="2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7" name="line-93">
            <a:extLst xmlns:a="http://schemas.openxmlformats.org/drawingml/2006/main">
              <a:ext uri="{FF2B5EF4-FFF2-40B4-BE49-F238E27FC236}">
                <a16:creationId xmlns:a16="http://schemas.microsoft.com/office/drawing/2014/main" id="{53724BD1-2797-450E-8B21-C717A44A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1586349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0"/>
                </a:moveTo>
                <a:lnTo>
                  <a:pt x="25003" y="3930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8" name="line-94">
            <a:extLst xmlns:a="http://schemas.openxmlformats.org/drawingml/2006/main">
              <a:ext uri="{FF2B5EF4-FFF2-40B4-BE49-F238E27FC236}">
                <a16:creationId xmlns:a16="http://schemas.microsoft.com/office/drawing/2014/main" id="{40C03331-C5DA-4426-8886-61C3DACE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078" y="1625655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0"/>
                </a:moveTo>
                <a:lnTo>
                  <a:pt x="25003" y="5359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9" name="line-95">
            <a:extLst xmlns:a="http://schemas.openxmlformats.org/drawingml/2006/main">
              <a:ext uri="{FF2B5EF4-FFF2-40B4-BE49-F238E27FC236}">
                <a16:creationId xmlns:a16="http://schemas.microsoft.com/office/drawing/2014/main" id="{4C1D2D02-000C-415D-BDE4-2CF76A52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081" y="1679253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0"/>
                </a:moveTo>
                <a:lnTo>
                  <a:pt x="25003" y="6264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0" name="line-96">
            <a:extLst xmlns:a="http://schemas.openxmlformats.org/drawingml/2006/main">
              <a:ext uri="{FF2B5EF4-FFF2-40B4-BE49-F238E27FC236}">
                <a16:creationId xmlns:a16="http://schemas.microsoft.com/office/drawing/2014/main" id="{D4B5BA2C-FB91-42E8-B19F-4776D5B3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084" y="1741895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0"/>
                </a:moveTo>
                <a:lnTo>
                  <a:pt x="25003" y="655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1" name="line-97">
            <a:extLst xmlns:a="http://schemas.openxmlformats.org/drawingml/2006/main">
              <a:ext uri="{FF2B5EF4-FFF2-40B4-BE49-F238E27FC236}">
                <a16:creationId xmlns:a16="http://schemas.microsoft.com/office/drawing/2014/main" id="{A4E36740-6094-40E6-B8DF-74AC017A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088" y="1807449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0"/>
                </a:moveTo>
                <a:lnTo>
                  <a:pt x="25003" y="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2" name="line-98">
            <a:extLst xmlns:a="http://schemas.openxmlformats.org/drawingml/2006/main">
              <a:ext uri="{FF2B5EF4-FFF2-40B4-BE49-F238E27FC236}">
                <a16:creationId xmlns:a16="http://schemas.microsoft.com/office/drawing/2014/main" id="{8DC96517-1BCD-483A-8B57-689B62DA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1091" y="1869500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0"/>
                </a:moveTo>
                <a:lnTo>
                  <a:pt x="25003" y="524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3" name="line-99">
            <a:extLst xmlns:a="http://schemas.openxmlformats.org/drawingml/2006/main">
              <a:ext uri="{FF2B5EF4-FFF2-40B4-BE49-F238E27FC236}">
                <a16:creationId xmlns:a16="http://schemas.microsoft.com/office/drawing/2014/main" id="{33CEDAB4-F1C6-4482-AE8D-04C43A28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094" y="1921972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0"/>
                </a:moveTo>
                <a:lnTo>
                  <a:pt x="25003" y="3775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4" name="line-100">
            <a:extLst xmlns:a="http://schemas.openxmlformats.org/drawingml/2006/main">
              <a:ext uri="{FF2B5EF4-FFF2-40B4-BE49-F238E27FC236}">
                <a16:creationId xmlns:a16="http://schemas.microsoft.com/office/drawing/2014/main" id="{F00BCBA8-19BA-4D95-8651-C0D404A4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1097" y="1959730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0"/>
                </a:moveTo>
                <a:lnTo>
                  <a:pt x="25003" y="1934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5" name="line-101">
            <a:extLst xmlns:a="http://schemas.openxmlformats.org/drawingml/2006/main">
              <a:ext uri="{FF2B5EF4-FFF2-40B4-BE49-F238E27FC236}">
                <a16:creationId xmlns:a16="http://schemas.microsoft.com/office/drawing/2014/main" id="{B70EF529-28D8-467F-9580-98F7A2D2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97811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95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6" name="line-102">
            <a:extLst xmlns:a="http://schemas.openxmlformats.org/drawingml/2006/main">
              <a:ext uri="{FF2B5EF4-FFF2-40B4-BE49-F238E27FC236}">
                <a16:creationId xmlns:a16="http://schemas.microsoft.com/office/drawing/2014/main" id="{3B23EB97-2B0B-48CF-9A31-7BACD256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103" y="195695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2116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7" name="line-103">
            <a:extLst xmlns:a="http://schemas.openxmlformats.org/drawingml/2006/main">
              <a:ext uri="{FF2B5EF4-FFF2-40B4-BE49-F238E27FC236}">
                <a16:creationId xmlns:a16="http://schemas.microsoft.com/office/drawing/2014/main" id="{365E2C54-F127-4A3C-B81B-0F15214D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106" y="1917645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3930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8" name="line-104">
            <a:extLst xmlns:a="http://schemas.openxmlformats.org/drawingml/2006/main">
              <a:ext uri="{FF2B5EF4-FFF2-40B4-BE49-F238E27FC236}">
                <a16:creationId xmlns:a16="http://schemas.microsoft.com/office/drawing/2014/main" id="{11DECC97-09D7-419C-8532-6F78A3FA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1109" y="1864047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5359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9" name="line-105">
            <a:extLst xmlns:a="http://schemas.openxmlformats.org/drawingml/2006/main">
              <a:ext uri="{FF2B5EF4-FFF2-40B4-BE49-F238E27FC236}">
                <a16:creationId xmlns:a16="http://schemas.microsoft.com/office/drawing/2014/main" id="{C72B9FFD-4473-43E2-87CA-DC01F3CD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801405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6264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0" name="line-106">
            <a:extLst xmlns:a="http://schemas.openxmlformats.org/drawingml/2006/main">
              <a:ext uri="{FF2B5EF4-FFF2-40B4-BE49-F238E27FC236}">
                <a16:creationId xmlns:a16="http://schemas.microsoft.com/office/drawing/2014/main" id="{D5E2EF3B-99BF-4874-9A6D-C3BE97DA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116" y="1735851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6555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1" name="line-107">
            <a:extLst xmlns:a="http://schemas.openxmlformats.org/drawingml/2006/main">
              <a:ext uri="{FF2B5EF4-FFF2-40B4-BE49-F238E27FC236}">
                <a16:creationId xmlns:a16="http://schemas.microsoft.com/office/drawing/2014/main" id="{58A39FD6-687E-4646-BC63-FE06E6DE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119" y="1673800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6205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2" name="line-108">
            <a:extLst xmlns:a="http://schemas.openxmlformats.org/drawingml/2006/main">
              <a:ext uri="{FF2B5EF4-FFF2-40B4-BE49-F238E27FC236}">
                <a16:creationId xmlns:a16="http://schemas.microsoft.com/office/drawing/2014/main" id="{063780D9-B44C-4FF7-B027-C6AED330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122" y="1621328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5247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3" name="line-109">
            <a:extLst xmlns:a="http://schemas.openxmlformats.org/drawingml/2006/main">
              <a:ext uri="{FF2B5EF4-FFF2-40B4-BE49-F238E27FC236}">
                <a16:creationId xmlns:a16="http://schemas.microsoft.com/office/drawing/2014/main" id="{C607A145-826F-46A5-BCF3-11991EB2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583570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3775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4" name="line-110">
            <a:extLst xmlns:a="http://schemas.openxmlformats.org/drawingml/2006/main">
              <a:ext uri="{FF2B5EF4-FFF2-40B4-BE49-F238E27FC236}">
                <a16:creationId xmlns:a16="http://schemas.microsoft.com/office/drawing/2014/main" id="{8C5283B7-3C08-4F80-8EC1-395C3169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128" y="1564223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1934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5" name="line-111">
            <a:extLst xmlns:a="http://schemas.openxmlformats.org/drawingml/2006/main">
              <a:ext uri="{FF2B5EF4-FFF2-40B4-BE49-F238E27FC236}">
                <a16:creationId xmlns:a16="http://schemas.microsoft.com/office/drawing/2014/main" id="{25923D2B-5726-4DD9-82EE-E4E5BD00A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131" y="156422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6" name="line-112">
            <a:extLst xmlns:a="http://schemas.openxmlformats.org/drawingml/2006/main">
              <a:ext uri="{FF2B5EF4-FFF2-40B4-BE49-F238E27FC236}">
                <a16:creationId xmlns:a16="http://schemas.microsoft.com/office/drawing/2014/main" id="{46BB216A-D1D8-48A3-AD4D-6C6372B4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134" y="156518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0"/>
                </a:moveTo>
                <a:lnTo>
                  <a:pt x="25003" y="2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7" name="line-113">
            <a:extLst xmlns:a="http://schemas.openxmlformats.org/drawingml/2006/main">
              <a:ext uri="{FF2B5EF4-FFF2-40B4-BE49-F238E27FC236}">
                <a16:creationId xmlns:a16="http://schemas.microsoft.com/office/drawing/2014/main" id="{41EA37B8-B116-4CE2-ADB9-2BF0563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1586349"/>
            <a:ext cx="25003" cy="185301"/>
          </a:xfrm>
          <a:custGeom xmlns:a="http://schemas.openxmlformats.org/drawingml/2006/main">
            <a:pathLst>
              <a:path w="25003" h="185301">
                <a:moveTo>
                  <a:pt x="0" y="0"/>
                </a:moveTo>
                <a:lnTo>
                  <a:pt x="25003" y="18530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8" name="line-114">
            <a:extLst xmlns:a="http://schemas.openxmlformats.org/drawingml/2006/main">
              <a:ext uri="{FF2B5EF4-FFF2-40B4-BE49-F238E27FC236}">
                <a16:creationId xmlns:a16="http://schemas.microsoft.com/office/drawing/2014/main" id="{F57CD265-EE99-41AD-832F-99EB66A7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14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9" name="line-115">
            <a:extLst xmlns:a="http://schemas.openxmlformats.org/drawingml/2006/main">
              <a:ext uri="{FF2B5EF4-FFF2-40B4-BE49-F238E27FC236}">
                <a16:creationId xmlns:a16="http://schemas.microsoft.com/office/drawing/2014/main" id="{90FDBCCA-A677-4F23-B130-B928BBCD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14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0" name="line-116">
            <a:extLst xmlns:a="http://schemas.openxmlformats.org/drawingml/2006/main">
              <a:ext uri="{FF2B5EF4-FFF2-40B4-BE49-F238E27FC236}">
                <a16:creationId xmlns:a16="http://schemas.microsoft.com/office/drawing/2014/main" id="{5028FDAB-57A1-4348-AE79-10D10B7F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147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1" name="line-117">
            <a:extLst xmlns:a="http://schemas.openxmlformats.org/drawingml/2006/main">
              <a:ext uri="{FF2B5EF4-FFF2-40B4-BE49-F238E27FC236}">
                <a16:creationId xmlns:a16="http://schemas.microsoft.com/office/drawing/2014/main" id="{C6418BAD-51FA-401A-AE42-80070B36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2" name="line-118">
            <a:extLst xmlns:a="http://schemas.openxmlformats.org/drawingml/2006/main">
              <a:ext uri="{FF2B5EF4-FFF2-40B4-BE49-F238E27FC236}">
                <a16:creationId xmlns:a16="http://schemas.microsoft.com/office/drawing/2014/main" id="{EA5C2E3B-7E9C-42F0-ADA4-DA16B2AC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15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3" name="line-119">
            <a:extLst xmlns:a="http://schemas.openxmlformats.org/drawingml/2006/main">
              <a:ext uri="{FF2B5EF4-FFF2-40B4-BE49-F238E27FC236}">
                <a16:creationId xmlns:a16="http://schemas.microsoft.com/office/drawing/2014/main" id="{96DA8BD5-6A1A-4338-84DD-A64DAC39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15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4" name="line-120">
            <a:extLst xmlns:a="http://schemas.openxmlformats.org/drawingml/2006/main">
              <a:ext uri="{FF2B5EF4-FFF2-40B4-BE49-F238E27FC236}">
                <a16:creationId xmlns:a16="http://schemas.microsoft.com/office/drawing/2014/main" id="{542DBDAF-2D19-4E6D-84D3-A87D905E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115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5" name="line-121">
            <a:extLst xmlns:a="http://schemas.openxmlformats.org/drawingml/2006/main">
              <a:ext uri="{FF2B5EF4-FFF2-40B4-BE49-F238E27FC236}">
                <a16:creationId xmlns:a16="http://schemas.microsoft.com/office/drawing/2014/main" id="{534CDDD5-8C4C-4DBE-B6CE-75FE6568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616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6" name="line-122">
            <a:extLst xmlns:a="http://schemas.openxmlformats.org/drawingml/2006/main">
              <a:ext uri="{FF2B5EF4-FFF2-40B4-BE49-F238E27FC236}">
                <a16:creationId xmlns:a16="http://schemas.microsoft.com/office/drawing/2014/main" id="{B506A13E-F818-4435-A19D-437058A4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16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7" name="line-123">
            <a:extLst xmlns:a="http://schemas.openxmlformats.org/drawingml/2006/main">
              <a:ext uri="{FF2B5EF4-FFF2-40B4-BE49-F238E27FC236}">
                <a16:creationId xmlns:a16="http://schemas.microsoft.com/office/drawing/2014/main" id="{2E3AE37A-D211-46D8-A569-D08FEC5E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16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8" name="line-124">
            <a:extLst xmlns:a="http://schemas.openxmlformats.org/drawingml/2006/main">
              <a:ext uri="{FF2B5EF4-FFF2-40B4-BE49-F238E27FC236}">
                <a16:creationId xmlns:a16="http://schemas.microsoft.com/office/drawing/2014/main" id="{5F3F38CA-41EA-49BE-B6A2-F9F2A05E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1172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9" name="line-125">
            <a:extLst xmlns:a="http://schemas.openxmlformats.org/drawingml/2006/main">
              <a:ext uri="{FF2B5EF4-FFF2-40B4-BE49-F238E27FC236}">
                <a16:creationId xmlns:a16="http://schemas.microsoft.com/office/drawing/2014/main" id="{C0B4DC06-0817-4BD8-822A-CC1D5E4C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0" name="line-126">
            <a:extLst xmlns:a="http://schemas.openxmlformats.org/drawingml/2006/main">
              <a:ext uri="{FF2B5EF4-FFF2-40B4-BE49-F238E27FC236}">
                <a16:creationId xmlns:a16="http://schemas.microsoft.com/office/drawing/2014/main" id="{9E3F85D0-89D5-48F8-8D71-B25470BB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117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1" name="line-127">
            <a:extLst xmlns:a="http://schemas.openxmlformats.org/drawingml/2006/main">
              <a:ext uri="{FF2B5EF4-FFF2-40B4-BE49-F238E27FC236}">
                <a16:creationId xmlns:a16="http://schemas.microsoft.com/office/drawing/2014/main" id="{B1E6E948-4091-4AE1-93AF-388FD945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618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2" name="line-128">
            <a:extLst xmlns:a="http://schemas.openxmlformats.org/drawingml/2006/main">
              <a:ext uri="{FF2B5EF4-FFF2-40B4-BE49-F238E27FC236}">
                <a16:creationId xmlns:a16="http://schemas.microsoft.com/office/drawing/2014/main" id="{3815B387-27EE-43A8-86C8-634B94CB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18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3" name="line-129">
            <a:extLst xmlns:a="http://schemas.openxmlformats.org/drawingml/2006/main">
              <a:ext uri="{FF2B5EF4-FFF2-40B4-BE49-F238E27FC236}">
                <a16:creationId xmlns:a16="http://schemas.microsoft.com/office/drawing/2014/main" id="{96A5942B-258C-4D62-8965-7D25581C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18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4" name="line-130">
            <a:extLst xmlns:a="http://schemas.openxmlformats.org/drawingml/2006/main">
              <a:ext uri="{FF2B5EF4-FFF2-40B4-BE49-F238E27FC236}">
                <a16:creationId xmlns:a16="http://schemas.microsoft.com/office/drawing/2014/main" id="{A7F9594C-46D9-4995-BBAC-9685FD4D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119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5" name="line-131">
            <a:extLst xmlns:a="http://schemas.openxmlformats.org/drawingml/2006/main">
              <a:ext uri="{FF2B5EF4-FFF2-40B4-BE49-F238E27FC236}">
                <a16:creationId xmlns:a16="http://schemas.microsoft.com/office/drawing/2014/main" id="{0AF90027-7C00-4617-BE13-E3743B20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19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6" name="line-132">
            <a:extLst xmlns:a="http://schemas.openxmlformats.org/drawingml/2006/main">
              <a:ext uri="{FF2B5EF4-FFF2-40B4-BE49-F238E27FC236}">
                <a16:creationId xmlns:a16="http://schemas.microsoft.com/office/drawing/2014/main" id="{934D59CA-A041-4EEB-9047-6EFA7CCB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1197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7" name="line-133">
            <a:extLst xmlns:a="http://schemas.openxmlformats.org/drawingml/2006/main">
              <a:ext uri="{FF2B5EF4-FFF2-40B4-BE49-F238E27FC236}">
                <a16:creationId xmlns:a16="http://schemas.microsoft.com/office/drawing/2014/main" id="{D0FBC1AA-0AEC-4BB1-9587-B9CD3D90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8" name="line-134">
            <a:extLst xmlns:a="http://schemas.openxmlformats.org/drawingml/2006/main">
              <a:ext uri="{FF2B5EF4-FFF2-40B4-BE49-F238E27FC236}">
                <a16:creationId xmlns:a16="http://schemas.microsoft.com/office/drawing/2014/main" id="{C389B796-2097-4974-A84E-EB1EB255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20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9" name="line-135">
            <a:extLst xmlns:a="http://schemas.openxmlformats.org/drawingml/2006/main">
              <a:ext uri="{FF2B5EF4-FFF2-40B4-BE49-F238E27FC236}">
                <a16:creationId xmlns:a16="http://schemas.microsoft.com/office/drawing/2014/main" id="{0A6F486B-AEB4-4C8A-AC63-B0FED578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20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0" name="line-136">
            <a:extLst xmlns:a="http://schemas.openxmlformats.org/drawingml/2006/main">
              <a:ext uri="{FF2B5EF4-FFF2-40B4-BE49-F238E27FC236}">
                <a16:creationId xmlns:a16="http://schemas.microsoft.com/office/drawing/2014/main" id="{C766DB9C-47A0-44CC-BB07-C2492D0C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120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1" name="line-137">
            <a:extLst xmlns:a="http://schemas.openxmlformats.org/drawingml/2006/main">
              <a:ext uri="{FF2B5EF4-FFF2-40B4-BE49-F238E27FC236}">
                <a16:creationId xmlns:a16="http://schemas.microsoft.com/office/drawing/2014/main" id="{16E2CF49-7A96-42F2-ABF1-C5714EED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621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2" name="line-138">
            <a:extLst xmlns:a="http://schemas.openxmlformats.org/drawingml/2006/main">
              <a:ext uri="{FF2B5EF4-FFF2-40B4-BE49-F238E27FC236}">
                <a16:creationId xmlns:a16="http://schemas.microsoft.com/office/drawing/2014/main" id="{9AF424DD-945B-47E2-8384-A6DEE21B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121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3" name="line-139">
            <a:extLst xmlns:a="http://schemas.openxmlformats.org/drawingml/2006/main">
              <a:ext uri="{FF2B5EF4-FFF2-40B4-BE49-F238E27FC236}">
                <a16:creationId xmlns:a16="http://schemas.microsoft.com/office/drawing/2014/main" id="{68282401-076A-45EE-81E8-0893A67BD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621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4" name="line-140">
            <a:extLst xmlns:a="http://schemas.openxmlformats.org/drawingml/2006/main">
              <a:ext uri="{FF2B5EF4-FFF2-40B4-BE49-F238E27FC236}">
                <a16:creationId xmlns:a16="http://schemas.microsoft.com/office/drawing/2014/main" id="{34CC4B0E-A5D1-41D0-9A3F-E4B091B6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1222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5" name="line-141">
            <a:extLst xmlns:a="http://schemas.openxmlformats.org/drawingml/2006/main">
              <a:ext uri="{FF2B5EF4-FFF2-40B4-BE49-F238E27FC236}">
                <a16:creationId xmlns:a16="http://schemas.microsoft.com/office/drawing/2014/main" id="{AE1246B4-7198-4471-825E-3B757E89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6" name="line-142">
            <a:extLst xmlns:a="http://schemas.openxmlformats.org/drawingml/2006/main">
              <a:ext uri="{FF2B5EF4-FFF2-40B4-BE49-F238E27FC236}">
                <a16:creationId xmlns:a16="http://schemas.microsoft.com/office/drawing/2014/main" id="{A3A41B82-7918-43BE-B2C2-2DA54A09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122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7" name="line-143">
            <a:extLst xmlns:a="http://schemas.openxmlformats.org/drawingml/2006/main">
              <a:ext uri="{FF2B5EF4-FFF2-40B4-BE49-F238E27FC236}">
                <a16:creationId xmlns:a16="http://schemas.microsoft.com/office/drawing/2014/main" id="{FF94A329-91D0-45AA-902F-B69072F8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23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8" name="line-144">
            <a:extLst xmlns:a="http://schemas.openxmlformats.org/drawingml/2006/main">
              <a:ext uri="{FF2B5EF4-FFF2-40B4-BE49-F238E27FC236}">
                <a16:creationId xmlns:a16="http://schemas.microsoft.com/office/drawing/2014/main" id="{0420DBFD-2BD8-4F54-B50E-17F8A831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123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9" name="line-145">
            <a:extLst xmlns:a="http://schemas.openxmlformats.org/drawingml/2006/main">
              <a:ext uri="{FF2B5EF4-FFF2-40B4-BE49-F238E27FC236}">
                <a16:creationId xmlns:a16="http://schemas.microsoft.com/office/drawing/2014/main" id="{80F9A51F-57E1-430F-AD38-2A0B02A6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623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0" name="line-146">
            <a:extLst xmlns:a="http://schemas.openxmlformats.org/drawingml/2006/main">
              <a:ext uri="{FF2B5EF4-FFF2-40B4-BE49-F238E27FC236}">
                <a16:creationId xmlns:a16="http://schemas.microsoft.com/office/drawing/2014/main" id="{6747956A-76FE-4B17-BE71-DCB52F76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124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1" name="line-147">
            <a:extLst xmlns:a="http://schemas.openxmlformats.org/drawingml/2006/main">
              <a:ext uri="{FF2B5EF4-FFF2-40B4-BE49-F238E27FC236}">
                <a16:creationId xmlns:a16="http://schemas.microsoft.com/office/drawing/2014/main" id="{A8438335-F928-4E24-8F21-95F999AC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24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2" name="line-148">
            <a:extLst xmlns:a="http://schemas.openxmlformats.org/drawingml/2006/main">
              <a:ext uri="{FF2B5EF4-FFF2-40B4-BE49-F238E27FC236}">
                <a16:creationId xmlns:a16="http://schemas.microsoft.com/office/drawing/2014/main" id="{E0F0F02D-D824-4621-9F44-A2FCF0AC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247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3" name="object-149">
            <a:extLst xmlns:a="http://schemas.openxmlformats.org/drawingml/2006/main">
              <a:ext uri="{FF2B5EF4-FFF2-40B4-BE49-F238E27FC236}">
                <a16:creationId xmlns:a16="http://schemas.microsoft.com/office/drawing/2014/main" id="{67E13572-B599-45A7-BD0A-F8E3DF90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0495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在半幅上切断，</a:t>
            </a:r>
          </a:p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会听到一声“啪”</a:t>
            </a:r>
          </a:p>
        </p:txBody>
      </p:sp>
      <p:sp>
        <p:nvSpPr>
          <p:cNvPr id="84" name="object-150">
            <a:extLst xmlns:a="http://schemas.openxmlformats.org/drawingml/2006/main">
              <a:ext uri="{FF2B5EF4-FFF2-40B4-BE49-F238E27FC236}">
                <a16:creationId xmlns:a16="http://schemas.microsoft.com/office/drawing/2014/main" id="{4C004916-550E-4252-ACD6-818092CB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13335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逐渐降低增益，声音淡出去</a:t>
            </a:r>
          </a:p>
        </p:txBody>
      </p:sp>
      <p:sp>
        <p:nvSpPr>
          <p:cNvPr id="85" name="line-151">
            <a:extLst xmlns:a="http://schemas.openxmlformats.org/drawingml/2006/main">
              <a:ext uri="{FF2B5EF4-FFF2-40B4-BE49-F238E27FC236}">
                <a16:creationId xmlns:a16="http://schemas.microsoft.com/office/drawing/2014/main" id="{64C19FF4-17DD-4D5E-96E3-E0746A02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85921"/>
            <a:ext cx="25003" cy="35407"/>
          </a:xfrm>
          <a:custGeom xmlns:a="http://schemas.openxmlformats.org/drawingml/2006/main">
            <a:pathLst>
              <a:path w="25003" h="35407">
                <a:moveTo>
                  <a:pt x="0" y="3540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6" name="line-152">
            <a:extLst xmlns:a="http://schemas.openxmlformats.org/drawingml/2006/main">
              <a:ext uri="{FF2B5EF4-FFF2-40B4-BE49-F238E27FC236}">
                <a16:creationId xmlns:a16="http://schemas.microsoft.com/office/drawing/2014/main" id="{E1D110CA-6EDD-4381-8529-6DF83D43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553" y="1569409"/>
            <a:ext cx="25003" cy="16512"/>
          </a:xfrm>
          <a:custGeom xmlns:a="http://schemas.openxmlformats.org/drawingml/2006/main">
            <a:pathLst>
              <a:path w="25003" h="16512">
                <a:moveTo>
                  <a:pt x="0" y="1651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7" name="line-153">
            <a:extLst xmlns:a="http://schemas.openxmlformats.org/drawingml/2006/main">
              <a:ext uri="{FF2B5EF4-FFF2-40B4-BE49-F238E27FC236}">
                <a16:creationId xmlns:a16="http://schemas.microsoft.com/office/drawing/2014/main" id="{9F05A38A-3244-46F8-BBD7-551859D1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3556" y="156940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351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8" name="line-154">
            <a:extLst xmlns:a="http://schemas.openxmlformats.org/drawingml/2006/main">
              <a:ext uri="{FF2B5EF4-FFF2-40B4-BE49-F238E27FC236}">
                <a16:creationId xmlns:a16="http://schemas.microsoft.com/office/drawing/2014/main" id="{3106B061-E637-45F4-9387-9967E5D8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8559" y="1572923"/>
            <a:ext cx="25003" cy="22690"/>
          </a:xfrm>
          <a:custGeom xmlns:a="http://schemas.openxmlformats.org/drawingml/2006/main">
            <a:pathLst>
              <a:path w="25003" h="22690">
                <a:moveTo>
                  <a:pt x="0" y="0"/>
                </a:moveTo>
                <a:lnTo>
                  <a:pt x="25003" y="2269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9" name="line-155">
            <a:extLst xmlns:a="http://schemas.openxmlformats.org/drawingml/2006/main">
              <a:ext uri="{FF2B5EF4-FFF2-40B4-BE49-F238E27FC236}">
                <a16:creationId xmlns:a16="http://schemas.microsoft.com/office/drawing/2014/main" id="{7A68396A-072D-45EF-A1E8-C74D7C88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3563" y="1595614"/>
            <a:ext cx="25003" cy="39166"/>
          </a:xfrm>
          <a:custGeom xmlns:a="http://schemas.openxmlformats.org/drawingml/2006/main">
            <a:pathLst>
              <a:path w="25003" h="39166">
                <a:moveTo>
                  <a:pt x="0" y="0"/>
                </a:moveTo>
                <a:lnTo>
                  <a:pt x="25003" y="3916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0" name="line-156">
            <a:extLst xmlns:a="http://schemas.openxmlformats.org/drawingml/2006/main">
              <a:ext uri="{FF2B5EF4-FFF2-40B4-BE49-F238E27FC236}">
                <a16:creationId xmlns:a16="http://schemas.microsoft.com/office/drawing/2014/main" id="{382B3DFA-0126-4AE1-B42F-1CE5A923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8566" y="1634780"/>
            <a:ext cx="25003" cy="51403"/>
          </a:xfrm>
          <a:custGeom xmlns:a="http://schemas.openxmlformats.org/drawingml/2006/main">
            <a:pathLst>
              <a:path w="25003" h="51403">
                <a:moveTo>
                  <a:pt x="0" y="0"/>
                </a:moveTo>
                <a:lnTo>
                  <a:pt x="25003" y="5140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1" name="line-157">
            <a:extLst xmlns:a="http://schemas.openxmlformats.org/drawingml/2006/main">
              <a:ext uri="{FF2B5EF4-FFF2-40B4-BE49-F238E27FC236}">
                <a16:creationId xmlns:a16="http://schemas.microsoft.com/office/drawing/2014/main" id="{C71E48AE-9DAB-464C-9FBF-D1058F58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3569" y="1686182"/>
            <a:ext cx="25003" cy="58316"/>
          </a:xfrm>
          <a:custGeom xmlns:a="http://schemas.openxmlformats.org/drawingml/2006/main">
            <a:pathLst>
              <a:path w="25003" h="58316">
                <a:moveTo>
                  <a:pt x="0" y="0"/>
                </a:moveTo>
                <a:lnTo>
                  <a:pt x="25003" y="5831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2" name="line-158">
            <a:extLst xmlns:a="http://schemas.openxmlformats.org/drawingml/2006/main">
              <a:ext uri="{FF2B5EF4-FFF2-40B4-BE49-F238E27FC236}">
                <a16:creationId xmlns:a16="http://schemas.microsoft.com/office/drawing/2014/main" id="{55E58CBF-A7C4-4C12-8C3F-FD3D5859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572" y="1744498"/>
            <a:ext cx="25003" cy="59371"/>
          </a:xfrm>
          <a:custGeom xmlns:a="http://schemas.openxmlformats.org/drawingml/2006/main">
            <a:pathLst>
              <a:path w="25003" h="59371">
                <a:moveTo>
                  <a:pt x="0" y="0"/>
                </a:moveTo>
                <a:lnTo>
                  <a:pt x="25003" y="5937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3" name="line-159">
            <a:extLst xmlns:a="http://schemas.openxmlformats.org/drawingml/2006/main">
              <a:ext uri="{FF2B5EF4-FFF2-40B4-BE49-F238E27FC236}">
                <a16:creationId xmlns:a16="http://schemas.microsoft.com/office/drawing/2014/main" id="{9FF69D95-DFFC-4B2D-A2EC-4FBD505C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03869"/>
            <a:ext cx="25003" cy="54622"/>
          </a:xfrm>
          <a:custGeom xmlns:a="http://schemas.openxmlformats.org/drawingml/2006/main">
            <a:pathLst>
              <a:path w="25003" h="54622">
                <a:moveTo>
                  <a:pt x="0" y="0"/>
                </a:moveTo>
                <a:lnTo>
                  <a:pt x="25003" y="5462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4" name="line-160">
            <a:extLst xmlns:a="http://schemas.openxmlformats.org/drawingml/2006/main">
              <a:ext uri="{FF2B5EF4-FFF2-40B4-BE49-F238E27FC236}">
                <a16:creationId xmlns:a16="http://schemas.microsoft.com/office/drawing/2014/main" id="{A0ED749F-BE63-43B5-BCA9-DDF23C13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578" y="1858492"/>
            <a:ext cx="25003" cy="44690"/>
          </a:xfrm>
          <a:custGeom xmlns:a="http://schemas.openxmlformats.org/drawingml/2006/main">
            <a:pathLst>
              <a:path w="25003" h="44690">
                <a:moveTo>
                  <a:pt x="0" y="0"/>
                </a:moveTo>
                <a:lnTo>
                  <a:pt x="25003" y="4469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5" name="line-161">
            <a:extLst xmlns:a="http://schemas.openxmlformats.org/drawingml/2006/main">
              <a:ext uri="{FF2B5EF4-FFF2-40B4-BE49-F238E27FC236}">
                <a16:creationId xmlns:a16="http://schemas.microsoft.com/office/drawing/2014/main" id="{6615367A-766F-4351-8F6B-5791572F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581" y="1903182"/>
            <a:ext cx="25003" cy="30687"/>
          </a:xfrm>
          <a:custGeom xmlns:a="http://schemas.openxmlformats.org/drawingml/2006/main">
            <a:pathLst>
              <a:path w="25003" h="30687">
                <a:moveTo>
                  <a:pt x="0" y="0"/>
                </a:moveTo>
                <a:lnTo>
                  <a:pt x="25003" y="3068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6" name="line-162">
            <a:extLst xmlns:a="http://schemas.openxmlformats.org/drawingml/2006/main">
              <a:ext uri="{FF2B5EF4-FFF2-40B4-BE49-F238E27FC236}">
                <a16:creationId xmlns:a16="http://schemas.microsoft.com/office/drawing/2014/main" id="{79A43F72-8385-4977-8748-2CEDA8EE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8584" y="1933869"/>
            <a:ext cx="25003" cy="14094"/>
          </a:xfrm>
          <a:custGeom xmlns:a="http://schemas.openxmlformats.org/drawingml/2006/main">
            <a:pathLst>
              <a:path w="25003" h="14094">
                <a:moveTo>
                  <a:pt x="0" y="0"/>
                </a:moveTo>
                <a:lnTo>
                  <a:pt x="25003" y="1409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7" name="line-163">
            <a:extLst xmlns:a="http://schemas.openxmlformats.org/drawingml/2006/main">
              <a:ext uri="{FF2B5EF4-FFF2-40B4-BE49-F238E27FC236}">
                <a16:creationId xmlns:a16="http://schemas.microsoft.com/office/drawing/2014/main" id="{82254113-9240-4922-AFCB-4F496B93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3588" y="1944568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39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8" name="line-164">
            <a:extLst xmlns:a="http://schemas.openxmlformats.org/drawingml/2006/main">
              <a:ext uri="{FF2B5EF4-FFF2-40B4-BE49-F238E27FC236}">
                <a16:creationId xmlns:a16="http://schemas.microsoft.com/office/drawing/2014/main" id="{206F010C-D4E8-4BA2-98A3-E923D856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8591" y="1924524"/>
            <a:ext cx="25003" cy="20044"/>
          </a:xfrm>
          <a:custGeom xmlns:a="http://schemas.openxmlformats.org/drawingml/2006/main">
            <a:pathLst>
              <a:path w="25003" h="20044">
                <a:moveTo>
                  <a:pt x="0" y="2004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9" name="line-165">
            <a:extLst xmlns:a="http://schemas.openxmlformats.org/drawingml/2006/main">
              <a:ext uri="{FF2B5EF4-FFF2-40B4-BE49-F238E27FC236}">
                <a16:creationId xmlns:a16="http://schemas.microsoft.com/office/drawing/2014/main" id="{5670C70C-DA0A-4D00-BF7A-199AA819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3594" y="1890271"/>
            <a:ext cx="25003" cy="34253"/>
          </a:xfrm>
          <a:custGeom xmlns:a="http://schemas.openxmlformats.org/drawingml/2006/main">
            <a:pathLst>
              <a:path w="25003" h="34253">
                <a:moveTo>
                  <a:pt x="0" y="3425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0" name="line-166">
            <a:extLst xmlns:a="http://schemas.openxmlformats.org/drawingml/2006/main">
              <a:ext uri="{FF2B5EF4-FFF2-40B4-BE49-F238E27FC236}">
                <a16:creationId xmlns:a16="http://schemas.microsoft.com/office/drawing/2014/main" id="{F4643D0C-E5C9-4440-AF1D-ADAB325B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597" y="1845568"/>
            <a:ext cx="25003" cy="44703"/>
          </a:xfrm>
          <a:custGeom xmlns:a="http://schemas.openxmlformats.org/drawingml/2006/main">
            <a:pathLst>
              <a:path w="25003" h="44703">
                <a:moveTo>
                  <a:pt x="0" y="4470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1" name="line-167">
            <a:extLst xmlns:a="http://schemas.openxmlformats.org/drawingml/2006/main">
              <a:ext uri="{FF2B5EF4-FFF2-40B4-BE49-F238E27FC236}">
                <a16:creationId xmlns:a16="http://schemas.microsoft.com/office/drawing/2014/main" id="{F5168F0A-1478-464A-98AF-43375160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795082"/>
            <a:ext cx="25003" cy="50486"/>
          </a:xfrm>
          <a:custGeom xmlns:a="http://schemas.openxmlformats.org/drawingml/2006/main">
            <a:pathLst>
              <a:path w="25003" h="50486">
                <a:moveTo>
                  <a:pt x="0" y="5048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2" name="line-168">
            <a:extLst xmlns:a="http://schemas.openxmlformats.org/drawingml/2006/main">
              <a:ext uri="{FF2B5EF4-FFF2-40B4-BE49-F238E27FC236}">
                <a16:creationId xmlns:a16="http://schemas.microsoft.com/office/drawing/2014/main" id="{1CAACB22-596D-49E2-9F08-34E67AC3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603" y="1743905"/>
            <a:ext cx="25003" cy="51177"/>
          </a:xfrm>
          <a:custGeom xmlns:a="http://schemas.openxmlformats.org/drawingml/2006/main">
            <a:pathLst>
              <a:path w="25003" h="51177">
                <a:moveTo>
                  <a:pt x="0" y="5117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3" name="line-169">
            <a:extLst xmlns:a="http://schemas.openxmlformats.org/drawingml/2006/main">
              <a:ext uri="{FF2B5EF4-FFF2-40B4-BE49-F238E27FC236}">
                <a16:creationId xmlns:a16="http://schemas.microsoft.com/office/drawing/2014/main" id="{998249B2-3BFB-4DB8-986F-8701895DA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3606" y="1697040"/>
            <a:ext cx="25003" cy="46866"/>
          </a:xfrm>
          <a:custGeom xmlns:a="http://schemas.openxmlformats.org/drawingml/2006/main">
            <a:pathLst>
              <a:path w="25003" h="46866">
                <a:moveTo>
                  <a:pt x="0" y="4686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4" name="line-170">
            <a:extLst xmlns:a="http://schemas.openxmlformats.org/drawingml/2006/main">
              <a:ext uri="{FF2B5EF4-FFF2-40B4-BE49-F238E27FC236}">
                <a16:creationId xmlns:a16="http://schemas.microsoft.com/office/drawing/2014/main" id="{1086E722-6AED-4B26-B58E-D44C1004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609" y="1658909"/>
            <a:ext cx="25003" cy="38131"/>
          </a:xfrm>
          <a:custGeom xmlns:a="http://schemas.openxmlformats.org/drawingml/2006/main">
            <a:pathLst>
              <a:path w="25003" h="38131">
                <a:moveTo>
                  <a:pt x="0" y="38131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5" name="line-171">
            <a:extLst xmlns:a="http://schemas.openxmlformats.org/drawingml/2006/main">
              <a:ext uri="{FF2B5EF4-FFF2-40B4-BE49-F238E27FC236}">
                <a16:creationId xmlns:a16="http://schemas.microsoft.com/office/drawing/2014/main" id="{3C826B7F-4BDF-43BB-B526-DEC35A0F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3613" y="1632941"/>
            <a:ext cx="25003" cy="25967"/>
          </a:xfrm>
          <a:custGeom xmlns:a="http://schemas.openxmlformats.org/drawingml/2006/main">
            <a:pathLst>
              <a:path w="25003" h="25967">
                <a:moveTo>
                  <a:pt x="0" y="2596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6" name="line-172">
            <a:extLst xmlns:a="http://schemas.openxmlformats.org/drawingml/2006/main">
              <a:ext uri="{FF2B5EF4-FFF2-40B4-BE49-F238E27FC236}">
                <a16:creationId xmlns:a16="http://schemas.microsoft.com/office/drawing/2014/main" id="{1E015784-2FAD-4BFF-B156-D3F3B1EE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8616" y="1621266"/>
            <a:ext cx="25003" cy="11676"/>
          </a:xfrm>
          <a:custGeom xmlns:a="http://schemas.openxmlformats.org/drawingml/2006/main">
            <a:pathLst>
              <a:path w="25003" h="11676">
                <a:moveTo>
                  <a:pt x="0" y="1167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7" name="line-173">
            <a:extLst xmlns:a="http://schemas.openxmlformats.org/drawingml/2006/main">
              <a:ext uri="{FF2B5EF4-FFF2-40B4-BE49-F238E27FC236}">
                <a16:creationId xmlns:a16="http://schemas.microsoft.com/office/drawing/2014/main" id="{355E1903-61F8-40A2-AFB4-6A03DE02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619" y="1621266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3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8" name="line-174">
            <a:extLst xmlns:a="http://schemas.openxmlformats.org/drawingml/2006/main">
              <a:ext uri="{FF2B5EF4-FFF2-40B4-BE49-F238E27FC236}">
                <a16:creationId xmlns:a16="http://schemas.microsoft.com/office/drawing/2014/main" id="{5B3CA9FB-D4CF-4295-B24D-53987686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8622" y="1624541"/>
            <a:ext cx="25003" cy="17398"/>
          </a:xfrm>
          <a:custGeom xmlns:a="http://schemas.openxmlformats.org/drawingml/2006/main">
            <a:pathLst>
              <a:path w="25003" h="17398">
                <a:moveTo>
                  <a:pt x="0" y="0"/>
                </a:moveTo>
                <a:lnTo>
                  <a:pt x="25003" y="1739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9" name="line-175">
            <a:extLst xmlns:a="http://schemas.openxmlformats.org/drawingml/2006/main">
              <a:ext uri="{FF2B5EF4-FFF2-40B4-BE49-F238E27FC236}">
                <a16:creationId xmlns:a16="http://schemas.microsoft.com/office/drawing/2014/main" id="{6F4853E4-4190-4D7C-BF39-00946318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1641939"/>
            <a:ext cx="25003" cy="29340"/>
          </a:xfrm>
          <a:custGeom xmlns:a="http://schemas.openxmlformats.org/drawingml/2006/main">
            <a:pathLst>
              <a:path w="25003" h="29340">
                <a:moveTo>
                  <a:pt x="0" y="0"/>
                </a:moveTo>
                <a:lnTo>
                  <a:pt x="25003" y="2934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0" name="line-176">
            <a:extLst xmlns:a="http://schemas.openxmlformats.org/drawingml/2006/main">
              <a:ext uri="{FF2B5EF4-FFF2-40B4-BE49-F238E27FC236}">
                <a16:creationId xmlns:a16="http://schemas.microsoft.com/office/drawing/2014/main" id="{61227483-9215-42D4-899D-17A55194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8628" y="1671279"/>
            <a:ext cx="25003" cy="38003"/>
          </a:xfrm>
          <a:custGeom xmlns:a="http://schemas.openxmlformats.org/drawingml/2006/main">
            <a:pathLst>
              <a:path w="25003" h="38003">
                <a:moveTo>
                  <a:pt x="0" y="0"/>
                </a:moveTo>
                <a:lnTo>
                  <a:pt x="25003" y="3800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1" name="line-177">
            <a:extLst xmlns:a="http://schemas.openxmlformats.org/drawingml/2006/main">
              <a:ext uri="{FF2B5EF4-FFF2-40B4-BE49-F238E27FC236}">
                <a16:creationId xmlns:a16="http://schemas.microsoft.com/office/drawing/2014/main" id="{0F8BF70A-5F29-48EB-A3F6-FEF97248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3631" y="1709282"/>
            <a:ext cx="25003" cy="42655"/>
          </a:xfrm>
          <a:custGeom xmlns:a="http://schemas.openxmlformats.org/drawingml/2006/main">
            <a:pathLst>
              <a:path w="25003" h="42655">
                <a:moveTo>
                  <a:pt x="0" y="0"/>
                </a:moveTo>
                <a:lnTo>
                  <a:pt x="25003" y="426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2" name="line-178">
            <a:extLst xmlns:a="http://schemas.openxmlformats.org/drawingml/2006/main">
              <a:ext uri="{FF2B5EF4-FFF2-40B4-BE49-F238E27FC236}">
                <a16:creationId xmlns:a16="http://schemas.microsoft.com/office/drawing/2014/main" id="{48537BD9-6725-48B0-993B-7FFC5F17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8634" y="1751937"/>
            <a:ext cx="25003" cy="42982"/>
          </a:xfrm>
          <a:custGeom xmlns:a="http://schemas.openxmlformats.org/drawingml/2006/main">
            <a:pathLst>
              <a:path w="25003" h="42982">
                <a:moveTo>
                  <a:pt x="0" y="0"/>
                </a:moveTo>
                <a:lnTo>
                  <a:pt x="25003" y="4298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3" name="line-179">
            <a:extLst xmlns:a="http://schemas.openxmlformats.org/drawingml/2006/main">
              <a:ext uri="{FF2B5EF4-FFF2-40B4-BE49-F238E27FC236}">
                <a16:creationId xmlns:a16="http://schemas.microsoft.com/office/drawing/2014/main" id="{59F365AE-6201-4529-A4B1-214C4F0F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3638" y="1794920"/>
            <a:ext cx="25003" cy="39110"/>
          </a:xfrm>
          <a:custGeom xmlns:a="http://schemas.openxmlformats.org/drawingml/2006/main">
            <a:pathLst>
              <a:path w="25003" h="39110">
                <a:moveTo>
                  <a:pt x="0" y="0"/>
                </a:moveTo>
                <a:lnTo>
                  <a:pt x="25003" y="3911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4" name="line-180">
            <a:extLst xmlns:a="http://schemas.openxmlformats.org/drawingml/2006/main">
              <a:ext uri="{FF2B5EF4-FFF2-40B4-BE49-F238E27FC236}">
                <a16:creationId xmlns:a16="http://schemas.microsoft.com/office/drawing/2014/main" id="{DFB34193-8A3A-4EF8-B2D2-AD4E9053E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8641" y="1834029"/>
            <a:ext cx="25003" cy="31572"/>
          </a:xfrm>
          <a:custGeom xmlns:a="http://schemas.openxmlformats.org/drawingml/2006/main">
            <a:pathLst>
              <a:path w="25003" h="31572">
                <a:moveTo>
                  <a:pt x="0" y="0"/>
                </a:moveTo>
                <a:lnTo>
                  <a:pt x="25003" y="315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5" name="line-181">
            <a:extLst xmlns:a="http://schemas.openxmlformats.org/drawingml/2006/main">
              <a:ext uri="{FF2B5EF4-FFF2-40B4-BE49-F238E27FC236}">
                <a16:creationId xmlns:a16="http://schemas.microsoft.com/office/drawing/2014/main" id="{F79C4FDF-53E2-45E9-AEBF-975F0548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644" y="1865601"/>
            <a:ext cx="25003" cy="21248"/>
          </a:xfrm>
          <a:custGeom xmlns:a="http://schemas.openxmlformats.org/drawingml/2006/main">
            <a:pathLst>
              <a:path w="25003" h="21248">
                <a:moveTo>
                  <a:pt x="0" y="0"/>
                </a:moveTo>
                <a:lnTo>
                  <a:pt x="25003" y="2124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6" name="line-182">
            <a:extLst xmlns:a="http://schemas.openxmlformats.org/drawingml/2006/main">
              <a:ext uri="{FF2B5EF4-FFF2-40B4-BE49-F238E27FC236}">
                <a16:creationId xmlns:a16="http://schemas.microsoft.com/office/drawing/2014/main" id="{08EAD2EA-2182-442E-BB4D-8F5DFDA5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8647" y="188684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2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7" name="line-183">
            <a:extLst xmlns:a="http://schemas.openxmlformats.org/drawingml/2006/main">
              <a:ext uri="{FF2B5EF4-FFF2-40B4-BE49-F238E27FC236}">
                <a16:creationId xmlns:a16="http://schemas.microsoft.com/office/drawing/2014/main" id="{D5B1ED2B-6B7C-45E2-8308-9E184624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892951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15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8" name="line-184">
            <a:extLst xmlns:a="http://schemas.openxmlformats.org/drawingml/2006/main">
              <a:ext uri="{FF2B5EF4-FFF2-40B4-BE49-F238E27FC236}">
                <a16:creationId xmlns:a16="http://schemas.microsoft.com/office/drawing/2014/main" id="{5F74B600-7177-4707-9B82-CFDB7B28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8653" y="1878198"/>
            <a:ext cx="25003" cy="14752"/>
          </a:xfrm>
          <a:custGeom xmlns:a="http://schemas.openxmlformats.org/drawingml/2006/main">
            <a:pathLst>
              <a:path w="25003" h="14752">
                <a:moveTo>
                  <a:pt x="0" y="1475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9" name="line-185">
            <a:extLst xmlns:a="http://schemas.openxmlformats.org/drawingml/2006/main">
              <a:ext uri="{FF2B5EF4-FFF2-40B4-BE49-F238E27FC236}">
                <a16:creationId xmlns:a16="http://schemas.microsoft.com/office/drawing/2014/main" id="{0106BDB8-3521-45E2-8A5F-1AAAC873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3656" y="1853772"/>
            <a:ext cx="25003" cy="24426"/>
          </a:xfrm>
          <a:custGeom xmlns:a="http://schemas.openxmlformats.org/drawingml/2006/main">
            <a:pathLst>
              <a:path w="25003" h="24426">
                <a:moveTo>
                  <a:pt x="0" y="2442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0" name="line-186">
            <a:extLst xmlns:a="http://schemas.openxmlformats.org/drawingml/2006/main">
              <a:ext uri="{FF2B5EF4-FFF2-40B4-BE49-F238E27FC236}">
                <a16:creationId xmlns:a16="http://schemas.microsoft.com/office/drawing/2014/main" id="{5AABC758-6B54-4FCD-8652-23AED015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8659" y="1822469"/>
            <a:ext cx="25003" cy="31304"/>
          </a:xfrm>
          <a:custGeom xmlns:a="http://schemas.openxmlformats.org/drawingml/2006/main">
            <a:pathLst>
              <a:path w="25003" h="31304">
                <a:moveTo>
                  <a:pt x="0" y="3130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1" name="line-187">
            <a:extLst xmlns:a="http://schemas.openxmlformats.org/drawingml/2006/main">
              <a:ext uri="{FF2B5EF4-FFF2-40B4-BE49-F238E27FC236}">
                <a16:creationId xmlns:a16="http://schemas.microsoft.com/office/drawing/2014/main" id="{6208A85B-4B97-4187-A805-31453D48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3663" y="1787643"/>
            <a:ext cx="25003" cy="34825"/>
          </a:xfrm>
          <a:custGeom xmlns:a="http://schemas.openxmlformats.org/drawingml/2006/main">
            <a:pathLst>
              <a:path w="25003" h="34825">
                <a:moveTo>
                  <a:pt x="0" y="3482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2" name="line-188">
            <a:extLst xmlns:a="http://schemas.openxmlformats.org/drawingml/2006/main">
              <a:ext uri="{FF2B5EF4-FFF2-40B4-BE49-F238E27FC236}">
                <a16:creationId xmlns:a16="http://schemas.microsoft.com/office/drawing/2014/main" id="{6DC1FFAE-497D-44D7-A66E-942B0F74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8666" y="1752855"/>
            <a:ext cx="25003" cy="34788"/>
          </a:xfrm>
          <a:custGeom xmlns:a="http://schemas.openxmlformats.org/drawingml/2006/main">
            <a:pathLst>
              <a:path w="25003" h="34788">
                <a:moveTo>
                  <a:pt x="0" y="3478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3" name="line-189">
            <a:extLst xmlns:a="http://schemas.openxmlformats.org/drawingml/2006/main">
              <a:ext uri="{FF2B5EF4-FFF2-40B4-BE49-F238E27FC236}">
                <a16:creationId xmlns:a16="http://schemas.microsoft.com/office/drawing/2014/main" id="{2FD03C10-412B-47B5-9DEC-A62D8387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3669" y="1721502"/>
            <a:ext cx="25003" cy="31353"/>
          </a:xfrm>
          <a:custGeom xmlns:a="http://schemas.openxmlformats.org/drawingml/2006/main">
            <a:pathLst>
              <a:path w="25003" h="31353">
                <a:moveTo>
                  <a:pt x="0" y="3135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4" name="line-190">
            <a:extLst xmlns:a="http://schemas.openxmlformats.org/drawingml/2006/main">
              <a:ext uri="{FF2B5EF4-FFF2-40B4-BE49-F238E27FC236}">
                <a16:creationId xmlns:a16="http://schemas.microsoft.com/office/drawing/2014/main" id="{045EEC54-7BC0-4104-9816-3795E266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8672" y="1696489"/>
            <a:ext cx="25003" cy="25013"/>
          </a:xfrm>
          <a:custGeom xmlns:a="http://schemas.openxmlformats.org/drawingml/2006/main">
            <a:pathLst>
              <a:path w="25003" h="25013">
                <a:moveTo>
                  <a:pt x="0" y="2501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5" name="line-191">
            <a:extLst xmlns:a="http://schemas.openxmlformats.org/drawingml/2006/main">
              <a:ext uri="{FF2B5EF4-FFF2-40B4-BE49-F238E27FC236}">
                <a16:creationId xmlns:a16="http://schemas.microsoft.com/office/drawing/2014/main" id="{81200888-C94C-4367-911A-DBCADD93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1679961"/>
            <a:ext cx="25003" cy="16528"/>
          </a:xfrm>
          <a:custGeom xmlns:a="http://schemas.openxmlformats.org/drawingml/2006/main">
            <a:pathLst>
              <a:path w="25003" h="16528">
                <a:moveTo>
                  <a:pt x="0" y="1652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6" name="line-192">
            <a:extLst xmlns:a="http://schemas.openxmlformats.org/drawingml/2006/main">
              <a:ext uri="{FF2B5EF4-FFF2-40B4-BE49-F238E27FC236}">
                <a16:creationId xmlns:a16="http://schemas.microsoft.com/office/drawing/2014/main" id="{59239742-B443-4CA3-98F1-8912D0B3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678" y="1673122"/>
            <a:ext cx="25003" cy="9525"/>
          </a:xfrm>
          <a:custGeom xmlns:a="http://schemas.openxmlformats.org/drawingml/2006/main">
            <a:pathLst>
              <a:path w="25003" h="9525">
                <a:moveTo>
                  <a:pt x="0" y="6839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7" name="line-193">
            <a:extLst xmlns:a="http://schemas.openxmlformats.org/drawingml/2006/main">
              <a:ext uri="{FF2B5EF4-FFF2-40B4-BE49-F238E27FC236}">
                <a16:creationId xmlns:a16="http://schemas.microsoft.com/office/drawing/2014/main" id="{0B79CD5E-49F2-4E30-B14B-E1D2693F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3681" y="1673122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303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8" name="line-194">
            <a:extLst xmlns:a="http://schemas.openxmlformats.org/drawingml/2006/main">
              <a:ext uri="{FF2B5EF4-FFF2-40B4-BE49-F238E27FC236}">
                <a16:creationId xmlns:a16="http://schemas.microsoft.com/office/drawing/2014/main" id="{52294299-A3FE-47AE-B789-62A4C804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8684" y="1676158"/>
            <a:ext cx="25003" cy="12106"/>
          </a:xfrm>
          <a:custGeom xmlns:a="http://schemas.openxmlformats.org/drawingml/2006/main">
            <a:pathLst>
              <a:path w="25003" h="12106">
                <a:moveTo>
                  <a:pt x="0" y="0"/>
                </a:moveTo>
                <a:lnTo>
                  <a:pt x="25003" y="121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9" name="line-195">
            <a:extLst xmlns:a="http://schemas.openxmlformats.org/drawingml/2006/main">
              <a:ext uri="{FF2B5EF4-FFF2-40B4-BE49-F238E27FC236}">
                <a16:creationId xmlns:a16="http://schemas.microsoft.com/office/drawing/2014/main" id="{06ABDE35-AC2C-4EB6-80E4-2A3CDB1C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3688" y="1688264"/>
            <a:ext cx="25003" cy="19513"/>
          </a:xfrm>
          <a:custGeom xmlns:a="http://schemas.openxmlformats.org/drawingml/2006/main">
            <a:pathLst>
              <a:path w="25003" h="19513">
                <a:moveTo>
                  <a:pt x="0" y="0"/>
                </a:moveTo>
                <a:lnTo>
                  <a:pt x="25003" y="195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0" name="line-196">
            <a:extLst xmlns:a="http://schemas.openxmlformats.org/drawingml/2006/main">
              <a:ext uri="{FF2B5EF4-FFF2-40B4-BE49-F238E27FC236}">
                <a16:creationId xmlns:a16="http://schemas.microsoft.com/office/drawing/2014/main" id="{3BDCA468-DDFA-48BD-96CC-C2ED1491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8691" y="1707777"/>
            <a:ext cx="25003" cy="24604"/>
          </a:xfrm>
          <a:custGeom xmlns:a="http://schemas.openxmlformats.org/drawingml/2006/main">
            <a:pathLst>
              <a:path w="25003" h="24604">
                <a:moveTo>
                  <a:pt x="0" y="0"/>
                </a:moveTo>
                <a:lnTo>
                  <a:pt x="25003" y="2460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1" name="line-197">
            <a:extLst xmlns:a="http://schemas.openxmlformats.org/drawingml/2006/main">
              <a:ext uri="{FF2B5EF4-FFF2-40B4-BE49-F238E27FC236}">
                <a16:creationId xmlns:a16="http://schemas.microsoft.com/office/drawing/2014/main" id="{C96378BE-EC3E-4963-B224-D22DF548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3694" y="1732381"/>
            <a:ext cx="25003" cy="26995"/>
          </a:xfrm>
          <a:custGeom xmlns:a="http://schemas.openxmlformats.org/drawingml/2006/main">
            <a:pathLst>
              <a:path w="25003" h="26995">
                <a:moveTo>
                  <a:pt x="0" y="0"/>
                </a:moveTo>
                <a:lnTo>
                  <a:pt x="25003" y="2699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2" name="line-198">
            <a:extLst xmlns:a="http://schemas.openxmlformats.org/drawingml/2006/main">
              <a:ext uri="{FF2B5EF4-FFF2-40B4-BE49-F238E27FC236}">
                <a16:creationId xmlns:a16="http://schemas.microsoft.com/office/drawing/2014/main" id="{1B1666E3-6F68-44B9-B60A-EBBAD515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8697" y="1759376"/>
            <a:ext cx="25003" cy="26594"/>
          </a:xfrm>
          <a:custGeom xmlns:a="http://schemas.openxmlformats.org/drawingml/2006/main">
            <a:pathLst>
              <a:path w="25003" h="26594">
                <a:moveTo>
                  <a:pt x="0" y="0"/>
                </a:moveTo>
                <a:lnTo>
                  <a:pt x="25003" y="2659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3" name="line-199">
            <a:extLst xmlns:a="http://schemas.openxmlformats.org/drawingml/2006/main">
              <a:ext uri="{FF2B5EF4-FFF2-40B4-BE49-F238E27FC236}">
                <a16:creationId xmlns:a16="http://schemas.microsoft.com/office/drawing/2014/main" id="{B9EB6B83-5872-406E-9DA6-73195688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785970"/>
            <a:ext cx="25003" cy="23597"/>
          </a:xfrm>
          <a:custGeom xmlns:a="http://schemas.openxmlformats.org/drawingml/2006/main">
            <a:pathLst>
              <a:path w="25003" h="23597">
                <a:moveTo>
                  <a:pt x="0" y="0"/>
                </a:moveTo>
                <a:lnTo>
                  <a:pt x="25003" y="2359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4" name="line-200">
            <a:extLst xmlns:a="http://schemas.openxmlformats.org/drawingml/2006/main">
              <a:ext uri="{FF2B5EF4-FFF2-40B4-BE49-F238E27FC236}">
                <a16:creationId xmlns:a16="http://schemas.microsoft.com/office/drawing/2014/main" id="{4E45B81A-509A-4DA4-B4C9-684F93CA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8703" y="1809567"/>
            <a:ext cx="25003" cy="18454"/>
          </a:xfrm>
          <a:custGeom xmlns:a="http://schemas.openxmlformats.org/drawingml/2006/main">
            <a:pathLst>
              <a:path w="25003" h="18454">
                <a:moveTo>
                  <a:pt x="0" y="0"/>
                </a:moveTo>
                <a:lnTo>
                  <a:pt x="25003" y="1845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5" name="line-201">
            <a:extLst xmlns:a="http://schemas.openxmlformats.org/drawingml/2006/main">
              <a:ext uri="{FF2B5EF4-FFF2-40B4-BE49-F238E27FC236}">
                <a16:creationId xmlns:a16="http://schemas.microsoft.com/office/drawing/2014/main" id="{1BC706CA-081E-4B71-9586-606DFDAE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3706" y="1828021"/>
            <a:ext cx="25003" cy="11808"/>
          </a:xfrm>
          <a:custGeom xmlns:a="http://schemas.openxmlformats.org/drawingml/2006/main">
            <a:pathLst>
              <a:path w="25003" h="11808">
                <a:moveTo>
                  <a:pt x="0" y="0"/>
                </a:moveTo>
                <a:lnTo>
                  <a:pt x="25003" y="1180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6" name="line-202">
            <a:extLst xmlns:a="http://schemas.openxmlformats.org/drawingml/2006/main">
              <a:ext uri="{FF2B5EF4-FFF2-40B4-BE49-F238E27FC236}">
                <a16:creationId xmlns:a16="http://schemas.microsoft.com/office/drawing/2014/main" id="{747B4531-E941-4B11-BD4D-056788F3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8709" y="183982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442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7" name="line-203">
            <a:extLst xmlns:a="http://schemas.openxmlformats.org/drawingml/2006/main">
              <a:ext uri="{FF2B5EF4-FFF2-40B4-BE49-F238E27FC236}">
                <a16:creationId xmlns:a16="http://schemas.microsoft.com/office/drawing/2014/main" id="{C1610E81-7B93-4109-B350-4103B18D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3713" y="184133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91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8" name="line-204">
            <a:extLst xmlns:a="http://schemas.openxmlformats.org/drawingml/2006/main">
              <a:ext uri="{FF2B5EF4-FFF2-40B4-BE49-F238E27FC236}">
                <a16:creationId xmlns:a16="http://schemas.microsoft.com/office/drawing/2014/main" id="{4A1BE1D0-BDEF-42FF-A8CA-BD694E02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8716" y="183187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946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9" name="line-205">
            <a:extLst xmlns:a="http://schemas.openxmlformats.org/drawingml/2006/main">
              <a:ext uri="{FF2B5EF4-FFF2-40B4-BE49-F238E27FC236}">
                <a16:creationId xmlns:a16="http://schemas.microsoft.com/office/drawing/2014/main" id="{CC869B2C-FA07-46FE-A60A-5D3EE967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3719" y="1817273"/>
            <a:ext cx="25003" cy="14600"/>
          </a:xfrm>
          <a:custGeom xmlns:a="http://schemas.openxmlformats.org/drawingml/2006/main">
            <a:pathLst>
              <a:path w="25003" h="14600">
                <a:moveTo>
                  <a:pt x="0" y="1460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0" name="line-206">
            <a:extLst xmlns:a="http://schemas.openxmlformats.org/drawingml/2006/main">
              <a:ext uri="{FF2B5EF4-FFF2-40B4-BE49-F238E27FC236}">
                <a16:creationId xmlns:a16="http://schemas.microsoft.com/office/drawing/2014/main" id="{0B327CC5-F09F-4194-AA95-6ABD777D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722" y="1799369"/>
            <a:ext cx="25003" cy="17904"/>
          </a:xfrm>
          <a:custGeom xmlns:a="http://schemas.openxmlformats.org/drawingml/2006/main">
            <a:pathLst>
              <a:path w="25003" h="17904">
                <a:moveTo>
                  <a:pt x="0" y="1790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1" name="line-207">
            <a:extLst xmlns:a="http://schemas.openxmlformats.org/drawingml/2006/main">
              <a:ext uri="{FF2B5EF4-FFF2-40B4-BE49-F238E27FC236}">
                <a16:creationId xmlns:a16="http://schemas.microsoft.com/office/drawing/2014/main" id="{4353A061-6B01-4E58-B1E3-34DA5C1C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780205"/>
            <a:ext cx="25003" cy="19165"/>
          </a:xfrm>
          <a:custGeom xmlns:a="http://schemas.openxmlformats.org/drawingml/2006/main">
            <a:pathLst>
              <a:path w="25003" h="19165">
                <a:moveTo>
                  <a:pt x="0" y="1916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2" name="line-208">
            <a:extLst xmlns:a="http://schemas.openxmlformats.org/drawingml/2006/main">
              <a:ext uri="{FF2B5EF4-FFF2-40B4-BE49-F238E27FC236}">
                <a16:creationId xmlns:a16="http://schemas.microsoft.com/office/drawing/2014/main" id="{A40E7EC3-A1F2-4E1C-93E3-3CC8C989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8728" y="1761805"/>
            <a:ext cx="25003" cy="18399"/>
          </a:xfrm>
          <a:custGeom xmlns:a="http://schemas.openxmlformats.org/drawingml/2006/main">
            <a:pathLst>
              <a:path w="25003" h="18399">
                <a:moveTo>
                  <a:pt x="0" y="18399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3" name="line-209">
            <a:extLst xmlns:a="http://schemas.openxmlformats.org/drawingml/2006/main">
              <a:ext uri="{FF2B5EF4-FFF2-40B4-BE49-F238E27FC236}">
                <a16:creationId xmlns:a16="http://schemas.microsoft.com/office/drawing/2014/main" id="{88950F69-70D4-45C7-9081-BC9305E5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3731" y="1745964"/>
            <a:ext cx="25003" cy="15841"/>
          </a:xfrm>
          <a:custGeom xmlns:a="http://schemas.openxmlformats.org/drawingml/2006/main">
            <a:pathLst>
              <a:path w="25003" h="15841">
                <a:moveTo>
                  <a:pt x="0" y="15841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4" name="line-210">
            <a:extLst xmlns:a="http://schemas.openxmlformats.org/drawingml/2006/main">
              <a:ext uri="{FF2B5EF4-FFF2-40B4-BE49-F238E27FC236}">
                <a16:creationId xmlns:a16="http://schemas.microsoft.com/office/drawing/2014/main" id="{23D3FA54-4C59-4DB8-AD4C-DDFAFF2C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8734" y="1734070"/>
            <a:ext cx="25003" cy="11895"/>
          </a:xfrm>
          <a:custGeom xmlns:a="http://schemas.openxmlformats.org/drawingml/2006/main">
            <a:pathLst>
              <a:path w="25003" h="11895">
                <a:moveTo>
                  <a:pt x="0" y="1189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5" name="line-211">
            <a:extLst xmlns:a="http://schemas.openxmlformats.org/drawingml/2006/main">
              <a:ext uri="{FF2B5EF4-FFF2-40B4-BE49-F238E27FC236}">
                <a16:creationId xmlns:a16="http://schemas.microsoft.com/office/drawing/2014/main" id="{0DBCE1A3-915C-4937-ADD5-1E705030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3738" y="1726981"/>
            <a:ext cx="25003" cy="9525"/>
          </a:xfrm>
          <a:custGeom xmlns:a="http://schemas.openxmlformats.org/drawingml/2006/main">
            <a:pathLst>
              <a:path w="25003" h="9525">
                <a:moveTo>
                  <a:pt x="0" y="708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6" name="line-212">
            <a:extLst xmlns:a="http://schemas.openxmlformats.org/drawingml/2006/main">
              <a:ext uri="{FF2B5EF4-FFF2-40B4-BE49-F238E27FC236}">
                <a16:creationId xmlns:a16="http://schemas.microsoft.com/office/drawing/2014/main" id="{B68DD1BB-F867-4DB5-B7BC-E083B2A5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8741" y="172497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00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7" name="line-213">
            <a:extLst xmlns:a="http://schemas.openxmlformats.org/drawingml/2006/main">
              <a:ext uri="{FF2B5EF4-FFF2-40B4-BE49-F238E27FC236}">
                <a16:creationId xmlns:a16="http://schemas.microsoft.com/office/drawing/2014/main" id="{CF84F9CC-D61F-42BD-862E-A4827B82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3744" y="172497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279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8" name="line-214">
            <a:extLst xmlns:a="http://schemas.openxmlformats.org/drawingml/2006/main">
              <a:ext uri="{FF2B5EF4-FFF2-40B4-BE49-F238E27FC236}">
                <a16:creationId xmlns:a16="http://schemas.microsoft.com/office/drawing/2014/main" id="{4C9B996E-DBAB-4038-99FD-C93C6AF1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8747" y="1727775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681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9" name="line-215">
            <a:extLst xmlns:a="http://schemas.openxmlformats.org/drawingml/2006/main">
              <a:ext uri="{FF2B5EF4-FFF2-40B4-BE49-F238E27FC236}">
                <a16:creationId xmlns:a16="http://schemas.microsoft.com/office/drawing/2014/main" id="{37C91F7D-F61E-41CC-8960-5BCB4DA4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34590"/>
            <a:ext cx="25003" cy="9686"/>
          </a:xfrm>
          <a:custGeom xmlns:a="http://schemas.openxmlformats.org/drawingml/2006/main">
            <a:pathLst>
              <a:path w="25003" h="9686">
                <a:moveTo>
                  <a:pt x="0" y="0"/>
                </a:moveTo>
                <a:lnTo>
                  <a:pt x="25003" y="968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0" name="line-216">
            <a:extLst xmlns:a="http://schemas.openxmlformats.org/drawingml/2006/main">
              <a:ext uri="{FF2B5EF4-FFF2-40B4-BE49-F238E27FC236}">
                <a16:creationId xmlns:a16="http://schemas.microsoft.com/office/drawing/2014/main" id="{FED642D3-D56E-4158-BBDE-7BEC0420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8753" y="1744276"/>
            <a:ext cx="25003" cy="11205"/>
          </a:xfrm>
          <a:custGeom xmlns:a="http://schemas.openxmlformats.org/drawingml/2006/main">
            <a:pathLst>
              <a:path w="25003" h="11205">
                <a:moveTo>
                  <a:pt x="0" y="0"/>
                </a:moveTo>
                <a:lnTo>
                  <a:pt x="25003" y="1120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1" name="line-217">
            <a:extLst xmlns:a="http://schemas.openxmlformats.org/drawingml/2006/main">
              <a:ext uri="{FF2B5EF4-FFF2-40B4-BE49-F238E27FC236}">
                <a16:creationId xmlns:a16="http://schemas.microsoft.com/office/drawing/2014/main" id="{0D7B5C34-69D3-40D8-B34A-2F1CD3A6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3756" y="1755480"/>
            <a:ext cx="25003" cy="11334"/>
          </a:xfrm>
          <a:custGeom xmlns:a="http://schemas.openxmlformats.org/drawingml/2006/main">
            <a:pathLst>
              <a:path w="25003" h="11334">
                <a:moveTo>
                  <a:pt x="0" y="0"/>
                </a:moveTo>
                <a:lnTo>
                  <a:pt x="25003" y="1133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2" name="line-218">
            <a:extLst xmlns:a="http://schemas.openxmlformats.org/drawingml/2006/main">
              <a:ext uri="{FF2B5EF4-FFF2-40B4-BE49-F238E27FC236}">
                <a16:creationId xmlns:a16="http://schemas.microsoft.com/office/drawing/2014/main" id="{17A9A597-DE6C-47BF-A4AC-343BAEFA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8759" y="1766815"/>
            <a:ext cx="25003" cy="10205"/>
          </a:xfrm>
          <a:custGeom xmlns:a="http://schemas.openxmlformats.org/drawingml/2006/main">
            <a:pathLst>
              <a:path w="25003" h="10205">
                <a:moveTo>
                  <a:pt x="0" y="0"/>
                </a:moveTo>
                <a:lnTo>
                  <a:pt x="25003" y="1020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3" name="line-219">
            <a:extLst xmlns:a="http://schemas.openxmlformats.org/drawingml/2006/main">
              <a:ext uri="{FF2B5EF4-FFF2-40B4-BE49-F238E27FC236}">
                <a16:creationId xmlns:a16="http://schemas.microsoft.com/office/drawing/2014/main" id="{93FEE674-129D-41D1-84E1-34235096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763" y="177702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808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4" name="line-220">
            <a:extLst xmlns:a="http://schemas.openxmlformats.org/drawingml/2006/main">
              <a:ext uri="{FF2B5EF4-FFF2-40B4-BE49-F238E27FC236}">
                <a16:creationId xmlns:a16="http://schemas.microsoft.com/office/drawing/2014/main" id="{27422C88-36FE-436C-975F-4A0753FE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8766" y="1785104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533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5" name="line-221">
            <a:extLst xmlns:a="http://schemas.openxmlformats.org/drawingml/2006/main">
              <a:ext uri="{FF2B5EF4-FFF2-40B4-BE49-F238E27FC236}">
                <a16:creationId xmlns:a16="http://schemas.microsoft.com/office/drawing/2014/main" id="{B11BF433-D53B-444B-B6E2-B90D8F9C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3769" y="179044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236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6" name="line-222">
            <a:extLst xmlns:a="http://schemas.openxmlformats.org/drawingml/2006/main">
              <a:ext uri="{FF2B5EF4-FFF2-40B4-BE49-F238E27FC236}">
                <a16:creationId xmlns:a16="http://schemas.microsoft.com/office/drawing/2014/main" id="{B2C47EE7-AE19-4948-95E0-EDFEADD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8772" y="179239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1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7" name="line-223">
            <a:extLst xmlns:a="http://schemas.openxmlformats.org/drawingml/2006/main">
              <a:ext uri="{FF2B5EF4-FFF2-40B4-BE49-F238E27FC236}">
                <a16:creationId xmlns:a16="http://schemas.microsoft.com/office/drawing/2014/main" id="{EE68C5F0-B992-469B-BACD-16AB31911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1789716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67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8" name="line-224">
            <a:extLst xmlns:a="http://schemas.openxmlformats.org/drawingml/2006/main">
              <a:ext uri="{FF2B5EF4-FFF2-40B4-BE49-F238E27FC236}">
                <a16:creationId xmlns:a16="http://schemas.microsoft.com/office/drawing/2014/main" id="{38B49034-0F65-42B5-B6F3-6598F2EC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8778" y="1785548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16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9" name="line-225">
            <a:extLst xmlns:a="http://schemas.openxmlformats.org/drawingml/2006/main">
              <a:ext uri="{FF2B5EF4-FFF2-40B4-BE49-F238E27FC236}">
                <a16:creationId xmlns:a16="http://schemas.microsoft.com/office/drawing/2014/main" id="{472003B4-EB3B-4C0D-9C68-120FD3ED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781" y="1780775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77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0" name="line-226">
            <a:extLst xmlns:a="http://schemas.openxmlformats.org/drawingml/2006/main">
              <a:ext uri="{FF2B5EF4-FFF2-40B4-BE49-F238E27FC236}">
                <a16:creationId xmlns:a16="http://schemas.microsoft.com/office/drawing/2014/main" id="{0DA541FE-9B82-4FF3-9FD2-85B331DC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784" y="177627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50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1" name="line-227">
            <a:extLst xmlns:a="http://schemas.openxmlformats.org/drawingml/2006/main">
              <a:ext uri="{FF2B5EF4-FFF2-40B4-BE49-F238E27FC236}">
                <a16:creationId xmlns:a16="http://schemas.microsoft.com/office/drawing/2014/main" id="{77C694F3-1829-4465-BBD2-B4AF7021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3788" y="1772766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50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2" name="line-228">
            <a:extLst xmlns:a="http://schemas.openxmlformats.org/drawingml/2006/main">
              <a:ext uri="{FF2B5EF4-FFF2-40B4-BE49-F238E27FC236}">
                <a16:creationId xmlns:a16="http://schemas.microsoft.com/office/drawing/2014/main" id="{770C313C-53FB-4472-90AF-B951BA56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8791" y="1770755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011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3" name="line-229">
            <a:extLst xmlns:a="http://schemas.openxmlformats.org/drawingml/2006/main">
              <a:ext uri="{FF2B5EF4-FFF2-40B4-BE49-F238E27FC236}">
                <a16:creationId xmlns:a16="http://schemas.microsoft.com/office/drawing/2014/main" id="{5BBC31C9-A489-4A0A-95EC-194761236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794" y="1770427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2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4" name="line-230">
            <a:extLst xmlns:a="http://schemas.openxmlformats.org/drawingml/2006/main">
              <a:ext uri="{FF2B5EF4-FFF2-40B4-BE49-F238E27FC236}">
                <a16:creationId xmlns:a16="http://schemas.microsoft.com/office/drawing/2014/main" id="{3C8B7E03-3A58-4805-9931-27DAD7E6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8797" y="1770427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122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5" name="line-231">
            <a:extLst xmlns:a="http://schemas.openxmlformats.org/drawingml/2006/main">
              <a:ext uri="{FF2B5EF4-FFF2-40B4-BE49-F238E27FC236}">
                <a16:creationId xmlns:a16="http://schemas.microsoft.com/office/drawing/2014/main" id="{64F085CB-A3B0-4DE3-B326-0892B683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166" name="object-232">
            <a:extLst xmlns:a="http://schemas.openxmlformats.org/drawingml/2006/main">
              <a:ext uri="{FF2B5EF4-FFF2-40B4-BE49-F238E27FC236}">
                <a16:creationId xmlns:a16="http://schemas.microsoft.com/office/drawing/2014/main" id="{44B37203-6492-4AA0-AB6D-8C2DDB32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提出暂停</a:t>
            </a:r>
          </a:p>
        </p:txBody>
      </p:sp>
      <p:sp>
        <p:nvSpPr>
          <p:cNvPr id="167" name="line-233">
            <a:extLst xmlns:a="http://schemas.openxmlformats.org/drawingml/2006/main">
              <a:ext uri="{FF2B5EF4-FFF2-40B4-BE49-F238E27FC236}">
                <a16:creationId xmlns:a16="http://schemas.microsoft.com/office/drawing/2014/main" id="{785F7ED9-7D2A-4871-BC17-09E27B26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68" name="object-234">
            <a:extLst xmlns:a="http://schemas.openxmlformats.org/drawingml/2006/main">
              <a:ext uri="{FF2B5EF4-FFF2-40B4-BE49-F238E27FC236}">
                <a16:creationId xmlns:a16="http://schemas.microsoft.com/office/drawing/2014/main" id="{988B00BA-A420-4B11-BD93-393E777A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开始淡出</a:t>
            </a:r>
          </a:p>
        </p:txBody>
      </p:sp>
      <p:sp>
        <p:nvSpPr>
          <p:cNvPr id="169" name="line-235">
            <a:extLst xmlns:a="http://schemas.openxmlformats.org/drawingml/2006/main">
              <a:ext uri="{FF2B5EF4-FFF2-40B4-BE49-F238E27FC236}">
                <a16:creationId xmlns:a16="http://schemas.microsoft.com/office/drawing/2014/main" id="{7E3741F1-191F-4306-9363-0FA22307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70" name="object-236">
            <a:extLst xmlns:a="http://schemas.openxmlformats.org/drawingml/2006/main">
              <a:ext uri="{FF2B5EF4-FFF2-40B4-BE49-F238E27FC236}">
                <a16:creationId xmlns:a16="http://schemas.microsoft.com/office/drawing/2014/main" id="{8B9D6B0F-153A-43A1-AF9A-A677A9B1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淡出结束</a:t>
            </a:r>
          </a:p>
        </p:txBody>
      </p:sp>
      <p:sp>
        <p:nvSpPr>
          <p:cNvPr id="171" name="line-237">
            <a:extLst xmlns:a="http://schemas.openxmlformats.org/drawingml/2006/main">
              <a:ext uri="{FF2B5EF4-FFF2-40B4-BE49-F238E27FC236}">
                <a16:creationId xmlns:a16="http://schemas.microsoft.com/office/drawing/2014/main" id="{5AC3CE5E-AEF2-4838-97AC-B3EAF838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72" name="object-238">
            <a:extLst xmlns:a="http://schemas.openxmlformats.org/drawingml/2006/main">
              <a:ext uri="{FF2B5EF4-FFF2-40B4-BE49-F238E27FC236}">
                <a16:creationId xmlns:a16="http://schemas.microsoft.com/office/drawing/2014/main" id="{092AFA7E-9009-4687-9F3B-6EA74E8D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完成收尾</a:t>
            </a:r>
          </a:p>
        </p:txBody>
      </p:sp>
      <p:sp>
        <p:nvSpPr>
          <p:cNvPr id="173" name="line-239">
            <a:extLst xmlns:a="http://schemas.openxmlformats.org/drawingml/2006/main">
              <a:ext uri="{FF2B5EF4-FFF2-40B4-BE49-F238E27FC236}">
                <a16:creationId xmlns:a16="http://schemas.microsoft.com/office/drawing/2014/main" id="{5682068A-2937-45A6-A4B1-78CE1750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74" name="object-240">
            <a:extLst xmlns:a="http://schemas.openxmlformats.org/drawingml/2006/main">
              <a:ext uri="{FF2B5EF4-FFF2-40B4-BE49-F238E27FC236}">
                <a16:creationId xmlns:a16="http://schemas.microsoft.com/office/drawing/2014/main" id="{F2F345FD-3A08-4410-935E-75F85F82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控制请求</a:t>
            </a:r>
          </a:p>
        </p:txBody>
      </p:sp>
      <p:sp>
        <p:nvSpPr>
          <p:cNvPr id="175" name="line-241">
            <a:extLst xmlns:a="http://schemas.openxmlformats.org/drawingml/2006/main">
              <a:ext uri="{FF2B5EF4-FFF2-40B4-BE49-F238E27FC236}">
                <a16:creationId xmlns:a16="http://schemas.microsoft.com/office/drawing/2014/main" id="{694E05A0-0FD1-4B92-A910-49A3CA95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6" name="line-242">
            <a:extLst xmlns:a="http://schemas.openxmlformats.org/drawingml/2006/main">
              <a:ext uri="{FF2B5EF4-FFF2-40B4-BE49-F238E27FC236}">
                <a16:creationId xmlns:a16="http://schemas.microsoft.com/office/drawing/2014/main" id="{D065C5AD-1C7E-4495-82D2-4EEB9868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7" name="line-243">
            <a:extLst xmlns:a="http://schemas.openxmlformats.org/drawingml/2006/main">
              <a:ext uri="{FF2B5EF4-FFF2-40B4-BE49-F238E27FC236}">
                <a16:creationId xmlns:a16="http://schemas.microsoft.com/office/drawing/2014/main" id="{D2675796-2419-4CA6-AE70-55A839CB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8" name="line-244">
            <a:extLst xmlns:a="http://schemas.openxmlformats.org/drawingml/2006/main">
              <a:ext uri="{FF2B5EF4-FFF2-40B4-BE49-F238E27FC236}">
                <a16:creationId xmlns:a16="http://schemas.microsoft.com/office/drawing/2014/main" id="{2699B686-7DE2-4088-96BD-9A3C92DE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9" name="line-245">
            <a:extLst xmlns:a="http://schemas.openxmlformats.org/drawingml/2006/main">
              <a:ext uri="{FF2B5EF4-FFF2-40B4-BE49-F238E27FC236}">
                <a16:creationId xmlns:a16="http://schemas.microsoft.com/office/drawing/2014/main" id="{5EA00BDA-3FFC-4919-AE51-9F33DC0D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0" name="line-246">
            <a:extLst xmlns:a="http://schemas.openxmlformats.org/drawingml/2006/main">
              <a:ext uri="{FF2B5EF4-FFF2-40B4-BE49-F238E27FC236}">
                <a16:creationId xmlns:a16="http://schemas.microsoft.com/office/drawing/2014/main" id="{C51CBB31-AD81-4F90-9E40-9FD9EA1B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1" name="line-247">
            <a:extLst xmlns:a="http://schemas.openxmlformats.org/drawingml/2006/main">
              <a:ext uri="{FF2B5EF4-FFF2-40B4-BE49-F238E27FC236}">
                <a16:creationId xmlns:a16="http://schemas.microsoft.com/office/drawing/2014/main" id="{16275242-C87F-4586-9B39-C23F6580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482" y="31432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82" name="line-248">
            <a:extLst xmlns:a="http://schemas.openxmlformats.org/drawingml/2006/main">
              <a:ext uri="{FF2B5EF4-FFF2-40B4-BE49-F238E27FC236}">
                <a16:creationId xmlns:a16="http://schemas.microsoft.com/office/drawing/2014/main" id="{FD9DB96C-C4B8-41C2-88BB-1CD1F50F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482" y="31018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83" name="object-249">
            <a:extLst xmlns:a="http://schemas.openxmlformats.org/drawingml/2006/main">
              <a:ext uri="{FF2B5EF4-FFF2-40B4-BE49-F238E27FC236}">
                <a16:creationId xmlns:a16="http://schemas.microsoft.com/office/drawing/2014/main" id="{9EB70879-51C6-40E3-85F5-F5F27A0E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003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等待执行</a:t>
            </a:r>
          </a:p>
        </p:txBody>
      </p:sp>
      <p:sp>
        <p:nvSpPr>
          <p:cNvPr id="184" name="reveal1-line-250">
            <a:extLst xmlns:a="http://schemas.openxmlformats.org/drawingml/2006/main">
              <a:ext uri="{FF2B5EF4-FFF2-40B4-BE49-F238E27FC236}">
                <a16:creationId xmlns:a16="http://schemas.microsoft.com/office/drawing/2014/main" id="{D2C1BA1F-5CD2-4485-AD3A-0B11691E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5" name="reveal1-line-251">
            <a:extLst xmlns:a="http://schemas.openxmlformats.org/drawingml/2006/main">
              <a:ext uri="{FF2B5EF4-FFF2-40B4-BE49-F238E27FC236}">
                <a16:creationId xmlns:a16="http://schemas.microsoft.com/office/drawing/2014/main" id="{1DD54AC9-73A3-456A-9B16-ED802D16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6" name="reveal1-line-252">
            <a:extLst xmlns:a="http://schemas.openxmlformats.org/drawingml/2006/main">
              <a:ext uri="{FF2B5EF4-FFF2-40B4-BE49-F238E27FC236}">
                <a16:creationId xmlns:a16="http://schemas.microsoft.com/office/drawing/2014/main" id="{E87F7475-DFE4-4693-8D58-E0DCFB45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175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7" name="reveal1-line-253">
            <a:extLst xmlns:a="http://schemas.openxmlformats.org/drawingml/2006/main">
              <a:ext uri="{FF2B5EF4-FFF2-40B4-BE49-F238E27FC236}">
                <a16:creationId xmlns:a16="http://schemas.microsoft.com/office/drawing/2014/main" id="{BC5D6BAB-E14A-47F5-8708-EA470CCD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8" name="reveal1-line-254">
            <a:extLst xmlns:a="http://schemas.openxmlformats.org/drawingml/2006/main">
              <a:ext uri="{FF2B5EF4-FFF2-40B4-BE49-F238E27FC236}">
                <a16:creationId xmlns:a16="http://schemas.microsoft.com/office/drawing/2014/main" id="{B9A2EA89-DC81-4048-8875-9F63BB85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725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9" name="reveal1-line-255">
            <a:extLst xmlns:a="http://schemas.openxmlformats.org/drawingml/2006/main">
              <a:ext uri="{FF2B5EF4-FFF2-40B4-BE49-F238E27FC236}">
                <a16:creationId xmlns:a16="http://schemas.microsoft.com/office/drawing/2014/main" id="{3FC5290A-4F56-46F9-94DB-D79ECB11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90" name="reveal1-line-256">
            <a:extLst xmlns:a="http://schemas.openxmlformats.org/drawingml/2006/main">
              <a:ext uri="{FF2B5EF4-FFF2-40B4-BE49-F238E27FC236}">
                <a16:creationId xmlns:a16="http://schemas.microsoft.com/office/drawing/2014/main" id="{BA6DADB4-E784-4852-82F5-A08FFB54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6982" y="31432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1" name="reveal1-line-257">
            <a:extLst xmlns:a="http://schemas.openxmlformats.org/drawingml/2006/main">
              <a:ext uri="{FF2B5EF4-FFF2-40B4-BE49-F238E27FC236}">
                <a16:creationId xmlns:a16="http://schemas.microsoft.com/office/drawing/2014/main" id="{2333BCFE-7E3E-4BC2-9118-FF390FC48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6982" y="31018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2" name="reveal1-object-258">
            <a:extLst xmlns:a="http://schemas.openxmlformats.org/drawingml/2006/main">
              <a:ext uri="{FF2B5EF4-FFF2-40B4-BE49-F238E27FC236}">
                <a16:creationId xmlns:a16="http://schemas.microsoft.com/office/drawing/2014/main" id="{541E42D4-6818-4113-88CA-291B8172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771775"/>
            <a:ext cx="2143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完成处理再次排队</a:t>
            </a:r>
          </a:p>
        </p:txBody>
      </p:sp>
      <p:sp>
        <p:nvSpPr>
          <p:cNvPr id="193" name="reveal1-object-259">
            <a:extLst xmlns:a="http://schemas.openxmlformats.org/drawingml/2006/main">
              <a:ext uri="{FF2B5EF4-FFF2-40B4-BE49-F238E27FC236}">
                <a16:creationId xmlns:a16="http://schemas.microsoft.com/office/drawing/2014/main" id="{E57995AF-F85A-47F6-8D77-70F348ED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输入连接</a:t>
            </a:r>
          </a:p>
        </p:txBody>
      </p:sp>
      <p:sp>
        <p:nvSpPr>
          <p:cNvPr id="194" name="reveal1-line-260">
            <a:extLst xmlns:a="http://schemas.openxmlformats.org/drawingml/2006/main">
              <a:ext uri="{FF2B5EF4-FFF2-40B4-BE49-F238E27FC236}">
                <a16:creationId xmlns:a16="http://schemas.microsoft.com/office/drawing/2014/main" id="{1DFF1992-9F73-427B-A34B-2CC2075E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19550"/>
            <a:ext cx="7505700" cy="9525"/>
          </a:xfrm>
          <a:custGeom xmlns:a="http://schemas.openxmlformats.org/drawingml/2006/main">
            <a:pathLst>
              <a:path w="7505700" h="9525">
                <a:moveTo>
                  <a:pt x="0" y="0"/>
                </a:moveTo>
                <a:lnTo>
                  <a:pt x="7505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195" name="reveal1-object-261">
            <a:extLst xmlns:a="http://schemas.openxmlformats.org/drawingml/2006/main">
              <a:ext uri="{FF2B5EF4-FFF2-40B4-BE49-F238E27FC236}">
                <a16:creationId xmlns:a16="http://schemas.microsoft.com/office/drawing/2014/main" id="{D044DAB7-9997-4D61-82BD-275416E7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60997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仍相连，继续处理以完成淡出</a:t>
            </a:r>
          </a:p>
        </p:txBody>
      </p:sp>
      <p:sp>
        <p:nvSpPr>
          <p:cNvPr id="196" name="reveal1-line-262">
            <a:extLst xmlns:a="http://schemas.openxmlformats.org/drawingml/2006/main">
              <a:ext uri="{FF2B5EF4-FFF2-40B4-BE49-F238E27FC236}">
                <a16:creationId xmlns:a16="http://schemas.microsoft.com/office/drawing/2014/main" id="{F0BA5B8F-32D8-4E6B-9973-C2C31B38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905250"/>
            <a:ext cx="190500" cy="228600"/>
          </a:xfrm>
          <a:custGeom xmlns:a="http://schemas.openxmlformats.org/drawingml/2006/main">
            <a:pathLst>
              <a:path w="190500" h="228600">
                <a:moveTo>
                  <a:pt x="0" y="0"/>
                </a:moveTo>
                <a:lnTo>
                  <a:pt x="19050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197" name="reveal1-line-263">
            <a:extLst xmlns:a="http://schemas.openxmlformats.org/drawingml/2006/main">
              <a:ext uri="{FF2B5EF4-FFF2-40B4-BE49-F238E27FC236}">
                <a16:creationId xmlns:a16="http://schemas.microsoft.com/office/drawing/2014/main" id="{DFBE52C3-8801-4743-8996-9D7684B1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905250"/>
            <a:ext cx="190500" cy="228600"/>
          </a:xfrm>
          <a:custGeom xmlns:a="http://schemas.openxmlformats.org/drawingml/2006/main">
            <a:pathLst>
              <a:path w="190500" h="228600">
                <a:moveTo>
                  <a:pt x="19050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198" name="reveal1-object-264">
            <a:extLst xmlns:a="http://schemas.openxmlformats.org/drawingml/2006/main">
              <a:ext uri="{FF2B5EF4-FFF2-40B4-BE49-F238E27FC236}">
                <a16:creationId xmlns:a16="http://schemas.microsoft.com/office/drawing/2014/main" id="{179834BB-5C1A-4EFC-8B47-1043602B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82905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断开</a:t>
            </a:r>
          </a:p>
        </p:txBody>
      </p:sp>
      <p:sp>
        <p:nvSpPr>
          <p:cNvPr id="199" name="reveal1-object-265">
            <a:extLst xmlns:a="http://schemas.openxmlformats.org/drawingml/2006/main">
              <a:ext uri="{FF2B5EF4-FFF2-40B4-BE49-F238E27FC236}">
                <a16:creationId xmlns:a16="http://schemas.microsoft.com/office/drawing/2014/main" id="{B447715B-5590-4217-A0F3-188FB4DD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增益</a:t>
            </a:r>
          </a:p>
        </p:txBody>
      </p:sp>
      <p:sp>
        <p:nvSpPr>
          <p:cNvPr id="200" name="reveal1-line-266">
            <a:extLst xmlns:a="http://schemas.openxmlformats.org/drawingml/2006/main">
              <a:ext uri="{FF2B5EF4-FFF2-40B4-BE49-F238E27FC236}">
                <a16:creationId xmlns:a16="http://schemas.microsoft.com/office/drawing/2014/main" id="{371AC984-28FA-4EAA-B315-A2BCA3A2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24400"/>
            <a:ext cx="2571750" cy="9525"/>
          </a:xfrm>
          <a:custGeom xmlns:a="http://schemas.openxmlformats.org/drawingml/2006/main">
            <a:pathLst>
              <a:path w="2571750" h="9525">
                <a:moveTo>
                  <a:pt x="0" y="0"/>
                </a:moveTo>
                <a:lnTo>
                  <a:pt x="2571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01" name="reveal1-line-267">
            <a:extLst xmlns:a="http://schemas.openxmlformats.org/drawingml/2006/main">
              <a:ext uri="{FF2B5EF4-FFF2-40B4-BE49-F238E27FC236}">
                <a16:creationId xmlns:a16="http://schemas.microsoft.com/office/drawing/2014/main" id="{B38D07D5-FD94-4196-8F5F-5334AAC5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724400"/>
            <a:ext cx="2667000" cy="561975"/>
          </a:xfrm>
          <a:custGeom xmlns:a="http://schemas.openxmlformats.org/drawingml/2006/main">
            <a:pathLst>
              <a:path w="2667000" h="561975">
                <a:moveTo>
                  <a:pt x="0" y="0"/>
                </a:moveTo>
                <a:lnTo>
                  <a:pt x="2667000" y="561975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02" name="reveal1-line-268">
            <a:extLst xmlns:a="http://schemas.openxmlformats.org/drawingml/2006/main">
              <a:ext uri="{FF2B5EF4-FFF2-40B4-BE49-F238E27FC236}">
                <a16:creationId xmlns:a16="http://schemas.microsoft.com/office/drawing/2014/main" id="{1A42BE89-6DFE-414D-A110-5882514B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86375"/>
            <a:ext cx="3238500" cy="9525"/>
          </a:xfrm>
          <a:custGeom xmlns:a="http://schemas.openxmlformats.org/drawingml/2006/main">
            <a:pathLst>
              <a:path w="3238500" h="9525">
                <a:moveTo>
                  <a:pt x="0" y="0"/>
                </a:moveTo>
                <a:lnTo>
                  <a:pt x="323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03" name="reveal1-object-269">
            <a:extLst xmlns:a="http://schemas.openxmlformats.org/drawingml/2006/main">
              <a:ext uri="{FF2B5EF4-FFF2-40B4-BE49-F238E27FC236}">
                <a16:creationId xmlns:a16="http://schemas.microsoft.com/office/drawing/2014/main" id="{60F14757-79F8-45EF-9DB2-7E09170C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播放中</a:t>
            </a:r>
          </a:p>
        </p:txBody>
      </p:sp>
      <p:sp>
        <p:nvSpPr>
          <p:cNvPr id="204" name="reveal1-object-270">
            <a:extLst xmlns:a="http://schemas.openxmlformats.org/drawingml/2006/main">
              <a:ext uri="{FF2B5EF4-FFF2-40B4-BE49-F238E27FC236}">
                <a16:creationId xmlns:a16="http://schemas.microsoft.com/office/drawing/2014/main" id="{F1CB7261-7681-4F11-9EBC-70B11D81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4006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正在暂停</a:t>
            </a:r>
          </a:p>
        </p:txBody>
      </p:sp>
      <p:sp>
        <p:nvSpPr>
          <p:cNvPr id="205" name="reveal1-object-271">
            <a:extLst xmlns:a="http://schemas.openxmlformats.org/drawingml/2006/main">
              <a:ext uri="{FF2B5EF4-FFF2-40B4-BE49-F238E27FC236}">
                <a16:creationId xmlns:a16="http://schemas.microsoft.com/office/drawing/2014/main" id="{69F02126-32AA-4F5F-9ED2-E8F28D35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400675"/>
            <a:ext cx="104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已暂停</a:t>
            </a:r>
          </a:p>
        </p:txBody>
      </p:sp>
      <p:sp>
        <p:nvSpPr>
          <p:cNvPr id="206" name="reveal2-object-272">
            <a:extLst xmlns:a="http://schemas.openxmlformats.org/drawingml/2006/main">
              <a:ext uri="{FF2B5EF4-FFF2-40B4-BE49-F238E27FC236}">
                <a16:creationId xmlns:a16="http://schemas.microsoft.com/office/drawing/2014/main" id="{F5F249B3-BA59-4DC3-8640-B2AF8A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“淡出结束”和“输入断开”是两个时刻，中间还可能等待执行。</a:t>
            </a:r>
          </a:p>
        </p:txBody>
      </p:sp>
      <p:sp>
        <p:nvSpPr>
          <p:cNvPr id="207" name="object-273">
            <a:extLst xmlns:a="http://schemas.openxmlformats.org/drawingml/2006/main">
              <a:ext uri="{FF2B5EF4-FFF2-40B4-BE49-F238E27FC236}">
                <a16:creationId xmlns:a16="http://schemas.microsoft.com/office/drawing/2014/main" id="{7E14E8F6-4158-4649-87CD-24658510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波形与时间为示意。</a:t>
            </a:r>
          </a:p>
        </p:txBody>
      </p:sp>
      <p:sp>
        <p:nvSpPr>
          <p:cNvPr id="208" name="object-274">
            <a:extLst xmlns:a="http://schemas.openxmlformats.org/drawingml/2006/main">
              <a:ext uri="{FF2B5EF4-FFF2-40B4-BE49-F238E27FC236}">
                <a16:creationId xmlns:a16="http://schemas.microsoft.com/office/drawing/2014/main" id="{BC40F956-130B-43AF-BFCA-7BA3BF77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560064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" grpId="1"/>
      <p:bldP spid="185" grpId="1"/>
      <p:bldP spid="186" grpId="1"/>
      <p:bldP spid="187" grpId="1"/>
      <p:bldP spid="188" grpId="1"/>
      <p:bldP spid="189" grpId="1"/>
      <p:bldP spid="190" grpId="1"/>
      <p:bldP spid="191" grpId="1"/>
      <p:bldP spid="192" grpId="1"/>
      <p:bldP spid="193" grpId="1"/>
      <p:bldP spid="194" grpId="1"/>
      <p:bldP spid="195" grpId="1"/>
      <p:bldP spid="196" grpId="1"/>
      <p:bldP spid="197" grpId="1"/>
      <p:bldP spid="198" grpId="1"/>
      <p:bldP spid="199" grpId="1"/>
      <p:bldP spid="200" grpId="1"/>
      <p:bldP spid="201" grpId="1"/>
      <p:bldP spid="202" grpId="1"/>
      <p:bldP spid="203" grpId="1"/>
      <p:bldP spid="204" grpId="1"/>
      <p:bldP spid="205" grpId="1"/>
      <p:bldP spid="206" grpId="2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object-275">
            <a:extLst xmlns:a="http://schemas.openxmlformats.org/drawingml/2006/main">
              <a:ext uri="{FF2B5EF4-FFF2-40B4-BE49-F238E27FC236}">
                <a16:creationId xmlns:a16="http://schemas.microsoft.com/office/drawing/2014/main" id="{AAF3F969-915A-4BB9-AB14-F4B8D0E1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已经恢复播放，旧的暂停还会生效吗？</a:t>
            </a:r>
          </a:p>
        </p:txBody>
      </p:sp>
      <p:sp>
        <p:nvSpPr>
          <p:cNvPr id="2" name="object-276">
            <a:extLst xmlns:a="http://schemas.openxmlformats.org/drawingml/2006/main">
              <a:ext uri="{FF2B5EF4-FFF2-40B4-BE49-F238E27FC236}">
                <a16:creationId xmlns:a16="http://schemas.microsoft.com/office/drawing/2014/main" id="{F8AF059A-7E1F-4D23-AF54-9723E30C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85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淡出刚结束时，恢复请求已经排在前面。</a:t>
            </a:r>
          </a:p>
        </p:txBody>
      </p:sp>
      <p:sp>
        <p:nvSpPr>
          <p:cNvPr id="3" name="object-277">
            <a:extLst xmlns:a="http://schemas.openxmlformats.org/drawingml/2006/main">
              <a:ext uri="{FF2B5EF4-FFF2-40B4-BE49-F238E27FC236}">
                <a16:creationId xmlns:a16="http://schemas.microsoft.com/office/drawing/2014/main" id="{FC9F9D4C-A2C9-4226-A4BF-A3F7C7F1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2047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待执行请求</a:t>
            </a:r>
          </a:p>
        </p:txBody>
      </p:sp>
      <p:sp>
        <p:nvSpPr>
          <p:cNvPr id="4" name="object-278">
            <a:extLst xmlns:a="http://schemas.openxmlformats.org/drawingml/2006/main">
              <a:ext uri="{FF2B5EF4-FFF2-40B4-BE49-F238E27FC236}">
                <a16:creationId xmlns:a16="http://schemas.microsoft.com/office/drawing/2014/main" id="{0B3D29A5-34C9-46E1-B310-B94A1BBB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097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下一条先执行</a:t>
            </a:r>
          </a:p>
        </p:txBody>
      </p:sp>
      <p:sp>
        <p:nvSpPr>
          <p:cNvPr id="5" name="object-279">
            <a:extLst xmlns:a="http://schemas.openxmlformats.org/drawingml/2006/main">
              <a:ext uri="{FF2B5EF4-FFF2-40B4-BE49-F238E27FC236}">
                <a16:creationId xmlns:a16="http://schemas.microsoft.com/office/drawing/2014/main" id="{3E5E18FB-0C73-4076-B2C2-1630074B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19350"/>
            <a:ext cx="2714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bject-280">
            <a:extLst xmlns:a="http://schemas.openxmlformats.org/drawingml/2006/main">
              <a:ext uri="{FF2B5EF4-FFF2-40B4-BE49-F238E27FC236}">
                <a16:creationId xmlns:a16="http://schemas.microsoft.com/office/drawing/2014/main" id="{920AD6C5-BA8B-4878-BF79-033CA6B8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76500"/>
            <a:ext cx="24860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恢复播放</a:t>
            </a:r>
          </a:p>
        </p:txBody>
      </p:sp>
      <p:sp>
        <p:nvSpPr>
          <p:cNvPr id="7" name="object-281">
            <a:extLst xmlns:a="http://schemas.openxmlformats.org/drawingml/2006/main">
              <a:ext uri="{FF2B5EF4-FFF2-40B4-BE49-F238E27FC236}">
                <a16:creationId xmlns:a16="http://schemas.microsoft.com/office/drawing/2014/main" id="{51307625-8D94-49FB-81AF-A030BA24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19350"/>
            <a:ext cx="3333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bject-282">
            <a:extLst xmlns:a="http://schemas.openxmlformats.org/drawingml/2006/main">
              <a:ext uri="{FF2B5EF4-FFF2-40B4-BE49-F238E27FC236}">
                <a16:creationId xmlns:a16="http://schemas.microsoft.com/office/drawing/2014/main" id="{9C01E8FB-7713-428A-A553-F29704B2E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淡出完成后的收尾</a:t>
            </a:r>
          </a:p>
        </p:txBody>
      </p:sp>
      <p:sp>
        <p:nvSpPr>
          <p:cNvPr id="9" name="line-283">
            <a:extLst xmlns:a="http://schemas.openxmlformats.org/drawingml/2006/main">
              <a:ext uri="{FF2B5EF4-FFF2-40B4-BE49-F238E27FC236}">
                <a16:creationId xmlns:a16="http://schemas.microsoft.com/office/drawing/2014/main" id="{7E259561-D838-4566-B8BB-55BB123A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14625"/>
            <a:ext cx="581025" cy="9525"/>
          </a:xfrm>
          <a:custGeom xmlns:a="http://schemas.openxmlformats.org/drawingml/2006/main">
            <a:pathLst>
              <a:path w="581025" h="9525">
                <a:moveTo>
                  <a:pt x="5810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0" name="line-284">
            <a:extLst xmlns:a="http://schemas.openxmlformats.org/drawingml/2006/main">
              <a:ext uri="{FF2B5EF4-FFF2-40B4-BE49-F238E27FC236}">
                <a16:creationId xmlns:a16="http://schemas.microsoft.com/office/drawing/2014/main" id="{27EA6EB9-71B0-449A-8979-1BDBBD20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673195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1" name="line-285">
            <a:extLst xmlns:a="http://schemas.openxmlformats.org/drawingml/2006/main">
              <a:ext uri="{FF2B5EF4-FFF2-40B4-BE49-F238E27FC236}">
                <a16:creationId xmlns:a16="http://schemas.microsoft.com/office/drawing/2014/main" id="{95BDFF9C-8BFB-47CF-8CDA-C10A5B68E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14625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2" name="object-286">
            <a:extLst xmlns:a="http://schemas.openxmlformats.org/drawingml/2006/main">
              <a:ext uri="{FF2B5EF4-FFF2-40B4-BE49-F238E27FC236}">
                <a16:creationId xmlns:a16="http://schemas.microsoft.com/office/drawing/2014/main" id="{800D2E2A-D6D9-48BC-AF0C-D076FF3A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247650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随后加入</a:t>
            </a:r>
          </a:p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等待执行</a:t>
            </a:r>
          </a:p>
        </p:txBody>
      </p:sp>
      <p:sp>
        <p:nvSpPr>
          <p:cNvPr id="13" name="line-287">
            <a:extLst xmlns:a="http://schemas.openxmlformats.org/drawingml/2006/main">
              <a:ext uri="{FF2B5EF4-FFF2-40B4-BE49-F238E27FC236}">
                <a16:creationId xmlns:a16="http://schemas.microsoft.com/office/drawing/2014/main" id="{43A9B5D5-9CA8-46A3-B436-ECCEFBF9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14" name="object-288">
            <a:extLst xmlns:a="http://schemas.openxmlformats.org/drawingml/2006/main">
              <a:ext uri="{FF2B5EF4-FFF2-40B4-BE49-F238E27FC236}">
                <a16:creationId xmlns:a16="http://schemas.microsoft.com/office/drawing/2014/main" id="{43A94198-489F-4F9C-9DF0-0471EB89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bject-289">
            <a:extLst xmlns:a="http://schemas.openxmlformats.org/drawingml/2006/main">
              <a:ext uri="{FF2B5EF4-FFF2-40B4-BE49-F238E27FC236}">
                <a16:creationId xmlns:a16="http://schemas.microsoft.com/office/drawing/2014/main" id="{5FA598EB-CB5F-444E-9E19-DCDB7D32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16" name="object-290">
            <a:extLst xmlns:a="http://schemas.openxmlformats.org/drawingml/2006/main">
              <a:ext uri="{FF2B5EF4-FFF2-40B4-BE49-F238E27FC236}">
                <a16:creationId xmlns:a16="http://schemas.microsoft.com/office/drawing/2014/main" id="{AC5D4885-0AE1-446A-AAE9-8B7234A5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播放状态</a:t>
            </a:r>
          </a:p>
        </p:txBody>
      </p:sp>
      <p:sp>
        <p:nvSpPr>
          <p:cNvPr id="17" name="reveal1-object-291">
            <a:extLst xmlns:a="http://schemas.openxmlformats.org/drawingml/2006/main">
              <a:ext uri="{FF2B5EF4-FFF2-40B4-BE49-F238E27FC236}">
                <a16:creationId xmlns:a16="http://schemas.microsoft.com/office/drawing/2014/main" id="{15457C12-8813-4CB0-A7E4-AB1078B8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43300"/>
            <a:ext cx="3429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执行 ① 恢复播放</a:t>
            </a:r>
          </a:p>
        </p:txBody>
      </p:sp>
      <p:sp>
        <p:nvSpPr>
          <p:cNvPr id="18" name="reveal1-object-292">
            <a:extLst xmlns:a="http://schemas.openxmlformats.org/drawingml/2006/main">
              <a:ext uri="{FF2B5EF4-FFF2-40B4-BE49-F238E27FC236}">
                <a16:creationId xmlns:a16="http://schemas.microsoft.com/office/drawing/2014/main" id="{7C51F10F-00B7-47A8-BFF5-99A9BB15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162425"/>
            <a:ext cx="2381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veal1-object-293">
            <a:extLst xmlns:a="http://schemas.openxmlformats.org/drawingml/2006/main">
              <a:ext uri="{FF2B5EF4-FFF2-40B4-BE49-F238E27FC236}">
                <a16:creationId xmlns:a16="http://schemas.microsoft.com/office/drawing/2014/main" id="{CBC8801C-0DAE-4290-8DA2-72877F17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219575"/>
            <a:ext cx="2152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正在播放</a:t>
            </a:r>
          </a:p>
        </p:txBody>
      </p:sp>
      <p:sp>
        <p:nvSpPr>
          <p:cNvPr id="20" name="reveal1-object-294">
            <a:extLst xmlns:a="http://schemas.openxmlformats.org/drawingml/2006/main">
              <a:ext uri="{FF2B5EF4-FFF2-40B4-BE49-F238E27FC236}">
                <a16:creationId xmlns:a16="http://schemas.microsoft.com/office/drawing/2014/main" id="{AAA702D4-E6E8-4814-B0B4-A90764DC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876800"/>
            <a:ext cx="3286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输入保持连接</a:t>
            </a:r>
          </a:p>
          <a:p xmlns:a="http://schemas.openxmlformats.org/drawingml/2006/main">
            <a: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恢复所需的增益已安排</a:t>
            </a:r>
          </a:p>
        </p:txBody>
      </p:sp>
      <p:sp>
        <p:nvSpPr>
          <p:cNvPr id="21" name="reveal2-object-295">
            <a:extLst xmlns:a="http://schemas.openxmlformats.org/drawingml/2006/main">
              <a:ext uri="{FF2B5EF4-FFF2-40B4-BE49-F238E27FC236}">
                <a16:creationId xmlns:a16="http://schemas.microsoft.com/office/drawing/2014/main" id="{A99416F2-B6A0-43E8-8339-B3E9AC1D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43300"/>
            <a:ext cx="4476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执行 ② 旧的暂停收尾</a:t>
            </a:r>
          </a:p>
        </p:txBody>
      </p:sp>
      <p:sp>
        <p:nvSpPr>
          <p:cNvPr id="22" name="reveal2-object-296">
            <a:extLst xmlns:a="http://schemas.openxmlformats.org/drawingml/2006/main">
              <a:ext uri="{FF2B5EF4-FFF2-40B4-BE49-F238E27FC236}">
                <a16:creationId xmlns:a16="http://schemas.microsoft.com/office/drawing/2014/main" id="{64EB9796-1155-4EBE-9D9B-D8BEFD89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4337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检查：现在已经在播放</a:t>
            </a:r>
          </a:p>
        </p:txBody>
      </p:sp>
      <p:sp>
        <p:nvSpPr>
          <p:cNvPr id="23" name="reveal2-line-297">
            <a:extLst xmlns:a="http://schemas.openxmlformats.org/drawingml/2006/main">
              <a:ext uri="{FF2B5EF4-FFF2-40B4-BE49-F238E27FC236}">
                <a16:creationId xmlns:a16="http://schemas.microsoft.com/office/drawing/2014/main" id="{B115E67D-0934-44CB-93C5-A2760781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686300"/>
            <a:ext cx="4486275" cy="9525"/>
          </a:xfrm>
          <a:custGeom xmlns:a="http://schemas.openxmlformats.org/drawingml/2006/main">
            <a:pathLst>
              <a:path w="4486275" h="9525">
                <a:moveTo>
                  <a:pt x="0" y="0"/>
                </a:moveTo>
                <a:lnTo>
                  <a:pt x="4486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4" name="reveal2-object-298">
            <a:extLst xmlns:a="http://schemas.openxmlformats.org/drawingml/2006/main">
              <a:ext uri="{FF2B5EF4-FFF2-40B4-BE49-F238E27FC236}">
                <a16:creationId xmlns:a16="http://schemas.microsoft.com/office/drawing/2014/main" id="{83764F12-C5F1-480B-9099-D9AE7817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895850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结束这次收尾处理，</a:t>
            </a:r>
          </a:p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不暂停音效、不拆输入连接。</a:t>
            </a:r>
          </a:p>
        </p:txBody>
      </p:sp>
      <p:sp>
        <p:nvSpPr>
          <p:cNvPr id="25" name="reveal2-object-299">
            <a:extLst xmlns:a="http://schemas.openxmlformats.org/drawingml/2006/main">
              <a:ext uri="{FF2B5EF4-FFF2-40B4-BE49-F238E27FC236}">
                <a16:creationId xmlns:a16="http://schemas.microsoft.com/office/drawing/2014/main" id="{3E8C0B4C-459D-4C3E-B402-376F2DFF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6388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若不检查：明明点了恢复，声音却没了。</a:t>
            </a:r>
          </a:p>
        </p:txBody>
      </p:sp>
      <p:sp>
        <p:nvSpPr>
          <p:cNvPr id="26" name="object-300">
            <a:extLst xmlns:a="http://schemas.openxmlformats.org/drawingml/2006/main">
              <a:ext uri="{FF2B5EF4-FFF2-40B4-BE49-F238E27FC236}">
                <a16:creationId xmlns:a16="http://schemas.microsoft.com/office/drawing/2014/main" id="{33D1B727-E796-4A4C-94BD-816AD1CAA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队列表示引擎执行顺序。</a:t>
            </a:r>
          </a:p>
        </p:txBody>
      </p:sp>
      <p:sp>
        <p:nvSpPr>
          <p:cNvPr id="27" name="object-301">
            <a:extLst xmlns:a="http://schemas.openxmlformats.org/drawingml/2006/main">
              <a:ext uri="{FF2B5EF4-FFF2-40B4-BE49-F238E27FC236}">
                <a16:creationId xmlns:a16="http://schemas.microsoft.com/office/drawing/2014/main" id="{7E4D58B2-0544-44AA-8CAE-659543C2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186691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1"/>
      <p:bldP spid="18" grpId="1"/>
      <p:bldP spid="19" grpId="1"/>
      <p:bldP spid="20" grpId="1"/>
      <p:bldP spid="21" grpId="2"/>
      <p:bldP spid="22" grpId="2"/>
      <p:bldP spid="23" grpId="2"/>
      <p:bldP spid="24" grpId="2"/>
      <p:bldP spid="25" grpId="2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object-302">
            <a:extLst xmlns:a="http://schemas.openxmlformats.org/drawingml/2006/main">
              <a:ext uri="{FF2B5EF4-FFF2-40B4-BE49-F238E27FC236}">
                <a16:creationId xmlns:a16="http://schemas.microsoft.com/office/drawing/2014/main" id="{FA3EB81A-5B5D-444C-B11F-F1407A69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淡入为什么要先于音效启动？</a:t>
            </a:r>
          </a:p>
        </p:txBody>
      </p:sp>
      <p:sp>
        <p:nvSpPr>
          <p:cNvPr id="2" name="object-303">
            <a:extLst xmlns:a="http://schemas.openxmlformats.org/drawingml/2006/main">
              <a:ext uri="{FF2B5EF4-FFF2-40B4-BE49-F238E27FC236}">
                <a16:creationId xmlns:a16="http://schemas.microsoft.com/office/drawing/2014/main" id="{C91A6D65-8910-442E-A2D7-03D9B8BD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数据已经在门口等着，增益设置晚一步，那一步就是全音量爆音。</a:t>
            </a:r>
          </a:p>
        </p:txBody>
      </p:sp>
      <p:sp>
        <p:nvSpPr>
          <p:cNvPr id="3" name="object-304">
            <a:extLst xmlns:a="http://schemas.openxmlformats.org/drawingml/2006/main">
              <a:ext uri="{FF2B5EF4-FFF2-40B4-BE49-F238E27FC236}">
                <a16:creationId xmlns:a16="http://schemas.microsoft.com/office/drawing/2014/main" id="{857DBE63-5E1B-4531-9252-38904E71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812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接通处理链</a:t>
            </a:r>
          </a:p>
        </p:txBody>
      </p:sp>
      <p:sp>
        <p:nvSpPr>
          <p:cNvPr id="4" name="line-305">
            <a:extLst xmlns:a="http://schemas.openxmlformats.org/drawingml/2006/main">
              <a:ext uri="{FF2B5EF4-FFF2-40B4-BE49-F238E27FC236}">
                <a16:creationId xmlns:a16="http://schemas.microsoft.com/office/drawing/2014/main" id="{459CCB75-B741-458F-881C-DD06CD6F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9525" cy="3152775"/>
          </a:xfrm>
          <a:custGeom xmlns:a="http://schemas.openxmlformats.org/drawingml/2006/main">
            <a:pathLst>
              <a:path w="9525" h="3152775">
                <a:moveTo>
                  <a:pt x="0" y="0"/>
                </a:moveTo>
                <a:lnTo>
                  <a:pt x="0" y="31527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5" name="object-306">
            <a:extLst xmlns:a="http://schemas.openxmlformats.org/drawingml/2006/main">
              <a:ext uri="{FF2B5EF4-FFF2-40B4-BE49-F238E27FC236}">
                <a16:creationId xmlns:a16="http://schemas.microsoft.com/office/drawing/2014/main" id="{C63E2381-A36D-4FBD-873A-B9CB239D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812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音效启动中</a:t>
            </a:r>
          </a:p>
        </p:txBody>
      </p:sp>
      <p:sp>
        <p:nvSpPr>
          <p:cNvPr id="6" name="line-307">
            <a:extLst xmlns:a="http://schemas.openxmlformats.org/drawingml/2006/main">
              <a:ext uri="{FF2B5EF4-FFF2-40B4-BE49-F238E27FC236}">
                <a16:creationId xmlns:a16="http://schemas.microsoft.com/office/drawing/2014/main" id="{D6F6A138-BE30-4B05-A420-24BDB728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00300"/>
            <a:ext cx="9525" cy="3152775"/>
          </a:xfrm>
          <a:custGeom xmlns:a="http://schemas.openxmlformats.org/drawingml/2006/main">
            <a:pathLst>
              <a:path w="9525" h="3152775">
                <a:moveTo>
                  <a:pt x="0" y="0"/>
                </a:moveTo>
                <a:lnTo>
                  <a:pt x="0" y="31527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7" name="object-308">
            <a:extLst xmlns:a="http://schemas.openxmlformats.org/drawingml/2006/main">
              <a:ext uri="{FF2B5EF4-FFF2-40B4-BE49-F238E27FC236}">
                <a16:creationId xmlns:a16="http://schemas.microsoft.com/office/drawing/2014/main" id="{3B085789-C271-4F61-90AE-9643FC44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812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音效启动完成</a:t>
            </a:r>
          </a:p>
        </p:txBody>
      </p:sp>
      <p:sp>
        <p:nvSpPr>
          <p:cNvPr id="8" name="line-309">
            <a:extLst xmlns:a="http://schemas.openxmlformats.org/drawingml/2006/main">
              <a:ext uri="{FF2B5EF4-FFF2-40B4-BE49-F238E27FC236}">
                <a16:creationId xmlns:a16="http://schemas.microsoft.com/office/drawing/2014/main" id="{9DBC14E5-D9C7-4D51-972F-C38BCA73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00300"/>
            <a:ext cx="9525" cy="3152775"/>
          </a:xfrm>
          <a:custGeom xmlns:a="http://schemas.openxmlformats.org/drawingml/2006/main">
            <a:pathLst>
              <a:path w="9525" h="3152775">
                <a:moveTo>
                  <a:pt x="0" y="0"/>
                </a:moveTo>
                <a:lnTo>
                  <a:pt x="0" y="31527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9" name="object-310">
            <a:extLst xmlns:a="http://schemas.openxmlformats.org/drawingml/2006/main">
              <a:ext uri="{FF2B5EF4-FFF2-40B4-BE49-F238E27FC236}">
                <a16:creationId xmlns:a16="http://schemas.microsoft.com/office/drawing/2014/main" id="{8B1D0D20-A511-4E7E-89CF-98B17149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如果淡入设置晚了</a:t>
            </a:r>
          </a:p>
        </p:txBody>
      </p:sp>
      <p:sp>
        <p:nvSpPr>
          <p:cNvPr id="10" name="object-311">
            <a:extLst xmlns:a="http://schemas.openxmlformats.org/drawingml/2006/main">
              <a:ext uri="{FF2B5EF4-FFF2-40B4-BE49-F238E27FC236}">
                <a16:creationId xmlns:a16="http://schemas.microsoft.com/office/drawing/2014/main" id="{B17CD0BF-B1FB-4402-B3A7-9647BDBD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24150"/>
            <a:ext cx="6191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B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-312">
            <a:extLst xmlns:a="http://schemas.openxmlformats.org/drawingml/2006/main">
              <a:ext uri="{FF2B5EF4-FFF2-40B4-BE49-F238E27FC236}">
                <a16:creationId xmlns:a16="http://schemas.microsoft.com/office/drawing/2014/main" id="{A303192F-EBB3-497B-86BA-7A641ECD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28925"/>
            <a:ext cx="5857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这段窗口内，预缓冲数据按全音量冲出来</a:t>
            </a:r>
          </a:p>
        </p:txBody>
      </p:sp>
      <p:sp>
        <p:nvSpPr>
          <p:cNvPr id="12" name="line-313">
            <a:extLst xmlns:a="http://schemas.openxmlformats.org/drawingml/2006/main">
              <a:ext uri="{FF2B5EF4-FFF2-40B4-BE49-F238E27FC236}">
                <a16:creationId xmlns:a16="http://schemas.microsoft.com/office/drawing/2014/main" id="{057B8A86-6650-4720-B4B3-68B04CD8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67125"/>
            <a:ext cx="6191250" cy="9525"/>
          </a:xfrm>
          <a:custGeom xmlns:a="http://schemas.openxmlformats.org/drawingml/2006/main"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13" name="object-314">
            <a:extLst xmlns:a="http://schemas.openxmlformats.org/drawingml/2006/main">
              <a:ext uri="{FF2B5EF4-FFF2-40B4-BE49-F238E27FC236}">
                <a16:creationId xmlns:a16="http://schemas.microsoft.com/office/drawing/2014/main" id="{E0D2A395-6F84-48E1-90EF-86DCA2DC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432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增益尚未按淡入设置</a:t>
            </a:r>
          </a:p>
        </p:txBody>
      </p:sp>
      <p:sp>
        <p:nvSpPr>
          <p:cNvPr id="14" name="object-315">
            <a:extLst xmlns:a="http://schemas.openxmlformats.org/drawingml/2006/main">
              <a:ext uri="{FF2B5EF4-FFF2-40B4-BE49-F238E27FC236}">
                <a16:creationId xmlns:a16="http://schemas.microsoft.com/office/drawing/2014/main" id="{5AD3249C-523F-41B0-8951-95C8CE5E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781300"/>
            <a:ext cx="166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到这时</a:t>
            </a:r>
          </a:p>
          <a:p xmlns:a="http://schemas.openxmlformats.org/drawingml/2006/main">
            <a: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才设置淡入</a:t>
            </a:r>
          </a:p>
        </p:txBody>
      </p:sp>
      <p:sp>
        <p:nvSpPr>
          <p:cNvPr id="15" name="reveal1-line-316">
            <a:extLst xmlns:a="http://schemas.openxmlformats.org/drawingml/2006/main">
              <a:ext uri="{FF2B5EF4-FFF2-40B4-BE49-F238E27FC236}">
                <a16:creationId xmlns:a16="http://schemas.microsoft.com/office/drawing/2014/main" id="{2D85C83C-39D6-4537-9FBC-07CEF0BF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16" name="reveal1-object-317">
            <a:extLst xmlns:a="http://schemas.openxmlformats.org/drawingml/2006/main">
              <a:ext uri="{FF2B5EF4-FFF2-40B4-BE49-F238E27FC236}">
                <a16:creationId xmlns:a16="http://schemas.microsoft.com/office/drawing/2014/main" id="{2D683218-68E1-4034-A3CF-52F287E6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实际处理顺序</a:t>
            </a:r>
          </a:p>
        </p:txBody>
      </p:sp>
      <p:sp>
        <p:nvSpPr>
          <p:cNvPr id="17" name="reveal1-object-318">
            <a:extLst xmlns:a="http://schemas.openxmlformats.org/drawingml/2006/main">
              <a:ext uri="{FF2B5EF4-FFF2-40B4-BE49-F238E27FC236}">
                <a16:creationId xmlns:a16="http://schemas.microsoft.com/office/drawing/2014/main" id="{8F671890-8F84-4D01-9D07-90B58960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495800"/>
            <a:ext cx="1952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veal1-object-319">
            <a:extLst xmlns:a="http://schemas.openxmlformats.org/drawingml/2006/main">
              <a:ext uri="{FF2B5EF4-FFF2-40B4-BE49-F238E27FC236}">
                <a16:creationId xmlns:a16="http://schemas.microsoft.com/office/drawing/2014/main" id="{D0DC5CA1-E07B-4CB1-98B7-2BDE7921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552950"/>
            <a:ext cx="17240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先设置淡入</a:t>
            </a:r>
          </a:p>
        </p:txBody>
      </p:sp>
      <p:sp>
        <p:nvSpPr>
          <p:cNvPr id="19" name="reveal1-line-320">
            <a:extLst xmlns:a="http://schemas.openxmlformats.org/drawingml/2006/main">
              <a:ext uri="{FF2B5EF4-FFF2-40B4-BE49-F238E27FC236}">
                <a16:creationId xmlns:a16="http://schemas.microsoft.com/office/drawing/2014/main" id="{A828727A-DEDD-4C1F-B941-D6F9B36F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0" name="reveal1-line-321">
            <a:extLst xmlns:a="http://schemas.openxmlformats.org/drawingml/2006/main">
              <a:ext uri="{FF2B5EF4-FFF2-40B4-BE49-F238E27FC236}">
                <a16:creationId xmlns:a16="http://schemas.microsoft.com/office/drawing/2014/main" id="{F1261CE8-C502-437F-AE4C-278D7594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1" name="reveal1-line-322">
            <a:extLst xmlns:a="http://schemas.openxmlformats.org/drawingml/2006/main">
              <a:ext uri="{FF2B5EF4-FFF2-40B4-BE49-F238E27FC236}">
                <a16:creationId xmlns:a16="http://schemas.microsoft.com/office/drawing/2014/main" id="{39F2D2B6-2BD8-49C9-9CB8-1E950F9E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2" name="reveal1-line-323">
            <a:extLst xmlns:a="http://schemas.openxmlformats.org/drawingml/2006/main">
              <a:ext uri="{FF2B5EF4-FFF2-40B4-BE49-F238E27FC236}">
                <a16:creationId xmlns:a16="http://schemas.microsoft.com/office/drawing/2014/main" id="{718CB2EE-C9D2-4EB6-8710-F8498D5B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3" name="reveal1-line-324">
            <a:extLst xmlns:a="http://schemas.openxmlformats.org/drawingml/2006/main">
              <a:ext uri="{FF2B5EF4-FFF2-40B4-BE49-F238E27FC236}">
                <a16:creationId xmlns:a16="http://schemas.microsoft.com/office/drawing/2014/main" id="{D2D1F434-5216-4FA7-A4DC-8E6179CB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4" name="reveal1-line-325">
            <a:extLst xmlns:a="http://schemas.openxmlformats.org/drawingml/2006/main">
              <a:ext uri="{FF2B5EF4-FFF2-40B4-BE49-F238E27FC236}">
                <a16:creationId xmlns:a16="http://schemas.microsoft.com/office/drawing/2014/main" id="{DB186A29-422B-417E-918A-FCACF6F7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5" name="reveal1-line-326">
            <a:extLst xmlns:a="http://schemas.openxmlformats.org/drawingml/2006/main">
              <a:ext uri="{FF2B5EF4-FFF2-40B4-BE49-F238E27FC236}">
                <a16:creationId xmlns:a16="http://schemas.microsoft.com/office/drawing/2014/main" id="{3B37C3EB-88F8-4AF5-8C28-43ED058A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07" y="47434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6" name="reveal1-line-327">
            <a:extLst xmlns:a="http://schemas.openxmlformats.org/drawingml/2006/main">
              <a:ext uri="{FF2B5EF4-FFF2-40B4-BE49-F238E27FC236}">
                <a16:creationId xmlns:a16="http://schemas.microsoft.com/office/drawing/2014/main" id="{B274C27B-511A-45CB-B149-DE191AB9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07" y="47020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7" name="reveal1-object-328">
            <a:extLst xmlns:a="http://schemas.openxmlformats.org/drawingml/2006/main">
              <a:ext uri="{FF2B5EF4-FFF2-40B4-BE49-F238E27FC236}">
                <a16:creationId xmlns:a16="http://schemas.microsoft.com/office/drawing/2014/main" id="{22730B19-BFD9-4EAC-A653-EBB7849B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05325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再启动会话音效</a:t>
            </a:r>
          </a:p>
        </p:txBody>
      </p:sp>
      <p:sp>
        <p:nvSpPr>
          <p:cNvPr id="28" name="reveal1-line-329">
            <a:extLst xmlns:a="http://schemas.openxmlformats.org/drawingml/2006/main">
              <a:ext uri="{FF2B5EF4-FFF2-40B4-BE49-F238E27FC236}">
                <a16:creationId xmlns:a16="http://schemas.microsoft.com/office/drawing/2014/main" id="{EBF5B6C5-E3BC-4FAA-BEFA-B52EC718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43500"/>
            <a:ext cx="6191250" cy="400050"/>
          </a:xfrm>
          <a:custGeom xmlns:a="http://schemas.openxmlformats.org/drawingml/2006/main">
            <a:pathLst>
              <a:path w="6191250" h="400050">
                <a:moveTo>
                  <a:pt x="0" y="400050"/>
                </a:moveTo>
                <a:lnTo>
                  <a:pt x="619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9" name="reveal1-object-330">
            <a:extLst xmlns:a="http://schemas.openxmlformats.org/drawingml/2006/main">
              <a:ext uri="{FF2B5EF4-FFF2-40B4-BE49-F238E27FC236}">
                <a16:creationId xmlns:a16="http://schemas.microsoft.com/office/drawing/2014/main" id="{F9E3B71F-6C51-417C-A657-9AE32120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72452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示意：已有数据按淡入处理</a:t>
            </a:r>
          </a:p>
        </p:txBody>
      </p:sp>
      <p:sp>
        <p:nvSpPr>
          <p:cNvPr id="30" name="object-331">
            <a:extLst xmlns:a="http://schemas.openxmlformats.org/drawingml/2006/main">
              <a:ext uri="{FF2B5EF4-FFF2-40B4-BE49-F238E27FC236}">
                <a16:creationId xmlns:a16="http://schemas.microsoft.com/office/drawing/2014/main" id="{1C624FCC-7FF0-40CC-BF55-68EA093E4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上行为错误顺序，下行为实际顺序。</a:t>
            </a:r>
          </a:p>
        </p:txBody>
      </p:sp>
      <p:sp>
        <p:nvSpPr>
          <p:cNvPr id="31" name="object-332">
            <a:extLst xmlns:a="http://schemas.openxmlformats.org/drawingml/2006/main">
              <a:ext uri="{FF2B5EF4-FFF2-40B4-BE49-F238E27FC236}">
                <a16:creationId xmlns:a16="http://schemas.microsoft.com/office/drawing/2014/main" id="{69890DE9-940A-4BF5-BEB2-F1D89DE6C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002881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1"/>
      <p:bldP spid="16" grpId="1"/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1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object-333">
            <a:extLst xmlns:a="http://schemas.openxmlformats.org/drawingml/2006/main">
              <a:ext uri="{FF2B5EF4-FFF2-40B4-BE49-F238E27FC236}">
                <a16:creationId xmlns:a16="http://schemas.microsoft.com/office/drawing/2014/main" id="{0F8996BB-E314-4BF7-8208-672F8F55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切到耳机，哪些东西变了？</a:t>
            </a:r>
          </a:p>
        </p:txBody>
      </p:sp>
      <p:sp>
        <p:nvSpPr>
          <p:cNvPr id="2" name="object-334">
            <a:extLst xmlns:a="http://schemas.openxmlformats.org/drawingml/2006/main">
              <a:ext uri="{FF2B5EF4-FFF2-40B4-BE49-F238E27FC236}">
                <a16:creationId xmlns:a16="http://schemas.microsoft.com/office/drawing/2014/main" id="{E499C8FA-CDC0-4FED-9266-13A1B2C3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同一路音乐保留下来，设备归属和处理连接随目标变化。</a:t>
            </a:r>
          </a:p>
        </p:txBody>
      </p:sp>
      <p:sp>
        <p:nvSpPr>
          <p:cNvPr id="3" name="line-335">
            <a:extLst xmlns:a="http://schemas.openxmlformats.org/drawingml/2006/main">
              <a:ext uri="{FF2B5EF4-FFF2-40B4-BE49-F238E27FC236}">
                <a16:creationId xmlns:a16="http://schemas.microsoft.com/office/drawing/2014/main" id="{60D06EDC-1B56-4F23-B529-8D7000F8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4" name="line-336">
            <a:extLst xmlns:a="http://schemas.openxmlformats.org/drawingml/2006/main">
              <a:ext uri="{FF2B5EF4-FFF2-40B4-BE49-F238E27FC236}">
                <a16:creationId xmlns:a16="http://schemas.microsoft.com/office/drawing/2014/main" id="{E394A2A6-98D9-4736-B3F1-CD6AF6E8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5" name="object-337">
            <a:extLst xmlns:a="http://schemas.openxmlformats.org/drawingml/2006/main">
              <a:ext uri="{FF2B5EF4-FFF2-40B4-BE49-F238E27FC236}">
                <a16:creationId xmlns:a16="http://schemas.microsoft.com/office/drawing/2014/main" id="{B00BD636-08C0-4B6C-BC49-838A218B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61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① 切换前</a:t>
            </a:r>
          </a:p>
        </p:txBody>
      </p:sp>
      <p:sp>
        <p:nvSpPr>
          <p:cNvPr id="6" name="object-338">
            <a:extLst xmlns:a="http://schemas.openxmlformats.org/drawingml/2006/main">
              <a:ext uri="{FF2B5EF4-FFF2-40B4-BE49-F238E27FC236}">
                <a16:creationId xmlns:a16="http://schemas.microsoft.com/office/drawing/2014/main" id="{BFE9C51E-0CF7-48C9-A32E-E723085A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99072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bject-339">
            <a:extLst xmlns:a="http://schemas.openxmlformats.org/drawingml/2006/main">
              <a:ext uri="{FF2B5EF4-FFF2-40B4-BE49-F238E27FC236}">
                <a16:creationId xmlns:a16="http://schemas.microsoft.com/office/drawing/2014/main" id="{B2195099-0054-4419-8055-48778847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4787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8" name="line-340">
            <a:extLst xmlns:a="http://schemas.openxmlformats.org/drawingml/2006/main">
              <a:ext uri="{FF2B5EF4-FFF2-40B4-BE49-F238E27FC236}">
                <a16:creationId xmlns:a16="http://schemas.microsoft.com/office/drawing/2014/main" id="{0B802D5C-C66A-4DE5-8D78-38C27419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209800"/>
            <a:ext cx="914400" cy="9525"/>
          </a:xfrm>
          <a:custGeom xmlns:a="http://schemas.openxmlformats.org/drawingml/2006/main">
            <a:pathLst>
              <a:path w="914400" h="9525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9" name="line-341">
            <a:extLst xmlns:a="http://schemas.openxmlformats.org/drawingml/2006/main">
              <a:ext uri="{FF2B5EF4-FFF2-40B4-BE49-F238E27FC236}">
                <a16:creationId xmlns:a16="http://schemas.microsoft.com/office/drawing/2014/main" id="{9A11E94B-97C3-4EE5-A1C2-BAC56245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22098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0" name="line-342">
            <a:extLst xmlns:a="http://schemas.openxmlformats.org/drawingml/2006/main">
              <a:ext uri="{FF2B5EF4-FFF2-40B4-BE49-F238E27FC236}">
                <a16:creationId xmlns:a16="http://schemas.microsoft.com/office/drawing/2014/main" id="{BA0E4945-D1B3-4228-9C9B-232BF4B0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21683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1" name="object-343">
            <a:extLst xmlns:a="http://schemas.openxmlformats.org/drawingml/2006/main">
              <a:ext uri="{FF2B5EF4-FFF2-40B4-BE49-F238E27FC236}">
                <a16:creationId xmlns:a16="http://schemas.microsoft.com/office/drawing/2014/main" id="{A4018A75-25C7-4E9B-9C7A-083FB7C5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431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bject-344">
            <a:extLst xmlns:a="http://schemas.openxmlformats.org/drawingml/2006/main">
              <a:ext uri="{FF2B5EF4-FFF2-40B4-BE49-F238E27FC236}">
                <a16:creationId xmlns:a16="http://schemas.microsoft.com/office/drawing/2014/main" id="{20E6BF2C-6FE3-456E-A1CA-A6F60C6B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0025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扬声器侧处理链</a:t>
            </a:r>
          </a:p>
        </p:txBody>
      </p:sp>
      <p:sp>
        <p:nvSpPr>
          <p:cNvPr id="13" name="line-345">
            <a:extLst xmlns:a="http://schemas.openxmlformats.org/drawingml/2006/main">
              <a:ext uri="{FF2B5EF4-FFF2-40B4-BE49-F238E27FC236}">
                <a16:creationId xmlns:a16="http://schemas.microsoft.com/office/drawing/2014/main" id="{688400F6-2142-4F2F-A092-F4500C5D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9800"/>
            <a:ext cx="714375" cy="9525"/>
          </a:xfrm>
          <a:custGeom xmlns:a="http://schemas.openxmlformats.org/drawingml/2006/main">
            <a:pathLst>
              <a:path w="714375" h="9525">
                <a:moveTo>
                  <a:pt x="0" y="0"/>
                </a:move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4" name="line-346">
            <a:extLst xmlns:a="http://schemas.openxmlformats.org/drawingml/2006/main">
              <a:ext uri="{FF2B5EF4-FFF2-40B4-BE49-F238E27FC236}">
                <a16:creationId xmlns:a16="http://schemas.microsoft.com/office/drawing/2014/main" id="{F0487AF9-1F65-41A0-8732-5388F3C4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22098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5" name="line-347">
            <a:extLst xmlns:a="http://schemas.openxmlformats.org/drawingml/2006/main">
              <a:ext uri="{FF2B5EF4-FFF2-40B4-BE49-F238E27FC236}">
                <a16:creationId xmlns:a16="http://schemas.microsoft.com/office/drawing/2014/main" id="{C3583A88-DB12-4141-BDDC-28FC3C06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21683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6" name="object-348">
            <a:extLst xmlns:a="http://schemas.openxmlformats.org/drawingml/2006/main">
              <a:ext uri="{FF2B5EF4-FFF2-40B4-BE49-F238E27FC236}">
                <a16:creationId xmlns:a16="http://schemas.microsoft.com/office/drawing/2014/main" id="{003C3CE0-E01B-4555-A623-D98A142F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907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扬声器出声</a:t>
            </a:r>
          </a:p>
        </p:txBody>
      </p:sp>
      <p:sp>
        <p:nvSpPr>
          <p:cNvPr id="17" name="object-349">
            <a:extLst xmlns:a="http://schemas.openxmlformats.org/drawingml/2006/main">
              <a:ext uri="{FF2B5EF4-FFF2-40B4-BE49-F238E27FC236}">
                <a16:creationId xmlns:a16="http://schemas.microsoft.com/office/drawing/2014/main" id="{87A346B2-B931-4597-8A27-AC1A374E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146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会话归属：扬声器</a:t>
            </a:r>
          </a:p>
        </p:txBody>
      </p:sp>
      <p:sp>
        <p:nvSpPr>
          <p:cNvPr id="18" name="reveal1-object-350">
            <a:extLst xmlns:a="http://schemas.openxmlformats.org/drawingml/2006/main">
              <a:ext uri="{FF2B5EF4-FFF2-40B4-BE49-F238E27FC236}">
                <a16:creationId xmlns:a16="http://schemas.microsoft.com/office/drawing/2014/main" id="{77E11B53-1C3E-4A18-BCD5-45212691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1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② 交接中</a:t>
            </a:r>
          </a:p>
        </p:txBody>
      </p:sp>
      <p:sp>
        <p:nvSpPr>
          <p:cNvPr id="19" name="reveal1-object-351">
            <a:extLst xmlns:a="http://schemas.openxmlformats.org/drawingml/2006/main">
              <a:ext uri="{FF2B5EF4-FFF2-40B4-BE49-F238E27FC236}">
                <a16:creationId xmlns:a16="http://schemas.microsoft.com/office/drawing/2014/main" id="{3FCDCCF2-7D6C-4F81-B8A2-377724792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38137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veal1-object-352">
            <a:extLst xmlns:a="http://schemas.openxmlformats.org/drawingml/2006/main">
              <a:ext uri="{FF2B5EF4-FFF2-40B4-BE49-F238E27FC236}">
                <a16:creationId xmlns:a16="http://schemas.microsoft.com/office/drawing/2014/main" id="{41F63B8E-FD84-4670-A2EE-D099A393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43852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21" name="reveal1-line-353">
            <a:extLst xmlns:a="http://schemas.openxmlformats.org/drawingml/2006/main">
              <a:ext uri="{FF2B5EF4-FFF2-40B4-BE49-F238E27FC236}">
                <a16:creationId xmlns:a16="http://schemas.microsoft.com/office/drawing/2014/main" id="{6C1C45DF-86B5-4A9E-BAEC-D211AE0B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90925"/>
            <a:ext cx="342900" cy="9525"/>
          </a:xfrm>
          <a:custGeom xmlns:a="http://schemas.openxmlformats.org/drawingml/2006/main"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2768A"/>
            </a:solidFill>
            <a:prstDash val="solid"/>
          </a:ln>
        </p:spPr>
      </p:sp>
      <p:sp>
        <p:nvSpPr>
          <p:cNvPr id="22" name="reveal1-line-354">
            <a:extLst xmlns:a="http://schemas.openxmlformats.org/drawingml/2006/main">
              <a:ext uri="{FF2B5EF4-FFF2-40B4-BE49-F238E27FC236}">
                <a16:creationId xmlns:a16="http://schemas.microsoft.com/office/drawing/2014/main" id="{39AE5DFA-18F1-4485-9033-853EB3AE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86150"/>
            <a:ext cx="190500" cy="219075"/>
          </a:xfrm>
          <a:custGeom xmlns:a="http://schemas.openxmlformats.org/drawingml/2006/main">
            <a:pathLst>
              <a:path w="190500" h="219075">
                <a:moveTo>
                  <a:pt x="0" y="0"/>
                </a:moveTo>
                <a:lnTo>
                  <a:pt x="19050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23" name="reveal1-line-355">
            <a:extLst xmlns:a="http://schemas.openxmlformats.org/drawingml/2006/main">
              <a:ext uri="{FF2B5EF4-FFF2-40B4-BE49-F238E27FC236}">
                <a16:creationId xmlns:a16="http://schemas.microsoft.com/office/drawing/2014/main" id="{CF0B10C6-7AD8-4352-9B19-6B2ACFB5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86150"/>
            <a:ext cx="190500" cy="219075"/>
          </a:xfrm>
          <a:custGeom xmlns:a="http://schemas.openxmlformats.org/drawingml/2006/main">
            <a:pathLst>
              <a:path w="190500" h="219075">
                <a:moveTo>
                  <a:pt x="19050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24" name="reveal1-object-356">
            <a:extLst xmlns:a="http://schemas.openxmlformats.org/drawingml/2006/main">
              <a:ext uri="{FF2B5EF4-FFF2-40B4-BE49-F238E27FC236}">
                <a16:creationId xmlns:a16="http://schemas.microsoft.com/office/drawing/2014/main" id="{FC3C7C54-1499-4D58-A1F8-6B8C5571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1467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摘除旧连接，交接同一个会话</a:t>
            </a:r>
          </a:p>
        </p:txBody>
      </p:sp>
      <p:sp>
        <p:nvSpPr>
          <p:cNvPr id="25" name="reveal1-object-357">
            <a:extLst xmlns:a="http://schemas.openxmlformats.org/drawingml/2006/main">
              <a:ext uri="{FF2B5EF4-FFF2-40B4-BE49-F238E27FC236}">
                <a16:creationId xmlns:a16="http://schemas.microsoft.com/office/drawing/2014/main" id="{5B61D107-24FA-4DD2-A86A-3FE71CC9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3377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设备信息改为耳机；处理粒度跟着目标走，否则数据与设备对不上拍</a:t>
            </a:r>
          </a:p>
        </p:txBody>
      </p:sp>
      <p:sp>
        <p:nvSpPr>
          <p:cNvPr id="26" name="reveal1-object-358">
            <a:extLst xmlns:a="http://schemas.openxmlformats.org/drawingml/2006/main">
              <a:ext uri="{FF2B5EF4-FFF2-40B4-BE49-F238E27FC236}">
                <a16:creationId xmlns:a16="http://schemas.microsoft.com/office/drawing/2014/main" id="{E1513E9D-2EF3-40F3-9437-A88723781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3857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朴素做法：停下重开，缓冲数据与播放状态全部重来</a:t>
            </a:r>
          </a:p>
        </p:txBody>
      </p:sp>
      <p:sp>
        <p:nvSpPr>
          <p:cNvPr id="27" name="reveal2-object-359">
            <a:extLst xmlns:a="http://schemas.openxmlformats.org/drawingml/2006/main">
              <a:ext uri="{FF2B5EF4-FFF2-40B4-BE49-F238E27FC236}">
                <a16:creationId xmlns:a16="http://schemas.microsoft.com/office/drawing/2014/main" id="{DA3DF555-9EF4-4BD6-A47F-20F80727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61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③ 接入后</a:t>
            </a:r>
          </a:p>
        </p:txBody>
      </p:sp>
      <p:sp>
        <p:nvSpPr>
          <p:cNvPr id="28" name="reveal2-object-360">
            <a:extLst xmlns:a="http://schemas.openxmlformats.org/drawingml/2006/main">
              <a:ext uri="{FF2B5EF4-FFF2-40B4-BE49-F238E27FC236}">
                <a16:creationId xmlns:a16="http://schemas.microsoft.com/office/drawing/2014/main" id="{4970760C-AC52-4221-BB44-B030BDB0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84822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reveal2-object-361">
            <a:extLst xmlns:a="http://schemas.openxmlformats.org/drawingml/2006/main">
              <a:ext uri="{FF2B5EF4-FFF2-40B4-BE49-F238E27FC236}">
                <a16:creationId xmlns:a16="http://schemas.microsoft.com/office/drawing/2014/main" id="{5971DA55-F769-4638-9BE1-6CB4D44B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0537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30" name="reveal2-line-362">
            <a:extLst xmlns:a="http://schemas.openxmlformats.org/drawingml/2006/main">
              <a:ext uri="{FF2B5EF4-FFF2-40B4-BE49-F238E27FC236}">
                <a16:creationId xmlns:a16="http://schemas.microsoft.com/office/drawing/2014/main" id="{A2DD3FD1-CA18-4C09-94C6-299F4C78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67300"/>
            <a:ext cx="914400" cy="9525"/>
          </a:xfrm>
          <a:custGeom xmlns:a="http://schemas.openxmlformats.org/drawingml/2006/main">
            <a:pathLst>
              <a:path w="914400" h="9525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1" name="reveal2-line-363">
            <a:extLst xmlns:a="http://schemas.openxmlformats.org/drawingml/2006/main">
              <a:ext uri="{FF2B5EF4-FFF2-40B4-BE49-F238E27FC236}">
                <a16:creationId xmlns:a16="http://schemas.microsoft.com/office/drawing/2014/main" id="{56EDF9DE-9851-493F-B3CB-36310478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50673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2" name="reveal2-line-364">
            <a:extLst xmlns:a="http://schemas.openxmlformats.org/drawingml/2006/main">
              <a:ext uri="{FF2B5EF4-FFF2-40B4-BE49-F238E27FC236}">
                <a16:creationId xmlns:a16="http://schemas.microsoft.com/office/drawing/2014/main" id="{CD9692BE-E7C7-43B4-BF6F-18CBC9BC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50258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3" name="reveal2-object-365">
            <a:extLst xmlns:a="http://schemas.openxmlformats.org/drawingml/2006/main">
              <a:ext uri="{FF2B5EF4-FFF2-40B4-BE49-F238E27FC236}">
                <a16:creationId xmlns:a16="http://schemas.microsoft.com/office/drawing/2014/main" id="{496045B7-C7ED-4398-90A7-AC33CB57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006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reveal2-object-366">
            <a:extLst xmlns:a="http://schemas.openxmlformats.org/drawingml/2006/main">
              <a:ext uri="{FF2B5EF4-FFF2-40B4-BE49-F238E27FC236}">
                <a16:creationId xmlns:a16="http://schemas.microsoft.com/office/drawing/2014/main" id="{46328049-DABF-4AAF-BBB5-7333B837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85775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耳机侧处理链</a:t>
            </a:r>
          </a:p>
        </p:txBody>
      </p:sp>
      <p:sp>
        <p:nvSpPr>
          <p:cNvPr id="35" name="reveal2-line-367">
            <a:extLst xmlns:a="http://schemas.openxmlformats.org/drawingml/2006/main">
              <a:ext uri="{FF2B5EF4-FFF2-40B4-BE49-F238E27FC236}">
                <a16:creationId xmlns:a16="http://schemas.microsoft.com/office/drawing/2014/main" id="{FC426F7C-A6E5-45EB-9C8F-9D780F68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714375" cy="9525"/>
          </a:xfrm>
          <a:custGeom xmlns:a="http://schemas.openxmlformats.org/drawingml/2006/main">
            <a:pathLst>
              <a:path w="714375" h="9525">
                <a:moveTo>
                  <a:pt x="0" y="0"/>
                </a:move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6" name="reveal2-line-368">
            <a:extLst xmlns:a="http://schemas.openxmlformats.org/drawingml/2006/main">
              <a:ext uri="{FF2B5EF4-FFF2-40B4-BE49-F238E27FC236}">
                <a16:creationId xmlns:a16="http://schemas.microsoft.com/office/drawing/2014/main" id="{E622547A-97BF-4C3F-8B26-FBF13128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50673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7" name="reveal2-line-369">
            <a:extLst xmlns:a="http://schemas.openxmlformats.org/drawingml/2006/main">
              <a:ext uri="{FF2B5EF4-FFF2-40B4-BE49-F238E27FC236}">
                <a16:creationId xmlns:a16="http://schemas.microsoft.com/office/drawing/2014/main" id="{5BEC70D9-B3F2-47BA-96A8-AA1790AA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50258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8" name="reveal2-object-370">
            <a:extLst xmlns:a="http://schemas.openxmlformats.org/drawingml/2006/main">
              <a:ext uri="{FF2B5EF4-FFF2-40B4-BE49-F238E27FC236}">
                <a16:creationId xmlns:a16="http://schemas.microsoft.com/office/drawing/2014/main" id="{B503EC4F-8D4F-4F1B-88ED-0D1BFF08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482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耳机输出</a:t>
            </a:r>
          </a:p>
        </p:txBody>
      </p:sp>
      <p:sp>
        <p:nvSpPr>
          <p:cNvPr id="39" name="reveal2-object-371">
            <a:extLst xmlns:a="http://schemas.openxmlformats.org/drawingml/2006/main">
              <a:ext uri="{FF2B5EF4-FFF2-40B4-BE49-F238E27FC236}">
                <a16:creationId xmlns:a16="http://schemas.microsoft.com/office/drawing/2014/main" id="{0189F254-1908-47CF-A551-3EF7FA13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410200"/>
            <a:ext cx="6191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会话归属更新；运行中的会话接入目标链</a:t>
            </a:r>
          </a:p>
        </p:txBody>
      </p:sp>
      <p:sp>
        <p:nvSpPr>
          <p:cNvPr id="40" name="object-372">
            <a:extLst xmlns:a="http://schemas.openxmlformats.org/drawingml/2006/main">
              <a:ext uri="{FF2B5EF4-FFF2-40B4-BE49-F238E27FC236}">
                <a16:creationId xmlns:a16="http://schemas.microsoft.com/office/drawing/2014/main" id="{FE5B9188-98CC-4239-8942-8743CA47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三幅为阶段示意，不是实测时间线。</a:t>
            </a:r>
          </a:p>
        </p:txBody>
      </p:sp>
      <p:sp>
        <p:nvSpPr>
          <p:cNvPr id="41" name="object-373">
            <a:extLst xmlns:a="http://schemas.openxmlformats.org/drawingml/2006/main">
              <a:ext uri="{FF2B5EF4-FFF2-40B4-BE49-F238E27FC236}">
                <a16:creationId xmlns:a16="http://schemas.microsoft.com/office/drawing/2014/main" id="{B80275DA-2299-40B4-872D-F8FA94EA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664442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2"/>
      <p:bldP spid="28" grpId="2"/>
      <p:bldP spid="29" grpId="2"/>
      <p:bldP spid="30" grpId="2"/>
      <p:bldP spid="31" grpId="2"/>
      <p:bldP spid="32" grpId="2"/>
      <p:bldP spid="33" grpId="2"/>
      <p:bldP spid="34" grpId="2"/>
      <p:bldP spid="35" grpId="2"/>
      <p:bldP spid="36" grpId="2"/>
      <p:bldP spid="37" grpId="2"/>
      <p:bldP spid="38" grpId="2"/>
      <p:bldP spid="39" grpId="2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object-374">
            <a:extLst xmlns:a="http://schemas.openxmlformats.org/drawingml/2006/main">
              <a:ext uri="{FF2B5EF4-FFF2-40B4-BE49-F238E27FC236}">
                <a16:creationId xmlns:a16="http://schemas.microsoft.com/office/drawing/2014/main" id="{BD1962AB-58D7-4D34-9628-4A008E78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这些请求，谁来执行？</a:t>
            </a:r>
          </a:p>
        </p:txBody>
      </p:sp>
      <p:sp>
        <p:nvSpPr>
          <p:cNvPr id="2" name="object-375">
            <a:extLst xmlns:a="http://schemas.openxmlformats.org/drawingml/2006/main">
              <a:ext uri="{FF2B5EF4-FFF2-40B4-BE49-F238E27FC236}">
                <a16:creationId xmlns:a16="http://schemas.microsoft.com/office/drawing/2014/main" id="{1C1DB87B-61EC-451D-BCA1-5987A119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前面反复出现的“排队”与“等待执行”，载体是一个队列加一条线程。</a:t>
            </a:r>
          </a:p>
        </p:txBody>
      </p:sp>
      <p:sp>
        <p:nvSpPr>
          <p:cNvPr id="3" name="object-376">
            <a:extLst xmlns:a="http://schemas.openxmlformats.org/drawingml/2006/main">
              <a:ext uri="{FF2B5EF4-FFF2-40B4-BE49-F238E27FC236}">
                <a16:creationId xmlns:a16="http://schemas.microsoft.com/office/drawing/2014/main" id="{CEB40F96-68FD-4C32-9423-7BDB8176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43125"/>
            <a:ext cx="3810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263B"/>
            </a:solidFill>
            <a:prstDash val="solid"/>
          </a:ln>
        </p:spPr>
      </p:sp>
      <p:sp>
        <p:nvSpPr>
          <p:cNvPr id="4" name="object-377">
            <a:extLst xmlns:a="http://schemas.openxmlformats.org/drawingml/2006/main">
              <a:ext uri="{FF2B5EF4-FFF2-40B4-BE49-F238E27FC236}">
                <a16:creationId xmlns:a16="http://schemas.microsoft.com/office/drawing/2014/main" id="{251C35DD-925E-44EF-A689-FFB181E5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信号处理线程</a:t>
            </a:r>
          </a:p>
        </p:txBody>
      </p:sp>
      <p:sp>
        <p:nvSpPr>
          <p:cNvPr id="5" name="object-378">
            <a:extLst xmlns:a="http://schemas.openxmlformats.org/drawingml/2006/main">
              <a:ext uri="{FF2B5EF4-FFF2-40B4-BE49-F238E27FC236}">
                <a16:creationId xmlns:a16="http://schemas.microsoft.com/office/drawing/2014/main" id="{19831247-1BC1-4BC1-B793-73CD97E5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76225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bject-379">
            <a:extLst xmlns:a="http://schemas.openxmlformats.org/drawingml/2006/main">
              <a:ext uri="{FF2B5EF4-FFF2-40B4-BE49-F238E27FC236}">
                <a16:creationId xmlns:a16="http://schemas.microsoft.com/office/drawing/2014/main" id="{3C7A8422-7DC9-41CF-8C27-3E54D4AE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81940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排空队列，执行控制请求</a:t>
            </a:r>
          </a:p>
        </p:txBody>
      </p:sp>
      <p:sp>
        <p:nvSpPr>
          <p:cNvPr id="7" name="object-380">
            <a:extLst xmlns:a="http://schemas.openxmlformats.org/drawingml/2006/main">
              <a:ext uri="{FF2B5EF4-FFF2-40B4-BE49-F238E27FC236}">
                <a16:creationId xmlns:a16="http://schemas.microsoft.com/office/drawing/2014/main" id="{24526716-4B82-461E-B6AC-E7B5BB34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4805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bject-381">
            <a:extLst xmlns:a="http://schemas.openxmlformats.org/drawingml/2006/main">
              <a:ext uri="{FF2B5EF4-FFF2-40B4-BE49-F238E27FC236}">
                <a16:creationId xmlns:a16="http://schemas.microsoft.com/office/drawing/2014/main" id="{70EF157E-2643-4E69-9EEE-8C45487ED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50520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跑一轮音频处理</a:t>
            </a:r>
          </a:p>
        </p:txBody>
      </p:sp>
      <p:sp>
        <p:nvSpPr>
          <p:cNvPr id="9" name="line-382">
            <a:extLst xmlns:a="http://schemas.openxmlformats.org/drawingml/2006/main">
              <a:ext uri="{FF2B5EF4-FFF2-40B4-BE49-F238E27FC236}">
                <a16:creationId xmlns:a16="http://schemas.microsoft.com/office/drawing/2014/main" id="{CCB21F4E-F6AC-4F69-9EEF-18B813B7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9525" cy="685800"/>
          </a:xfrm>
          <a:custGeom xmlns:a="http://schemas.openxmlformats.org/drawingml/2006/main">
            <a:pathLst>
              <a:path w="9525" h="685800">
                <a:moveTo>
                  <a:pt x="0" y="6858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0" name="line-383">
            <a:extLst xmlns:a="http://schemas.openxmlformats.org/drawingml/2006/main">
              <a:ext uri="{FF2B5EF4-FFF2-40B4-BE49-F238E27FC236}">
                <a16:creationId xmlns:a16="http://schemas.microsoft.com/office/drawing/2014/main" id="{3923056E-DAB7-405C-9D72-B3681569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8576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1" name="line-384">
            <a:extLst xmlns:a="http://schemas.openxmlformats.org/drawingml/2006/main">
              <a:ext uri="{FF2B5EF4-FFF2-40B4-BE49-F238E27FC236}">
                <a16:creationId xmlns:a16="http://schemas.microsoft.com/office/drawing/2014/main" id="{BA4E2306-4EE3-4E23-9442-348E5D71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945" y="3038475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85768"/>
                </a:moveTo>
                <a:lnTo>
                  <a:pt x="414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2" name="object-385">
            <a:extLst xmlns:a="http://schemas.openxmlformats.org/drawingml/2006/main">
              <a:ext uri="{FF2B5EF4-FFF2-40B4-BE49-F238E27FC236}">
                <a16:creationId xmlns:a16="http://schemas.microsoft.com/office/drawing/2014/main" id="{5A083A7A-5C36-4A39-A2C8-1084298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114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睡到下次唤醒，再来一遍</a:t>
            </a:r>
          </a:p>
        </p:txBody>
      </p:sp>
      <p:sp>
        <p:nvSpPr>
          <p:cNvPr id="13" name="reveal1-object-386">
            <a:extLst xmlns:a="http://schemas.openxmlformats.org/drawingml/2006/main">
              <a:ext uri="{FF2B5EF4-FFF2-40B4-BE49-F238E27FC236}">
                <a16:creationId xmlns:a16="http://schemas.microsoft.com/office/drawing/2014/main" id="{72150267-19EE-429B-82D7-13246FAA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控制请求队列</a:t>
            </a:r>
          </a:p>
        </p:txBody>
      </p:sp>
      <p:sp>
        <p:nvSpPr>
          <p:cNvPr id="14" name="reveal1-object-387">
            <a:extLst xmlns:a="http://schemas.openxmlformats.org/drawingml/2006/main">
              <a:ext uri="{FF2B5EF4-FFF2-40B4-BE49-F238E27FC236}">
                <a16:creationId xmlns:a16="http://schemas.microsoft.com/office/drawing/2014/main" id="{3810B7E3-B1B8-4096-ACDD-FA1F2ABE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veal1-object-388">
            <a:extLst xmlns:a="http://schemas.openxmlformats.org/drawingml/2006/main">
              <a:ext uri="{FF2B5EF4-FFF2-40B4-BE49-F238E27FC236}">
                <a16:creationId xmlns:a16="http://schemas.microsoft.com/office/drawing/2014/main" id="{F449B143-F1E5-4B54-86C6-6DF5D08D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暂停</a:t>
            </a:r>
          </a:p>
        </p:txBody>
      </p:sp>
      <p:sp>
        <p:nvSpPr>
          <p:cNvPr id="16" name="reveal1-object-389">
            <a:extLst xmlns:a="http://schemas.openxmlformats.org/drawingml/2006/main">
              <a:ext uri="{FF2B5EF4-FFF2-40B4-BE49-F238E27FC236}">
                <a16:creationId xmlns:a16="http://schemas.microsoft.com/office/drawing/2014/main" id="{707FC659-AF47-40F0-96BD-0478DEC6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veal1-object-390">
            <a:extLst xmlns:a="http://schemas.openxmlformats.org/drawingml/2006/main">
              <a:ext uri="{FF2B5EF4-FFF2-40B4-BE49-F238E27FC236}">
                <a16:creationId xmlns:a16="http://schemas.microsoft.com/office/drawing/2014/main" id="{184F50CC-69F6-4038-AA5B-6014139F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淡出完成后的收尾</a:t>
            </a:r>
          </a:p>
        </p:txBody>
      </p:sp>
      <p:sp>
        <p:nvSpPr>
          <p:cNvPr id="18" name="reveal1-object-391">
            <a:extLst xmlns:a="http://schemas.openxmlformats.org/drawingml/2006/main">
              <a:ext uri="{FF2B5EF4-FFF2-40B4-BE49-F238E27FC236}">
                <a16:creationId xmlns:a16="http://schemas.microsoft.com/office/drawing/2014/main" id="{E73FBAD7-B333-4775-929A-FB345B86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veal1-object-392">
            <a:extLst xmlns:a="http://schemas.openxmlformats.org/drawingml/2006/main">
              <a:ext uri="{FF2B5EF4-FFF2-40B4-BE49-F238E27FC236}">
                <a16:creationId xmlns:a16="http://schemas.microsoft.com/office/drawing/2014/main" id="{FD380533-2757-49DC-91A8-DD30B0A5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恢复播放</a:t>
            </a:r>
          </a:p>
        </p:txBody>
      </p:sp>
      <p:sp>
        <p:nvSpPr>
          <p:cNvPr id="20" name="reveal1-object-393">
            <a:extLst xmlns:a="http://schemas.openxmlformats.org/drawingml/2006/main">
              <a:ext uri="{FF2B5EF4-FFF2-40B4-BE49-F238E27FC236}">
                <a16:creationId xmlns:a16="http://schemas.microsoft.com/office/drawing/2014/main" id="{59794698-3D1C-43A8-B335-12C1B31C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reveal1-object-394">
            <a:extLst xmlns:a="http://schemas.openxmlformats.org/drawingml/2006/main">
              <a:ext uri="{FF2B5EF4-FFF2-40B4-BE49-F238E27FC236}">
                <a16:creationId xmlns:a16="http://schemas.microsoft.com/office/drawing/2014/main" id="{6251BCC8-A659-4148-ABCA-9D7569CD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切到耳机</a:t>
            </a:r>
          </a:p>
        </p:txBody>
      </p:sp>
      <p:sp>
        <p:nvSpPr>
          <p:cNvPr id="22" name="reveal1-object-395">
            <a:extLst xmlns:a="http://schemas.openxmlformats.org/drawingml/2006/main">
              <a:ext uri="{FF2B5EF4-FFF2-40B4-BE49-F238E27FC236}">
                <a16:creationId xmlns:a16="http://schemas.microsoft.com/office/drawing/2014/main" id="{1249AA5E-7E00-4A0E-8681-AB84B373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33650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下一条</a:t>
            </a:r>
          </a:p>
          <a:p xmlns:a="http://schemas.openxmlformats.org/drawingml/2006/main">
            <a:pPr algn="l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先执行</a:t>
            </a:r>
          </a:p>
        </p:txBody>
      </p:sp>
      <p:sp>
        <p:nvSpPr>
          <p:cNvPr id="23" name="reveal1-line-396">
            <a:extLst xmlns:a="http://schemas.openxmlformats.org/drawingml/2006/main">
              <a:ext uri="{FF2B5EF4-FFF2-40B4-BE49-F238E27FC236}">
                <a16:creationId xmlns:a16="http://schemas.microsoft.com/office/drawing/2014/main" id="{61199BB5-5153-42F2-8C56-3F7A2932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4" name="reveal1-line-397">
            <a:extLst xmlns:a="http://schemas.openxmlformats.org/drawingml/2006/main">
              <a:ext uri="{FF2B5EF4-FFF2-40B4-BE49-F238E27FC236}">
                <a16:creationId xmlns:a16="http://schemas.microsoft.com/office/drawing/2014/main" id="{F76CB990-1027-43AB-BD2D-A85FA38E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563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5" name="reveal1-line-398">
            <a:extLst xmlns:a="http://schemas.openxmlformats.org/drawingml/2006/main">
              <a:ext uri="{FF2B5EF4-FFF2-40B4-BE49-F238E27FC236}">
                <a16:creationId xmlns:a16="http://schemas.microsoft.com/office/drawing/2014/main" id="{083E9D24-A01A-468F-AB0E-1CDE0DA3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25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6" name="reveal1-line-399">
            <a:extLst xmlns:a="http://schemas.openxmlformats.org/drawingml/2006/main">
              <a:ext uri="{FF2B5EF4-FFF2-40B4-BE49-F238E27FC236}">
                <a16:creationId xmlns:a16="http://schemas.microsoft.com/office/drawing/2014/main" id="{580BE150-BE91-4537-BB2D-4C0788A1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0488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7" name="reveal1-line-400">
            <a:extLst xmlns:a="http://schemas.openxmlformats.org/drawingml/2006/main">
              <a:ext uri="{FF2B5EF4-FFF2-40B4-BE49-F238E27FC236}">
                <a16:creationId xmlns:a16="http://schemas.microsoft.com/office/drawing/2014/main" id="{04A0EF67-1A7D-4EA9-B2AD-269ABE30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4950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8" name="reveal1-line-401">
            <a:extLst xmlns:a="http://schemas.openxmlformats.org/drawingml/2006/main">
              <a:ext uri="{FF2B5EF4-FFF2-40B4-BE49-F238E27FC236}">
                <a16:creationId xmlns:a16="http://schemas.microsoft.com/office/drawing/2014/main" id="{4D79160E-E269-4566-A92F-0386E28A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9413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9" name="reveal1-line-402">
            <a:extLst xmlns:a="http://schemas.openxmlformats.org/drawingml/2006/main">
              <a:ext uri="{FF2B5EF4-FFF2-40B4-BE49-F238E27FC236}">
                <a16:creationId xmlns:a16="http://schemas.microsoft.com/office/drawing/2014/main" id="{F2B7806A-8754-48FD-85E0-7531DC69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07" y="32385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0" name="reveal1-line-403">
            <a:extLst xmlns:a="http://schemas.openxmlformats.org/drawingml/2006/main">
              <a:ext uri="{FF2B5EF4-FFF2-40B4-BE49-F238E27FC236}">
                <a16:creationId xmlns:a16="http://schemas.microsoft.com/office/drawing/2014/main" id="{8C351A0F-0A3C-4CE7-A22D-1B1CBFCF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07" y="31970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1" name="reveal2-object-404">
            <a:extLst xmlns:a="http://schemas.openxmlformats.org/drawingml/2006/main">
              <a:ext uri="{FF2B5EF4-FFF2-40B4-BE49-F238E27FC236}">
                <a16:creationId xmlns:a16="http://schemas.microsoft.com/office/drawing/2014/main" id="{F282654F-F381-49AE-B271-05FF7180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改图的人就是跑数据的人：</a:t>
            </a:r>
          </a:p>
          <a:p xmlns:a="http://schemas.openxmlformats.org/drawingml/2006/main">
            <a:pPr algn="l">
              <a:def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同一条线程串行，</a:t>
            </a:r>
          </a:p>
          <a:p xmlns:a="http://schemas.openxmlformats.org/drawingml/2006/main">
            <a:pPr algn="l">
              <a:def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这个队列不需要锁。</a:t>
            </a:r>
          </a:p>
        </p:txBody>
      </p:sp>
      <p:sp>
        <p:nvSpPr>
          <p:cNvPr id="32" name="reveal2-object-405">
            <a:extLst xmlns:a="http://schemas.openxmlformats.org/drawingml/2006/main">
              <a:ext uri="{FF2B5EF4-FFF2-40B4-BE49-F238E27FC236}">
                <a16:creationId xmlns:a16="http://schemas.microsoft.com/office/drawing/2014/main" id="{075EBBFF-4B55-4C24-AA9F-52508E34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淡出完成不是定时器猜的：处理链在真实数据上跑完渐变，就地发回“淡出完成”，排到队尾。</a:t>
            </a:r>
          </a:p>
        </p:txBody>
      </p:sp>
      <p:sp>
        <p:nvSpPr>
          <p:cNvPr id="33" name="reveal2-object-406">
            <a:extLst xmlns:a="http://schemas.openxmlformats.org/drawingml/2006/main">
              <a:ext uri="{FF2B5EF4-FFF2-40B4-BE49-F238E27FC236}">
                <a16:creationId xmlns:a16="http://schemas.microsoft.com/office/drawing/2014/main" id="{8E5FA4CB-D1FE-442C-9777-B9CA583F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短淡出 5 毫秒，默认淡出一轮数据内完成；改图永远不跟数据处理抢线程。</a:t>
            </a:r>
          </a:p>
        </p:txBody>
      </p:sp>
      <p:sp>
        <p:nvSpPr>
          <p:cNvPr id="34" name="object-407">
            <a:extLst xmlns:a="http://schemas.openxmlformats.org/drawingml/2006/main">
              <a:ext uri="{FF2B5EF4-FFF2-40B4-BE49-F238E27FC236}">
                <a16:creationId xmlns:a16="http://schemas.microsoft.com/office/drawing/2014/main" id="{F5F47A77-95CB-497B-AF97-89D47C59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队列与线程为结构示意。</a:t>
            </a:r>
          </a:p>
        </p:txBody>
      </p:sp>
      <p:sp>
        <p:nvSpPr>
          <p:cNvPr id="35" name="object-408">
            <a:extLst xmlns:a="http://schemas.openxmlformats.org/drawingml/2006/main">
              <a:ext uri="{FF2B5EF4-FFF2-40B4-BE49-F238E27FC236}">
                <a16:creationId xmlns:a16="http://schemas.microsoft.com/office/drawing/2014/main" id="{BD5FF144-65AD-4707-80FA-97F2D2B7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63236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1"/>
      <p:bldP spid="14" grpId="1"/>
      <p:bldP spid="15" grpId="1"/>
      <p:bldP spid="16" grpId="1"/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1"/>
      <p:bldP spid="30" grpId="1"/>
      <p:bldP spid="31" grpId="2"/>
      <p:bldP spid="32" grpId="2"/>
      <p:bldP spid="33" grpId="2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object-409">
            <a:extLst xmlns:a="http://schemas.openxmlformats.org/drawingml/2006/main">
              <a:ext uri="{FF2B5EF4-FFF2-40B4-BE49-F238E27FC236}">
                <a16:creationId xmlns:a16="http://schemas.microsoft.com/office/drawing/2014/main" id="{74B1C9D1-5E4E-41F3-978D-2AAF77B3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三个保证，落在代码的哪里？</a:t>
            </a:r>
          </a:p>
        </p:txBody>
      </p:sp>
      <p:sp>
        <p:nvSpPr>
          <p:cNvPr id="2" name="object-410">
            <a:extLst xmlns:a="http://schemas.openxmlformats.org/drawingml/2006/main">
              <a:ext uri="{FF2B5EF4-FFF2-40B4-BE49-F238E27FC236}">
                <a16:creationId xmlns:a16="http://schemas.microsoft.com/office/drawing/2014/main" id="{998B7F93-4F94-4B36-961A-9264AF91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三个保证不是设计愿望，各有具体落点。</a:t>
            </a:r>
          </a:p>
        </p:txBody>
      </p:sp>
      <p:sp>
        <p:nvSpPr>
          <p:cNvPr id="3" name="object-411">
            <a:extLst xmlns:a="http://schemas.openxmlformats.org/drawingml/2006/main">
              <a:ext uri="{FF2B5EF4-FFF2-40B4-BE49-F238E27FC236}">
                <a16:creationId xmlns:a16="http://schemas.microsoft.com/office/drawing/2014/main" id="{73B6D7C9-FE5D-4A71-A84E-983D10C0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8669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引擎的保证</a:t>
            </a:r>
          </a:p>
        </p:txBody>
      </p:sp>
      <p:sp>
        <p:nvSpPr>
          <p:cNvPr id="4" name="object-412">
            <a:extLst xmlns:a="http://schemas.openxmlformats.org/drawingml/2006/main">
              <a:ext uri="{FF2B5EF4-FFF2-40B4-BE49-F238E27FC236}">
                <a16:creationId xmlns:a16="http://schemas.microsoft.com/office/drawing/2014/main" id="{42000E5C-4B36-4FDE-A3C6-B6AACC74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669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代码里的落点</a:t>
            </a:r>
          </a:p>
        </p:txBody>
      </p:sp>
      <p:sp>
        <p:nvSpPr>
          <p:cNvPr id="5" name="reveal1-object-413">
            <a:extLst xmlns:a="http://schemas.openxmlformats.org/drawingml/2006/main">
              <a:ext uri="{FF2B5EF4-FFF2-40B4-BE49-F238E27FC236}">
                <a16:creationId xmlns:a16="http://schemas.microsoft.com/office/drawing/2014/main" id="{308625D7-B0E4-4058-AE9F-7F7AFB9D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暂停</a:t>
            </a:r>
          </a:p>
        </p:txBody>
      </p:sp>
      <p:sp>
        <p:nvSpPr>
          <p:cNvPr id="6" name="reveal1-object-414">
            <a:extLst xmlns:a="http://schemas.openxmlformats.org/drawingml/2006/main">
              <a:ext uri="{FF2B5EF4-FFF2-40B4-BE49-F238E27FC236}">
                <a16:creationId xmlns:a16="http://schemas.microsoft.com/office/drawing/2014/main" id="{9352D194-853B-463A-974A-BF35341A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1717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veal1-object-415">
            <a:extLst xmlns:a="http://schemas.openxmlformats.org/drawingml/2006/main">
              <a:ext uri="{FF2B5EF4-FFF2-40B4-BE49-F238E27FC236}">
                <a16:creationId xmlns:a16="http://schemas.microsoft.com/office/drawing/2014/main" id="{BB36B07C-0CAD-4590-A5B9-075D1B7F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2885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渐变挂在增益节点上，逐帧执行</a:t>
            </a:r>
          </a:p>
        </p:txBody>
      </p:sp>
      <p:sp>
        <p:nvSpPr>
          <p:cNvPr id="8" name="reveal1-object-416">
            <a:extLst xmlns:a="http://schemas.openxmlformats.org/drawingml/2006/main">
              <a:ext uri="{FF2B5EF4-FFF2-40B4-BE49-F238E27FC236}">
                <a16:creationId xmlns:a16="http://schemas.microsoft.com/office/drawing/2014/main" id="{71936D66-B6EF-45D5-AE38-29406644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098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做完才回调收尾，收尾再排队</a:t>
            </a:r>
          </a:p>
        </p:txBody>
      </p:sp>
      <p:sp>
        <p:nvSpPr>
          <p:cNvPr id="9" name="reveal1-object-417">
            <a:extLst xmlns:a="http://schemas.openxmlformats.org/drawingml/2006/main">
              <a:ext uri="{FF2B5EF4-FFF2-40B4-BE49-F238E27FC236}">
                <a16:creationId xmlns:a16="http://schemas.microsoft.com/office/drawing/2014/main" id="{D28B8C4C-B33E-4244-AE31-27714AF7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</p:txBody>
      </p:sp>
      <p:sp>
        <p:nvSpPr>
          <p:cNvPr id="10" name="reveal1-object-418">
            <a:extLst xmlns:a="http://schemas.openxmlformats.org/drawingml/2006/main">
              <a:ext uri="{FF2B5EF4-FFF2-40B4-BE49-F238E27FC236}">
                <a16:creationId xmlns:a16="http://schemas.microsoft.com/office/drawing/2014/main" id="{60ABF37B-3601-4E47-8D84-C95AFAC9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146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veal1-object-419">
            <a:extLst xmlns:a="http://schemas.openxmlformats.org/drawingml/2006/main">
              <a:ext uri="{FF2B5EF4-FFF2-40B4-BE49-F238E27FC236}">
                <a16:creationId xmlns:a16="http://schemas.microsoft.com/office/drawing/2014/main" id="{D8956A7E-3FD6-4BAA-A3EE-FF15E21A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97180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第一步就把状态改成“运行中”</a:t>
            </a:r>
          </a:p>
        </p:txBody>
      </p:sp>
      <p:sp>
        <p:nvSpPr>
          <p:cNvPr id="12" name="reveal1-object-420">
            <a:extLst xmlns:a="http://schemas.openxmlformats.org/drawingml/2006/main">
              <a:ext uri="{FF2B5EF4-FFF2-40B4-BE49-F238E27FC236}">
                <a16:creationId xmlns:a16="http://schemas.microsoft.com/office/drawing/2014/main" id="{D2461A0B-1FC3-4995-95AD-F0158920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527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旧收尾首行检查它，已运行即返回</a:t>
            </a:r>
          </a:p>
        </p:txBody>
      </p:sp>
      <p:sp>
        <p:nvSpPr>
          <p:cNvPr id="13" name="reveal2-object-421">
            <a:extLst xmlns:a="http://schemas.openxmlformats.org/drawingml/2006/main">
              <a:ext uri="{FF2B5EF4-FFF2-40B4-BE49-F238E27FC236}">
                <a16:creationId xmlns:a16="http://schemas.microsoft.com/office/drawing/2014/main" id="{5B9EB327-12C9-4973-9C11-BB037092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88779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8877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887798"/>
                </a:solidFill>
                <a:latin typeface="Microsoft YaHei"/>
                <a:ea typeface="Microsoft YaHei"/>
                <a:cs typeface="Microsoft YaHei"/>
              </a:rPr>
              <a:t>淡入时机</a:t>
            </a:r>
          </a:p>
        </p:txBody>
      </p:sp>
      <p:sp>
        <p:nvSpPr>
          <p:cNvPr id="14" name="reveal2-object-422">
            <a:extLst xmlns:a="http://schemas.openxmlformats.org/drawingml/2006/main">
              <a:ext uri="{FF2B5EF4-FFF2-40B4-BE49-F238E27FC236}">
                <a16:creationId xmlns:a16="http://schemas.microsoft.com/office/drawing/2014/main" id="{525A49FD-4870-429A-AF1A-D2843020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576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veal2-object-423">
            <a:extLst xmlns:a="http://schemas.openxmlformats.org/drawingml/2006/main">
              <a:ext uri="{FF2B5EF4-FFF2-40B4-BE49-F238E27FC236}">
                <a16:creationId xmlns:a16="http://schemas.microsoft.com/office/drawing/2014/main" id="{4EE9ADCA-0777-49AC-B26F-CECC85C3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1475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接通后立刻挂淡入，再启动音效</a:t>
            </a:r>
          </a:p>
        </p:txBody>
      </p:sp>
      <p:sp>
        <p:nvSpPr>
          <p:cNvPr id="16" name="reveal2-object-424">
            <a:extLst xmlns:a="http://schemas.openxmlformats.org/drawingml/2006/main">
              <a:ext uri="{FF2B5EF4-FFF2-40B4-BE49-F238E27FC236}">
                <a16:creationId xmlns:a16="http://schemas.microsoft.com/office/drawing/2014/main" id="{6C11429F-96F1-4122-A062-6AC455E2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957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注释写明：晚了会漏全音量数据帧</a:t>
            </a:r>
          </a:p>
        </p:txBody>
      </p:sp>
      <p:sp>
        <p:nvSpPr>
          <p:cNvPr id="17" name="reveal2-object-425">
            <a:extLst xmlns:a="http://schemas.openxmlformats.org/drawingml/2006/main">
              <a:ext uri="{FF2B5EF4-FFF2-40B4-BE49-F238E27FC236}">
                <a16:creationId xmlns:a16="http://schemas.microsoft.com/office/drawing/2014/main" id="{343FABDE-D0C5-4264-B031-9BFA8C05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切耳机</a:t>
            </a:r>
          </a:p>
        </p:txBody>
      </p:sp>
      <p:sp>
        <p:nvSpPr>
          <p:cNvPr id="18" name="reveal2-object-426">
            <a:extLst xmlns:a="http://schemas.openxmlformats.org/drawingml/2006/main">
              <a:ext uri="{FF2B5EF4-FFF2-40B4-BE49-F238E27FC236}">
                <a16:creationId xmlns:a16="http://schemas.microsoft.com/office/drawing/2014/main" id="{CC05FD76-F403-4BD5-8E95-87B1E452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4005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veal2-object-427">
            <a:extLst xmlns:a="http://schemas.openxmlformats.org/drawingml/2006/main">
              <a:ext uri="{FF2B5EF4-FFF2-40B4-BE49-F238E27FC236}">
                <a16:creationId xmlns:a16="http://schemas.microsoft.com/office/drawing/2014/main" id="{BADF1D86-B7B9-4CD2-BA96-DFDBFFD7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45770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节点带状态交接，目标侧调帧长</a:t>
            </a:r>
          </a:p>
        </p:txBody>
      </p:sp>
      <p:sp>
        <p:nvSpPr>
          <p:cNvPr id="20" name="reveal2-object-428">
            <a:extLst xmlns:a="http://schemas.openxmlformats.org/drawingml/2006/main">
              <a:ext uri="{FF2B5EF4-FFF2-40B4-BE49-F238E27FC236}">
                <a16:creationId xmlns:a16="http://schemas.microsoft.com/office/drawing/2014/main" id="{E802953E-9053-4CAF-9B2B-00F41526A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4386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只有运行中的会话才接入新链</a:t>
            </a:r>
          </a:p>
        </p:txBody>
      </p:sp>
      <p:sp>
        <p:nvSpPr>
          <p:cNvPr id="21" name="reveal2-object-429">
            <a:extLst xmlns:a="http://schemas.openxmlformats.org/drawingml/2006/main">
              <a:ext uri="{FF2B5EF4-FFF2-40B4-BE49-F238E27FC236}">
                <a16:creationId xmlns:a16="http://schemas.microsoft.com/office/drawing/2014/main" id="{65AACDC9-FB93-4BBC-99B9-B697C1AB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一个状态标志、一行状态检查、一个先后顺序、一次参数调整，</a:t>
            </a:r>
          </a:p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复杂性摊开看，是这些小保证的叠加。</a:t>
            </a:r>
          </a:p>
        </p:txBody>
      </p:sp>
      <p:sp>
        <p:nvSpPr>
          <p:cNvPr id="22" name="object-430">
            <a:extLst xmlns:a="http://schemas.openxmlformats.org/drawingml/2006/main">
              <a:ext uri="{FF2B5EF4-FFF2-40B4-BE49-F238E27FC236}">
                <a16:creationId xmlns:a16="http://schemas.microsoft.com/office/drawing/2014/main" id="{F179CCAC-B96F-4B6D-B10C-2EC1AFE5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左列为引擎行为，右列为代码落点；行号见讲稿附录。</a:t>
            </a:r>
          </a:p>
        </p:txBody>
      </p:sp>
      <p:sp>
        <p:nvSpPr>
          <p:cNvPr id="23" name="object-431">
            <a:extLst xmlns:a="http://schemas.openxmlformats.org/drawingml/2006/main">
              <a:ext uri="{FF2B5EF4-FFF2-40B4-BE49-F238E27FC236}">
                <a16:creationId xmlns:a16="http://schemas.microsoft.com/office/drawing/2014/main" id="{A05D7203-015E-48E1-892F-5131469C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551627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1"/>
      <p:bldP spid="7" grpId="1"/>
      <p:bldP spid="8" grpId="1"/>
      <p:bldP spid="9" grpId="1"/>
      <p:bldP spid="10" grpId="1"/>
      <p:bldP spid="11" grpId="1"/>
      <p:bldP spid="12" grpId="1"/>
      <p:bldP spid="13" grpId="2"/>
      <p:bldP spid="14" grpId="2"/>
      <p:bldP spid="15" grpId="2"/>
      <p:bldP spid="16" grpId="2"/>
      <p:bldP spid="17" grpId="2"/>
      <p:bldP spid="18" grpId="2"/>
      <p:bldP spid="19" grpId="2"/>
      <p:bldP spid="20" grpId="2"/>
      <p:bldP spid="21" grpId="2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object-432">
            <a:extLst xmlns:a="http://schemas.openxmlformats.org/drawingml/2006/main">
              <a:ext uri="{FF2B5EF4-FFF2-40B4-BE49-F238E27FC236}">
                <a16:creationId xmlns:a16="http://schemas.microsoft.com/office/drawing/2014/main" id="{AEF904F2-8FAB-4EF9-AF8C-B73CB35F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再看这三个操作</a:t>
            </a:r>
          </a:p>
        </p:txBody>
      </p:sp>
      <p:sp>
        <p:nvSpPr>
          <p:cNvPr id="2" name="object-433">
            <a:extLst xmlns:a="http://schemas.openxmlformats.org/drawingml/2006/main">
              <a:ext uri="{FF2B5EF4-FFF2-40B4-BE49-F238E27FC236}">
                <a16:creationId xmlns:a16="http://schemas.microsoft.com/office/drawing/2014/main" id="{6FBF5070-57D2-43DA-BA84-DC4FF58F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回到这一路音乐，三个操作分别改变了什么？</a:t>
            </a:r>
          </a:p>
        </p:txBody>
      </p:sp>
      <p:sp>
        <p:nvSpPr>
          <p:cNvPr id="3" name="object-434">
            <a:extLst xmlns:a="http://schemas.openxmlformats.org/drawingml/2006/main">
              <a:ext uri="{FF2B5EF4-FFF2-40B4-BE49-F238E27FC236}">
                <a16:creationId xmlns:a16="http://schemas.microsoft.com/office/drawing/2014/main" id="{8E70C5ED-D0F4-4894-9A79-AD6B6788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435">
            <a:extLst xmlns:a="http://schemas.openxmlformats.org/drawingml/2006/main">
              <a:ext uri="{FF2B5EF4-FFF2-40B4-BE49-F238E27FC236}">
                <a16:creationId xmlns:a16="http://schemas.microsoft.com/office/drawing/2014/main" id="{4647225B-40CE-4F20-83A5-F3C78EF2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5" name="line-436">
            <a:extLst xmlns:a="http://schemas.openxmlformats.org/drawingml/2006/main">
              <a:ext uri="{FF2B5EF4-FFF2-40B4-BE49-F238E27FC236}">
                <a16:creationId xmlns:a16="http://schemas.microsoft.com/office/drawing/2014/main" id="{16BCDD93-BF9E-47BD-8F76-04CF6FA9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248025"/>
            <a:ext cx="723900" cy="9525"/>
          </a:xfrm>
          <a:custGeom xmlns:a="http://schemas.openxmlformats.org/drawingml/2006/main">
            <a:pathLst>
              <a:path w="723900" h="9525">
                <a:moveTo>
                  <a:pt x="0" y="0"/>
                </a:moveTo>
                <a:lnTo>
                  <a:pt x="723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" name="line-437">
            <a:extLst xmlns:a="http://schemas.openxmlformats.org/drawingml/2006/main">
              <a:ext uri="{FF2B5EF4-FFF2-40B4-BE49-F238E27FC236}">
                <a16:creationId xmlns:a16="http://schemas.microsoft.com/office/drawing/2014/main" id="{114BAC99-8BE4-4DDD-9AE6-719EE25C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32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7" name="line-438">
            <a:extLst xmlns:a="http://schemas.openxmlformats.org/drawingml/2006/main">
              <a:ext uri="{FF2B5EF4-FFF2-40B4-BE49-F238E27FC236}">
                <a16:creationId xmlns:a16="http://schemas.microsoft.com/office/drawing/2014/main" id="{D4F8327C-BD57-46B8-A678-5C4BBF76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32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8" name="object-439">
            <a:extLst xmlns:a="http://schemas.openxmlformats.org/drawingml/2006/main">
              <a:ext uri="{FF2B5EF4-FFF2-40B4-BE49-F238E27FC236}">
                <a16:creationId xmlns:a16="http://schemas.microsoft.com/office/drawing/2014/main" id="{5EAEAB62-F01F-49CE-8C82-0B647D09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24175"/>
            <a:ext cx="1666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9" name="object-440">
            <a:extLst xmlns:a="http://schemas.openxmlformats.org/drawingml/2006/main">
              <a:ext uri="{FF2B5EF4-FFF2-40B4-BE49-F238E27FC236}">
                <a16:creationId xmlns:a16="http://schemas.microsoft.com/office/drawing/2014/main" id="{00763F2C-C7E6-4DC7-9B01-574B4E95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441">
            <a:extLst xmlns:a="http://schemas.openxmlformats.org/drawingml/2006/main">
              <a:ext uri="{FF2B5EF4-FFF2-40B4-BE49-F238E27FC236}">
                <a16:creationId xmlns:a16="http://schemas.microsoft.com/office/drawing/2014/main" id="{79B09BD3-65BB-4620-8D4C-F2CA483A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-442">
            <a:extLst xmlns:a="http://schemas.openxmlformats.org/drawingml/2006/main">
              <a:ext uri="{FF2B5EF4-FFF2-40B4-BE49-F238E27FC236}">
                <a16:creationId xmlns:a16="http://schemas.microsoft.com/office/drawing/2014/main" id="{5825BA92-8682-409C-B1BA-55E9E69C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bject-443">
            <a:extLst xmlns:a="http://schemas.openxmlformats.org/drawingml/2006/main">
              <a:ext uri="{FF2B5EF4-FFF2-40B4-BE49-F238E27FC236}">
                <a16:creationId xmlns:a16="http://schemas.microsoft.com/office/drawing/2014/main" id="{14E91A19-311D-4CCA-955A-CE7297D9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444">
            <a:extLst xmlns:a="http://schemas.openxmlformats.org/drawingml/2006/main">
              <a:ext uri="{FF2B5EF4-FFF2-40B4-BE49-F238E27FC236}">
                <a16:creationId xmlns:a16="http://schemas.microsoft.com/office/drawing/2014/main" id="{DFBF7DCC-2756-4B03-8776-C08B1535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924175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bject-445">
            <a:extLst xmlns:a="http://schemas.openxmlformats.org/drawingml/2006/main">
              <a:ext uri="{FF2B5EF4-FFF2-40B4-BE49-F238E27FC236}">
                <a16:creationId xmlns:a16="http://schemas.microsoft.com/office/drawing/2014/main" id="{6A5DBA4C-F375-47AE-8415-1695A30C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981325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增益与音效</a:t>
            </a:r>
          </a:p>
        </p:txBody>
      </p:sp>
      <p:sp>
        <p:nvSpPr>
          <p:cNvPr id="15" name="object-446">
            <a:extLst xmlns:a="http://schemas.openxmlformats.org/drawingml/2006/main">
              <a:ext uri="{FF2B5EF4-FFF2-40B4-BE49-F238E27FC236}">
                <a16:creationId xmlns:a16="http://schemas.microsoft.com/office/drawing/2014/main" id="{107B949A-2609-45EB-9BA6-B941AF9B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924175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object-447">
            <a:extLst xmlns:a="http://schemas.openxmlformats.org/drawingml/2006/main">
              <a:ext uri="{FF2B5EF4-FFF2-40B4-BE49-F238E27FC236}">
                <a16:creationId xmlns:a16="http://schemas.microsoft.com/office/drawing/2014/main" id="{BB039053-2BBE-4AB3-8931-2B6313CF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81325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设备处理链</a:t>
            </a:r>
          </a:p>
        </p:txBody>
      </p:sp>
      <p:sp>
        <p:nvSpPr>
          <p:cNvPr id="17" name="line-448">
            <a:extLst xmlns:a="http://schemas.openxmlformats.org/drawingml/2006/main">
              <a:ext uri="{FF2B5EF4-FFF2-40B4-BE49-F238E27FC236}">
                <a16:creationId xmlns:a16="http://schemas.microsoft.com/office/drawing/2014/main" id="{3EB45A64-BFAB-4F4E-99BE-CFF6BD13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248025"/>
            <a:ext cx="762000" cy="9525"/>
          </a:xfrm>
          <a:custGeom xmlns:a="http://schemas.openxmlformats.org/drawingml/2006/main">
            <a:pathLst>
              <a:path w="762000" h="9525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8" name="line-449">
            <a:extLst xmlns:a="http://schemas.openxmlformats.org/drawingml/2006/main">
              <a:ext uri="{FF2B5EF4-FFF2-40B4-BE49-F238E27FC236}">
                <a16:creationId xmlns:a16="http://schemas.microsoft.com/office/drawing/2014/main" id="{93BF6759-7F45-4583-9EE4-EA452024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9" name="line-450">
            <a:extLst xmlns:a="http://schemas.openxmlformats.org/drawingml/2006/main">
              <a:ext uri="{FF2B5EF4-FFF2-40B4-BE49-F238E27FC236}">
                <a16:creationId xmlns:a16="http://schemas.microsoft.com/office/drawing/2014/main" id="{8CB5AC1D-D87B-4535-8414-533E30B5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0" name="line-451">
            <a:extLst xmlns:a="http://schemas.openxmlformats.org/drawingml/2006/main">
              <a:ext uri="{FF2B5EF4-FFF2-40B4-BE49-F238E27FC236}">
                <a16:creationId xmlns:a16="http://schemas.microsoft.com/office/drawing/2014/main" id="{E8E8D047-93C3-480F-A302-97D60E0E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248025"/>
            <a:ext cx="1409700" cy="9525"/>
          </a:xfrm>
          <a:custGeom xmlns:a="http://schemas.openxmlformats.org/drawingml/2006/main">
            <a:pathLst>
              <a:path w="1409700" h="9525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1" name="line-452">
            <a:extLst xmlns:a="http://schemas.openxmlformats.org/drawingml/2006/main">
              <a:ext uri="{FF2B5EF4-FFF2-40B4-BE49-F238E27FC236}">
                <a16:creationId xmlns:a16="http://schemas.microsoft.com/office/drawing/2014/main" id="{D358C790-EF74-4826-B135-A405D79E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57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2" name="line-453">
            <a:extLst xmlns:a="http://schemas.openxmlformats.org/drawingml/2006/main">
              <a:ext uri="{FF2B5EF4-FFF2-40B4-BE49-F238E27FC236}">
                <a16:creationId xmlns:a16="http://schemas.microsoft.com/office/drawing/2014/main" id="{DBEE2EF2-2DD7-4286-B125-3972BD06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57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3" name="line-454">
            <a:extLst xmlns:a="http://schemas.openxmlformats.org/drawingml/2006/main">
              <a:ext uri="{FF2B5EF4-FFF2-40B4-BE49-F238E27FC236}">
                <a16:creationId xmlns:a16="http://schemas.microsoft.com/office/drawing/2014/main" id="{0CEDB08E-2F6E-4D71-AD5E-C8F7ACBB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248025"/>
            <a:ext cx="1019175" cy="9525"/>
          </a:xfrm>
          <a:custGeom xmlns:a="http://schemas.openxmlformats.org/drawingml/2006/main">
            <a:pathLst>
              <a:path w="1019175" h="9525">
                <a:moveTo>
                  <a:pt x="0" y="0"/>
                </a:moveTo>
                <a:lnTo>
                  <a:pt x="1019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4" name="line-455">
            <a:extLst xmlns:a="http://schemas.openxmlformats.org/drawingml/2006/main">
              <a:ext uri="{FF2B5EF4-FFF2-40B4-BE49-F238E27FC236}">
                <a16:creationId xmlns:a16="http://schemas.microsoft.com/office/drawing/2014/main" id="{34CEB85B-6AC0-4A8D-88F1-A741A68E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32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5" name="line-456">
            <a:extLst xmlns:a="http://schemas.openxmlformats.org/drawingml/2006/main">
              <a:ext uri="{FF2B5EF4-FFF2-40B4-BE49-F238E27FC236}">
                <a16:creationId xmlns:a16="http://schemas.microsoft.com/office/drawing/2014/main" id="{7743A6FA-F06F-40FA-836F-475A90C9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32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6" name="reveal1-object-457">
            <a:extLst xmlns:a="http://schemas.openxmlformats.org/drawingml/2006/main">
              <a:ext uri="{FF2B5EF4-FFF2-40B4-BE49-F238E27FC236}">
                <a16:creationId xmlns:a16="http://schemas.microsoft.com/office/drawing/2014/main" id="{2834F7C6-77A5-4D15-B3D2-7DC11E92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暂停</a:t>
            </a:r>
          </a:p>
        </p:txBody>
      </p:sp>
      <p:sp>
        <p:nvSpPr>
          <p:cNvPr id="27" name="reveal1-object-458">
            <a:extLst xmlns:a="http://schemas.openxmlformats.org/drawingml/2006/main">
              <a:ext uri="{FF2B5EF4-FFF2-40B4-BE49-F238E27FC236}">
                <a16:creationId xmlns:a16="http://schemas.microsoft.com/office/drawing/2014/main" id="{E2CFFB36-4E45-42ED-A3E0-D8FE144B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3095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完成淡出，</a:t>
            </a:r>
          </a:p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再断开输入。</a:t>
            </a:r>
          </a:p>
        </p:txBody>
      </p:sp>
      <p:sp>
        <p:nvSpPr>
          <p:cNvPr id="28" name="reveal1-object-459">
            <a:extLst xmlns:a="http://schemas.openxmlformats.org/drawingml/2006/main">
              <a:ext uri="{FF2B5EF4-FFF2-40B4-BE49-F238E27FC236}">
                <a16:creationId xmlns:a16="http://schemas.microsoft.com/office/drawing/2014/main" id="{BEA9F1FC-A7F4-4F89-AA76-7D26B445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24325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</p:txBody>
      </p:sp>
      <p:sp>
        <p:nvSpPr>
          <p:cNvPr id="29" name="reveal1-object-460">
            <a:extLst xmlns:a="http://schemas.openxmlformats.org/drawingml/2006/main">
              <a:ext uri="{FF2B5EF4-FFF2-40B4-BE49-F238E27FC236}">
                <a16:creationId xmlns:a16="http://schemas.microsoft.com/office/drawing/2014/main" id="{0B9F8CD9-1717-415C-8D8E-DB99BF8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00575"/>
            <a:ext cx="3095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执行旧请求前，</a:t>
            </a:r>
          </a:p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确认是否已恢复。</a:t>
            </a:r>
          </a:p>
        </p:txBody>
      </p:sp>
      <p:sp>
        <p:nvSpPr>
          <p:cNvPr id="30" name="reveal1-object-461">
            <a:extLst xmlns:a="http://schemas.openxmlformats.org/drawingml/2006/main">
              <a:ext uri="{FF2B5EF4-FFF2-40B4-BE49-F238E27FC236}">
                <a16:creationId xmlns:a16="http://schemas.microsoft.com/office/drawing/2014/main" id="{F917DCE2-ABB3-44FF-ACB9-5B852533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24325"/>
            <a:ext cx="333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切耳机</a:t>
            </a:r>
          </a:p>
        </p:txBody>
      </p:sp>
      <p:sp>
        <p:nvSpPr>
          <p:cNvPr id="31" name="reveal1-object-462">
            <a:extLst xmlns:a="http://schemas.openxmlformats.org/drawingml/2006/main">
              <a:ext uri="{FF2B5EF4-FFF2-40B4-BE49-F238E27FC236}">
                <a16:creationId xmlns:a16="http://schemas.microsoft.com/office/drawing/2014/main" id="{EF904718-1D99-428F-A5E8-E5F8F7FF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600575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交接同一个会话，</a:t>
            </a:r>
          </a:p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接入目标设备链。</a:t>
            </a:r>
          </a:p>
        </p:txBody>
      </p:sp>
      <p:sp>
        <p:nvSpPr>
          <p:cNvPr id="32" name="reveal2-line-463">
            <a:extLst xmlns:a="http://schemas.openxmlformats.org/drawingml/2006/main">
              <a:ext uri="{FF2B5EF4-FFF2-40B4-BE49-F238E27FC236}">
                <a16:creationId xmlns:a16="http://schemas.microsoft.com/office/drawing/2014/main" id="{A50C42F1-A3FC-4B60-8CBF-ACB1DAB0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33" name="reveal2-object-464">
            <a:extLst xmlns:a="http://schemas.openxmlformats.org/drawingml/2006/main">
              <a:ext uri="{FF2B5EF4-FFF2-40B4-BE49-F238E27FC236}">
                <a16:creationId xmlns:a16="http://schemas.microsoft.com/office/drawing/2014/main" id="{9E66A88B-CB14-41A0-8269-16DF904F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时间、队列、状态、设备差异、耳朵：五样都得交代，这就是复杂性的去处。</a:t>
            </a:r>
          </a:p>
        </p:txBody>
      </p:sp>
      <p:sp>
        <p:nvSpPr>
          <p:cNvPr id="34" name="object-465">
            <a:extLst xmlns:a="http://schemas.openxmlformats.org/drawingml/2006/main">
              <a:ext uri="{FF2B5EF4-FFF2-40B4-BE49-F238E27FC236}">
                <a16:creationId xmlns:a16="http://schemas.microsoft.com/office/drawing/2014/main" id="{2CD3C338-FF01-46E2-8C16-49602CA12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下一部分：相同普通输出路径下，对比 PA 与 HPAE 的执行组织。</a:t>
            </a:r>
          </a:p>
        </p:txBody>
      </p:sp>
      <p:sp>
        <p:nvSpPr>
          <p:cNvPr id="35" name="object-466">
            <a:extLst xmlns:a="http://schemas.openxmlformats.org/drawingml/2006/main">
              <a:ext uri="{FF2B5EF4-FFF2-40B4-BE49-F238E27FC236}">
                <a16:creationId xmlns:a16="http://schemas.microsoft.com/office/drawing/2014/main" id="{CA679CD7-261D-486A-826E-90FE54C0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706675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1"/>
      <p:bldP spid="27" grpId="1"/>
      <p:bldP spid="28" grpId="1"/>
      <p:bldP spid="29" grpId="1"/>
      <p:bldP spid="30" grpId="1"/>
      <p:bldP spid="31" grpId="1"/>
      <p:bldP spid="32" grpId="2"/>
      <p:bldP spid="33" grpId="2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2026-10-21T13:04:52.1350000Z</dcterms:created>
  <dcterms:modified xsi:type="dcterms:W3CDTF">2026-10-21T13:04:52.1350000Z</dcterms:modified>
</coreProperties>
</file>