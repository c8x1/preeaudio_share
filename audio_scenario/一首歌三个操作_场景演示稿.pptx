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a8eb69d4f8b403c" /><Relationship Type="http://schemas.openxmlformats.org/officeDocument/2006/relationships/extended-properties" Target="/docProps/app.xml" Id="R2531e1be6fe547f7" /><Relationship Type="http://schemas.openxmlformats.org/officeDocument/2006/relationships/officeDocument" Target="/ppt/presentation.xml" Id="Rea50744540bf448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a7b0554502d4a18"/>
  </p:sldMasterIdLst>
  <p:notesMasterIdLst>
    <p:notesMasterId xmlns:r="http://schemas.openxmlformats.org/officeDocument/2006/relationships" r:id="Ra3cb24db1ec243df"/>
  </p:notesMasterIdLst>
  <p:sldIdLst>
    <p:sldId xmlns:r="http://schemas.openxmlformats.org/officeDocument/2006/relationships" id="256" r:id="R313a30b95e934fb6"/>
    <p:sldId xmlns:r="http://schemas.openxmlformats.org/officeDocument/2006/relationships" id="257" r:id="R435f21ff7aba4688"/>
    <p:sldId xmlns:r="http://schemas.openxmlformats.org/officeDocument/2006/relationships" id="258" r:id="Re491763eca5c48ca"/>
    <p:sldId xmlns:r="http://schemas.openxmlformats.org/officeDocument/2006/relationships" id="259" r:id="Rdcf48fc81854472a"/>
    <p:sldId xmlns:r="http://schemas.openxmlformats.org/officeDocument/2006/relationships" id="260" r:id="R763bdd2bf0274106"/>
    <p:sldId xmlns:r="http://schemas.openxmlformats.org/officeDocument/2006/relationships" id="261" r:id="R84b19b5832874ea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856dd024e7c4932" /><Relationship Type="http://schemas.openxmlformats.org/officeDocument/2006/relationships/slideMaster" Target="/ppt/slideMasters/slideMaster1.xml" Id="R1a7b0554502d4a18" /><Relationship Type="http://schemas.openxmlformats.org/officeDocument/2006/relationships/notesMaster" Target="/ppt/notesMasters/notesMaster1.xml" Id="Ra3cb24db1ec243df" /><Relationship Type="http://schemas.openxmlformats.org/officeDocument/2006/relationships/presProps" Target="/ppt/presProps.xml" Id="Ree083dbdce2944c0" /><Relationship Type="http://schemas.openxmlformats.org/officeDocument/2006/relationships/tableStyles" Target="/ppt/tableStyles.xml" Id="Rb18c191d6f984db7" /><Relationship Type="http://schemas.openxmlformats.org/officeDocument/2006/relationships/slide" Target="/ppt/slides/slide1.xml" Id="R313a30b95e934fb6" /><Relationship Type="http://schemas.openxmlformats.org/officeDocument/2006/relationships/slide" Target="/ppt/slides/slide2.xml" Id="R435f21ff7aba4688" /><Relationship Type="http://schemas.openxmlformats.org/officeDocument/2006/relationships/slide" Target="/ppt/slides/slide3.xml" Id="Re491763eca5c48ca" /><Relationship Type="http://schemas.openxmlformats.org/officeDocument/2006/relationships/slide" Target="/ppt/slides/slide4.xml" Id="Rdcf48fc81854472a" /><Relationship Type="http://schemas.openxmlformats.org/officeDocument/2006/relationships/slide" Target="/ppt/slides/slide5.xml" Id="R763bdd2bf0274106" /><Relationship Type="http://schemas.openxmlformats.org/officeDocument/2006/relationships/slide" Target="/ppt/slides/slide6.xml" Id="R84b19b5832874ea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b86700e7a7a41e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3fdb793532a4aa1" /><Relationship Type="http://schemas.openxmlformats.org/officeDocument/2006/relationships/notesMaster" Target="/ppt/notesMasters/notesMaster1.xml" Id="R07e24352fad2436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6a4812b84974b49" /><Relationship Type="http://schemas.openxmlformats.org/officeDocument/2006/relationships/notesMaster" Target="/ppt/notesMasters/notesMaster1.xml" Id="R1c674c9b5536473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ccaed4ca904df3" /><Relationship Type="http://schemas.openxmlformats.org/officeDocument/2006/relationships/notesMaster" Target="/ppt/notesMasters/notesMaster1.xml" Id="R55f68d9e68ea430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1b8e638cd324f8a" /><Relationship Type="http://schemas.openxmlformats.org/officeDocument/2006/relationships/notesMaster" Target="/ppt/notesMasters/notesMaster1.xml" Id="R2832225028b04b1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001b7bf233041f9" /><Relationship Type="http://schemas.openxmlformats.org/officeDocument/2006/relationships/notesMaster" Target="/ppt/notesMasters/notesMaster1.xml" Id="R9167b6d4d26c488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9a410b648aa4ae2" /><Relationship Type="http://schemas.openxmlformats.org/officeDocument/2006/relationships/notesMaster" Target="/ppt/notesMasters/notesMaster1.xml" Id="R1c990745edbd450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一首歌，三个日常操作</a:t>
            </a:r>
          </a:p>
          <a:p xmlns:a="http://schemas.openxmlformats.org/drawingml/2006/main">
            <a:r>
              <a:t>时间：1分钟</a:t>
            </a:r>
          </a:p>
          <a:p xmlns:a="http://schemas.openxmlformats.org/drawingml/2006/main">
            <a:r>
              <a:t>本页目标：从用户操作出发，看控制请求怎样改变正在流动的声音。</a:t>
            </a:r>
          </a:p>
          <a:p xmlns:a="http://schemas.openxmlformats.org/drawingml/2006/main">
            <a:r>
              <a:t>承接：延续同一个播放会话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｜一首歌，三个操作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时间：约 60 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屏幕文字：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暂停一下。继续播放。切到耳机。</a:t>
            </a:r>
          </a:p>
          <a:p xmlns:a="http://schemas.openxmlformats.org/drawingml/2006/main">
            <a:r>
              <a:t>&gt;</a:t>
            </a:r>
          </a:p>
          <a:p xmlns:a="http://schemas.openxmlformats.org/drawingml/2006/main">
            <a:r>
              <a:t>&gt; 声音如何跟上每一次操作？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画面：同一个播放器、一条持续推进的音乐时间轴；依次出现暂停、播放、耳机三个标记。先不出现线程、Manager 和类名。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“我们先从一个每天都可能发生的操作开始。手机在放歌，我点一下暂停，接着继续播放，再把声音切到耳机。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我们对它的要求很自然：停下来时不要有突兀的声音，继续播放时要响应我的操作，切换之后要从正确的设备出声。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但这里有两件事同时在发生：音乐数据持续向设备流动，我的操作随时可能到来。今天我们就跟着这一首歌，看看音频引擎如何把两件事协调起来。”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演示：使用已确认走目标路径的播放器和设备。正常执行三步即可，不承诺复现竞态。耳机输出可用输出设备标识说明，音质与切换间隙判断需实际录音或测量。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过渡：“先看最简单的一步：暂停。”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演示：按图中编号依次讲述；本文件为静态可编辑页，不含自动动画。</a:t>
            </a:r>
          </a:p>
          <a:p xmlns:a="http://schemas.openxmlformats.org/drawingml/2006/main">
            <a:r>
              <a:t>讲述安排：先定位用户操作，再沿控制与数据关系推演，最后指出设计约束。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技术边界：实线：音频数据    虚线：控制与通知；图为职责关系，非完整线程拓扑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本地源码基线 3a2688e805df970739e3b0cebf9cc05d8cb24e9b；核验依据见讲稿中的源码落点。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暂停：控制请求与声音变化需要衔接</a:t>
            </a:r>
          </a:p>
          <a:p xmlns:a="http://schemas.openxmlformats.org/drawingml/2006/main">
            <a:r>
              <a:t>时间：1.7分钟</a:t>
            </a:r>
          </a:p>
          <a:p xmlns:a="http://schemas.openxmlformats.org/drawingml/2006/main">
            <a:r>
              <a:t>本页目标：暂停已经提出，不代表音频数据可以立即停止处理。</a:t>
            </a:r>
          </a:p>
          <a:p xmlns:a="http://schemas.openxmlformats.org/drawingml/2006/main">
            <a:r>
              <a:t>承接：延续同一个播放会话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｜声音停下来，也需要一个过程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时间：约 100 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屏幕文字：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播放中 → 正在暂停 → 已暂停</a:t>
            </a:r>
          </a:p>
          <a:p xmlns:a="http://schemas.openxmlformats.org/drawingml/2006/main">
            <a:r>
              <a:t>&gt;</a:t>
            </a:r>
          </a:p>
          <a:p xmlns:a="http://schemas.openxmlformats.org/drawingml/2006/main">
            <a:r>
              <a:t>&gt; 先完成淡出，再断开处理链。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画面：共用横向时间轴，分成控制、数据处理、增益三层。上层显示暂停请求经队列交给设备处理线程；中层显示缓冲中的数据继续经过增益处理，直到淡出完成后才断开输入连接；下层显示与这一阶段对应的增益包络。用一条垂直虚线关联“淡出完成”和后续断开动作，断开动作前标出完成请求的异步交接。状态带用“播放中／正在暂停／已暂停”标记阶段。角落保留“无需淡出”的条件旁路。波形为原理示意，不标虚构时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“声音是一串连续的采样值。如果在非零幅度处突然截断，就可能引入突变，让人听到咔哒声。停止之前逐渐降低增益，可以减轻这种突变。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所以，普通活跃播放路径收到暂停请求后，会先安排淡出，并进入 PAUSING。这个状态意味着暂停正在处理，音频处理链还需要工作，才能把淡出做完。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等淡出完成，再处理音效暂停、断开输入节点、进入 PAUSED。这里的中间态，把声音的变化和资源的变化衔接起来。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如果节点已经暂停，或者没有可用的增益节点等条件不支持这条淡出路径，代码也有直接完成的分支。”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源码落点（相对 source_gitcode）：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services/audio_engine/manager/src/hpae_renderer_manager.cpp:1110，Pause。</a:t>
            </a:r>
          </a:p>
          <a:p xmlns:a="http://schemas.openxmlformats.org/drawingml/2006/main">
            <a:r>
              <a:t>- 同文件:1868，SetSessionFade。</a:t>
            </a:r>
          </a:p>
          <a:p xmlns:a="http://schemas.openxmlformats.org/drawingml/2006/main">
            <a:r>
              <a:t>- 同文件:1777，OnFadeDone。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备讲：管理侧状态通知与设备侧真实处理进度有不同边界，不能把 UI 状态或回调标成声学静音时刻。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过渡：“暂停需要时间，而用户不一定会等。”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演示：按图中编号依次讲述；本文件为静态可编辑页，不含自动动画。</a:t>
            </a:r>
          </a:p>
          <a:p xmlns:a="http://schemas.openxmlformats.org/drawingml/2006/main">
            <a:r>
              <a:t>讲述安排：先定位用户操作，再沿控制与数据关系推演，最后指出设计约束。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技术边界：普通活跃播放示意；无增益节点、设备未运行等条件可直接完成。时间不按比例。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本地源码基线 3a2688e805df970739e3b0cebf9cc05d8cb24e9b；核验依据见讲稿中的源码落点。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恢复：迟到的完成通知不能拆掉当前通路</a:t>
            </a:r>
          </a:p>
          <a:p xmlns:a="http://schemas.openxmlformats.org/drawingml/2006/main">
            <a:r>
              <a:t>时间：1.8分钟</a:t>
            </a:r>
          </a:p>
          <a:p xmlns:a="http://schemas.openxmlformats.org/drawingml/2006/main">
            <a:r>
              <a:t>本页目标：在执行后续动作的那一刻，检查会话是否已经恢复播放。</a:t>
            </a:r>
          </a:p>
          <a:p xmlns:a="http://schemas.openxmlformats.org/drawingml/2006/main">
            <a:r>
              <a:t>承接：延续同一个播放会话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｜旧操作完成时，用户可能已经改变主意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时间：约 110 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屏幕文字：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迟到的完成通知，还适用于现在吗？</a:t>
            </a:r>
          </a:p>
          <a:p xmlns:a="http://schemas.openxmlformats.org/drawingml/2006/main">
            <a:r>
              <a:t>&gt;</a:t>
            </a:r>
          </a:p>
          <a:p xmlns:a="http://schemas.openxmlformats.org/drawingml/2006/main">
            <a:r>
              <a:t>&gt; 已恢复播放，旧的完成请求不再断开通路。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画面：三条泳道——暂停处理、恢复处理、淡出完成请求。逐步揭示以下条件时序：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发生暂停淡出。</a:t>
            </a:r>
          </a:p>
          <a:p xmlns:a="http://schemas.openxmlformats.org/drawingml/2006/main">
            <a:r>
              <a:t>2. 会话已经恢复为 RUNNING。</a:t>
            </a:r>
          </a:p>
          <a:p xmlns:a="http://schemas.openxmlformats.org/drawingml/2006/main">
            <a:r>
              <a:t>3. 淡出完成后的请求执行。</a:t>
            </a:r>
          </a:p>
          <a:p xmlns:a="http://schemas.openxmlformats.org/drawingml/2006/main">
            <a:r>
              <a:t>4. 检查当前状态，退出，不拆链。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角标：“引擎防护条件示意；不是每次快速点击的实际时序。”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“现在加入一个很常见的行为：用户刚点了暂停，又想继续听。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应用如何处理连续点击，要看它的实现。框架客户端也有状态检查和等待，因此不能把界面上的两次点击，直接画成两个可以任意重叠的底层调用。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但是，引擎代码确实考虑了一种重要情况：淡出完成后的处理执行时，这个会话已经回到 RUNNING。这个时候如果还照着旧的暂停意图断开输入，就会破坏已经恢复的播放。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淡出完成后，后续处理进入请求队列，执行时再次读取节点状态。如果已经恢复播放，就退出，不再拆掉当前通路。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这条检查体现了一个关键原则：收到完成通知之后，还要检查当前状态是否允许执行后续动作。”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源码落点：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services/audio_engine/manager/src/hpae_renderer_manager.cpp:1777，OnFadeDone 中的 RUNNING 防护和 SendRequest。</a:t>
            </a:r>
          </a:p>
          <a:p xmlns:a="http://schemas.openxmlformats.org/drawingml/2006/main">
            <a:r>
              <a:t>- services/audio_service/client/src/renderer_in_client_public.cpp:1398，StartAudioStream 前置状态检查。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中使用“当前是否已恢复播放”的判断门。完成请求到达判断门时，持续播放的数据链保持点亮；“是”分支通向“结束旧的完成处理”，“否”分支通向“继续完成暂停或停止”。在淡出完成与请求执行之间画出排队区间，说明为什么需要再次判断。不展示伪代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技术边界：这是一项具体防护，不宣称一个状态检查覆盖所有竞态，也不宣称所有请求具有跨线程全局总序。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过渡：“恢复播放除了保持状态正确，还得安排好重新进入设备的声音。”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演示：按图中编号依次讲述；本文件为静态可编辑页，不含自动动画。</a:t>
            </a:r>
          </a:p>
          <a:p xmlns:a="http://schemas.openxmlformats.org/drawingml/2006/main">
            <a:r>
              <a:t>讲述安排：先定位用户操作，再沿控制与数据关系推演，最后指出设计约束。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技术边界：条件时序示意；快速点击不保证产生此交错，客户端也有状态检查与等待。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本地源码基线 3a2688e805df970739e3b0cebf9cc05d8cb24e9b；核验依据见讲稿中的源码落点。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恢复播放：第一段声音的增益要先安排好</a:t>
            </a:r>
          </a:p>
          <a:p xmlns:a="http://schemas.openxmlformats.org/drawingml/2006/main">
            <a:r>
              <a:t>时间：1.3分钟</a:t>
            </a:r>
          </a:p>
          <a:p xmlns:a="http://schemas.openxmlformats.org/drawingml/2006/main">
            <a:r>
              <a:t>本页目标：处理链接入之后，音效启动之前，先布置淡入。</a:t>
            </a:r>
          </a:p>
          <a:p xmlns:a="http://schemas.openxmlformats.org/drawingml/2006/main">
            <a:r>
              <a:t>承接：延续同一个播放会话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｜恢复播放，调用顺序也影响音质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时间：约 80 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屏幕文字：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接入处理链 → 设置淡入 → 启动会话音效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画面：上方为控制动作时间轴，下方为缓冲与增益处理的放大图。依次揭示“接入处理链”“设置淡入”“启动会话音效”，音效启动画成具有宽度的时间段，不标具体耗时。缓冲中画出已准备的数据块，增益图显示淡入已布置。标注“已有数据，需要及时设置增益”，让调用顺序的原因可见；不把这些动作卡片误画成 PCM 依次流经的节点。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“恢复时，应用可能已经准备好了数据。处理链接上之后，第一段声音要以怎样的增益进入后续处理？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源码在连接输入会话后，紧接着设置淡入，然后才启动会话音效。注释解释了原因：音效启动可能耗费数毫秒，如果晚设置淡入，预先缓冲的数据就可能在这个窗口里以全增益输出。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这说明音质不仅与算法有关，也与执行顺序有关。把淡入安排在合适的位置，是启动过程的一部分。”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源码落点：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services/audio_engine/manager/src/hpae_renderer_manager.cpp:919，Start，重点展示 ConnectInputSession、SetSessionFade、SessionEffectStart 三个调用及注释。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技术边界：会话音效调用有条件；数毫秒来自实现注释，不作为本轮实测值。调用顺序不等于已经测得端到端首帧时延。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过渡：“现在声音恢复了，我们再换一个出声设备。”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演示：按图中编号依次讲述；本文件为静态可编辑页，不含自动动画。</a:t>
            </a:r>
          </a:p>
          <a:p xmlns:a="http://schemas.openxmlformats.org/drawingml/2006/main">
            <a:r>
              <a:t>讲述安排：先定位用户操作，再沿控制与数据关系推演，最后指出设计约束。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技术边界：按启用会话音效的路径示意；图为控制顺序与数据条件，不表示数据串行流过这些步骤。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本地源码基线 3a2688e805df970739e3b0cebf9cc05d8cb24e9b；核验依据见讲稿中的源码落点。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切到耳机：播放会话进入另一条设备处理链</a:t>
            </a:r>
          </a:p>
          <a:p xmlns:a="http://schemas.openxmlformats.org/drawingml/2006/main">
            <a:r>
              <a:t>时间：2分钟</a:t>
            </a:r>
          </a:p>
          <a:p xmlns:a="http://schemas.openxmlformats.org/drawingml/2006/main">
            <a:r>
              <a:t>本页目标：用户换了出声位置，运行中的连接与设备参数也要一起调整。</a:t>
            </a:r>
          </a:p>
          <a:p xmlns:a="http://schemas.openxmlformats.org/drawingml/2006/main">
            <a:r>
              <a:t>承接：延续同一个播放会话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｜换个出声位置，运行中的处理链也要变化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时间：约 130 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屏幕文字：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同一个播放会话，接入目标设备的处理链。</a:t>
            </a:r>
          </a:p>
          <a:p xmlns:a="http://schemas.openxmlformats.org/drawingml/2006/main">
            <a:r>
              <a:t>&gt;</a:t>
            </a:r>
          </a:p>
          <a:p xmlns:a="http://schemas.openxmlformats.org/drawingml/2006/main">
            <a:r>
              <a:t>&gt; 摘除 → 交接 → 适配 → 接入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画面：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左侧为扬声器的设备处理区域，右侧为耳机的设备处理区域，分别画出格式适配、增益与效果处理、输出端。</a:t>
            </a:r>
          </a:p>
          <a:p xmlns:a="http://schemas.openxmlformats.org/drawingml/2006/main">
            <a:r>
              <a:t>- 输入节点始终用同一个颜色和会话编号。</a:t>
            </a:r>
          </a:p>
          <a:p xmlns:a="http://schemas.openxmlformats.org/drawingml/2006/main">
            <a:r>
              <a:t>- 动画先显示旧连接移除，再显示节点交接，最后显示目标连接建立。</a:t>
            </a:r>
          </a:p>
          <a:p xmlns:a="http://schemas.openxmlformats.org/drawingml/2006/main">
            <a:r>
              <a:t>- 格式与帧粒度作为目标处理链旁的小标签；不要画成所有转换都由迁移函数直接执行。</a:t>
            </a:r>
          </a:p>
          <a:p xmlns:a="http://schemas.openxmlformats.org/drawingml/2006/main">
            <a:r>
              <a:t>- 上方保留设备选择和会话映射区域。画出旧设备侧摘除、会话交接、目标侧排队接入的控制箭头，与音频实线区分。用两个无数值的数据块容器表示目标设备可能需要不同处理粒度。</a:t>
            </a:r>
          </a:p>
          <a:p xmlns:a="http://schemas.openxmlformats.org/drawingml/2006/main">
            <a:r>
              <a:t>- 会话标识贯穿迁移过程；设备参数、局部处理链用变化标记表示。明确哪些对象延续、哪些配置适配。页内将“目标不可用”标为检查分支，不杜撰失败后的恢复动作。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“用户选择耳机之后，策略层负责选择目标设备。我们把镜头放到引擎：已经在播放的会话，怎样进入目标设备的处理链？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旧设备侧会检查迁移条件，准备相关音效迁移状态，持有这个输入节点，然后从旧设备侧移除会话，通过回调交给后续迁移处理。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目标侧接收这个节点，更新设备相关信息，根据目标采样率和帧长度调整帧粒度，并创建或接入相应处理簇。符合运行状态和连接条件时，再接入目标处理链。管理层还要更新会话与设备的映射。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同一个输入节点被交接，不代表所有内部状态和缓存都完全不变。目标设备有自己的工作条件，处理链要相应适配。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这就是节点图在真实场景中的意义：设备变化时，引擎有办法重新组织正在运行的播放会话。”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源码落点：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services/audio_engine/manager/src/hpae_renderer_manager.cpp:872，MoveStreamSync。</a:t>
            </a:r>
          </a:p>
          <a:p xmlns:a="http://schemas.openxmlformats.org/drawingml/2006/main">
            <a:r>
              <a:t>- services/audio_engine/manager/src/hpae_manager.cpp:1181，HandleMoveSinkInput。</a:t>
            </a:r>
          </a:p>
          <a:p xmlns:a="http://schemas.openxmlformats.org/drawingml/2006/main">
            <a:r>
              <a:t>- services/audio_engine/manager/src/hpae_renderer_manager.cpp:114，AddSingleNodeToSink。</a:t>
            </a:r>
          </a:p>
          <a:p xmlns:a="http://schemas.openxmlformats.org/drawingml/2006/main">
            <a:r>
              <a:t>- 同文件:166，CreateProcessClusterAndConnect。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技术边界：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该路径有目标查找和状态检查等失败或旁路分支。</a:t>
            </a:r>
          </a:p>
          <a:p xmlns:a="http://schemas.openxmlformats.org/drawingml/2006/main">
            <a:r>
              <a:t>- 不承诺任意设备、任意流都无缝、零丢样切换。</a:t>
            </a:r>
          </a:p>
          <a:p xmlns:a="http://schemas.openxmlformats.org/drawingml/2006/main">
            <a:r>
              <a:t>- 目标接入存在异步处理，管理侧成功通知不等于目标设备声学输出已稳定。</a:t>
            </a:r>
          </a:p>
          <a:p xmlns:a="http://schemas.openxmlformats.org/drawingml/2006/main">
            <a:r>
              <a:t>- PA 同样支持移动并复用输入对象，不能将对象复用作为新引擎独有能力。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过渡：“现在再回头看，这三个操作分别要求引擎处理什么？”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演示：按图中编号依次讲述；本文件为静态可编辑页，不含自动动画。</a:t>
            </a:r>
          </a:p>
          <a:p xmlns:a="http://schemas.openxmlformats.org/drawingml/2006/main">
            <a:r>
              <a:t>讲述安排：先定位用户操作，再沿控制与数据关系推演，最后指出设计约束。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技术边界：迁移存在检查和异步交接；管理侧成功通知不等于目标设备声学输出已稳定。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本地源码基线 3a2688e805df970739e3b0cebf9cc05d8cb24e9b；核验依据见讲稿中的源码落点。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音频引擎把用户操作落实到声音处理</a:t>
            </a:r>
          </a:p>
          <a:p xmlns:a="http://schemas.openxmlformats.org/drawingml/2006/main">
            <a:r>
              <a:t>时间：1分钟</a:t>
            </a:r>
          </a:p>
          <a:p xmlns:a="http://schemas.openxmlformats.org/drawingml/2006/main">
            <a:r>
              <a:t>本页目标：顺畅的体验，来自控制状态与持续数据处理之间的协调。</a:t>
            </a:r>
          </a:p>
          <a:p xmlns:a="http://schemas.openxmlformats.org/drawingml/2006/main">
            <a:r>
              <a:t>承接：延续同一个播放会话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｜用户的每次操作，都要落实到正在流动的声音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时间：约 60 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画面：再次出现开场的三个操作，用下表替代大而全的架构图。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用户操作 | 引擎协调的工作 | 体验目标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暂停 | 淡出、中间态、节点断开 | 平顺地停下来 |</a:t>
            </a:r>
          </a:p>
          <a:p xmlns:a="http://schemas.openxmlformats.org/drawingml/2006/main">
            <a:r>
              <a:t>| 恢复 | 当前状态检查、过时回调防护、淡入顺序 | 正确地继续播放 |</a:t>
            </a:r>
          </a:p>
          <a:p xmlns:a="http://schemas.openxmlformats.org/drawingml/2006/main">
            <a:r>
              <a:t>| 切换耳机 | 会话迁移、目标处理链适配、映射更新 | 从目标设备继续出声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“这几个按钮背后，有三类协调：声音如何变化，异步操作如何完成，播放会话如何跟随设备变化。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音频引擎要在持续处理音频数据的同时，把用户的新操作落实到合适的状态和执行位置。我们日常觉得自然的暂停、恢复和切换，就建立在这些机制上。”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接自研演进的过渡：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“有了这些体验目标，我们再看 PA 到 HPAE 的变化，就有了具体的比较对象：控制请求经过哪些线程，渲染结果经过哪些交接，设备变化时如何管理处理链。下面用同一条普通输出路径，把两种实现放在一起看。”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后续对比只聚焦三个问题：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渲染到设备提交之间有哪些线程交接？</a:t>
            </a:r>
          </a:p>
          <a:p xmlns:a="http://schemas.openxmlformats.org/drawingml/2006/main">
            <a:r>
              <a:t>2. 控制请求在哪里发布，在哪里执行？</a:t>
            </a:r>
          </a:p>
          <a:p xmlns:a="http://schemas.openxmlformats.org/drawingml/2006/main">
            <a:r>
              <a:t>3. 会话与设备的生命周期怎样组织到节点图中？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用源码说明结构变化；时延、功耗、切换间隙等收益需要设备测试支撑。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 演示准备与采用方式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这六页可作为现有技术分享的场景段落，后接已有 PA/HPAE 实现对照。暂不改动原 PPT，便于先审阅内容。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现场演示负责建立体验问题；源码时序动画负责展示正常操作中不可见的机制。</a:t>
            </a:r>
          </a:p>
          <a:p xmlns:a="http://schemas.openxmlformats.org/drawingml/2006/main">
            <a:r>
              <a:t>- 快速点击只演示操作体验，竞态防护使用条件时序，不以现场复现为前提。</a:t>
            </a:r>
          </a:p>
          <a:p xmlns:a="http://schemas.openxmlformats.org/drawingml/2006/main">
            <a:r>
              <a:t>- 波形对比若后续制作，注明“合成原理示意”；真实设备录音单独标注测试条件。</a:t>
            </a:r>
          </a:p>
          <a:p xmlns:a="http://schemas.openxmlformats.org/drawingml/2006/main">
            <a:r>
              <a:t>- 优先确认播放路径和输出设备切换方式，再做现场演示；通过源码只能确认实现机制。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演示：按图中编号依次讲述；本文件为静态可编辑页，不含自动动画。</a:t>
            </a:r>
          </a:p>
          <a:p xmlns:a="http://schemas.openxmlformats.org/drawingml/2006/main">
            <a:r>
              <a:t>讲述安排：先定位用户操作，再沿控制与数据关系推演，最后指出设计约束。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技术边界：本段聚焦普通播放机制；性能与切换体验的量化结论需要设备测试。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本地源码基线 3a2688e805df970739e3b0cebf9cc05d8cb24e9b；核验依据见讲稿中的源码落点。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4ac1d60aed439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5f9fe84796433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7b08b48b0f43c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92a9053f07491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6ce12ea851482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7666364823420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5AC9601-98E2-4DB3-8145-30E068A32E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7215D71-4AE5-43E2-91DB-1ACC17253F5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A8A36B3-DC8F-4D0F-8A2C-E4F7C432AA7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657D23E-2FE6-4F7B-BBC0-46186260EC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5F1EB6F-AB5D-4FB8-ADD9-9EE4B316C1A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ACE056C-8FE5-436B-948D-348B04F49D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4284D69-EAF0-484A-9621-76272D2E2A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404C307-3C99-4018-B007-A0DE29E3603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597D987-6B7E-457B-8723-45C81B5582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BCCCA34-EED4-4960-97BF-A9DD59740E1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de8cb2166ff496c" /><Relationship Type="http://schemas.openxmlformats.org/officeDocument/2006/relationships/slideLayout" Target="/ppt/slideLayouts/slideLayout1.xml" Id="R2e78e2c180794ccf" /><Relationship Type="http://schemas.openxmlformats.org/officeDocument/2006/relationships/slideLayout" Target="/ppt/slideLayouts/slideLayout2.xml" Id="Re536ade57a974015" /><Relationship Type="http://schemas.openxmlformats.org/officeDocument/2006/relationships/slideLayout" Target="/ppt/slideLayouts/slideLayout3.xml" Id="R6d15347517aa4a7e" /><Relationship Type="http://schemas.openxmlformats.org/officeDocument/2006/relationships/slideLayout" Target="/ppt/slideLayouts/slideLayout4.xml" Id="Re370011c67ec4004" /><Relationship Type="http://schemas.openxmlformats.org/officeDocument/2006/relationships/slideLayout" Target="/ppt/slideLayouts/slideLayout5.xml" Id="R2ab8d9127f7d4074" /><Relationship Type="http://schemas.openxmlformats.org/officeDocument/2006/relationships/slideLayout" Target="/ppt/slideLayouts/slideLayout6.xml" Id="Rbbb3fa2bc9ca4a1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e78e2c180794ccf"/>
    <p:sldLayoutId xmlns:r="http://schemas.openxmlformats.org/officeDocument/2006/relationships" id="2147483650" r:id="Re536ade57a974015"/>
    <p:sldLayoutId xmlns:r="http://schemas.openxmlformats.org/officeDocument/2006/relationships" id="2147483651" r:id="R6d15347517aa4a7e"/>
    <p:sldLayoutId xmlns:r="http://schemas.openxmlformats.org/officeDocument/2006/relationships" id="2147483652" r:id="Re370011c67ec4004"/>
    <p:sldLayoutId xmlns:r="http://schemas.openxmlformats.org/officeDocument/2006/relationships" id="2147483653" r:id="R2ab8d9127f7d4074"/>
    <p:sldLayoutId xmlns:r="http://schemas.openxmlformats.org/officeDocument/2006/relationships" id="2147483654" r:id="Rbbb3fa2bc9ca4a1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2b9e5c08284a8e" /><Relationship Type="http://schemas.openxmlformats.org/officeDocument/2006/relationships/notesSlide" Target="/ppt/notesSlides/notesSlide1.xml" Id="R693c8e47527b4a8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9798bdbaa849f1" /><Relationship Type="http://schemas.openxmlformats.org/officeDocument/2006/relationships/notesSlide" Target="/ppt/notesSlides/notesSlide2.xml" Id="R7005df848d93431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a72e16d63b4764" /><Relationship Type="http://schemas.openxmlformats.org/officeDocument/2006/relationships/notesSlide" Target="/ppt/notesSlides/notesSlide3.xml" Id="R69d7cc7f5bac42f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caf947c27a4288" /><Relationship Type="http://schemas.openxmlformats.org/officeDocument/2006/relationships/notesSlide" Target="/ppt/notesSlides/notesSlide4.xml" Id="R5e62e2aa8678428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2abd3adb184a0e" /><Relationship Type="http://schemas.openxmlformats.org/officeDocument/2006/relationships/notesSlide" Target="/ppt/notesSlides/notesSlide5.xml" Id="Rbcfad20b8785414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a3e58b5376417f" /><Relationship Type="http://schemas.openxmlformats.org/officeDocument/2006/relationships/notesSlide" Target="/ppt/notesSlides/notesSlide6.xml" Id="Rccbc3ee79f314c2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object-0">
            <a:extLst xmlns:a="http://schemas.openxmlformats.org/drawingml/2006/main">
              <a:ext uri="{FF2B5EF4-FFF2-40B4-BE49-F238E27FC236}">
                <a16:creationId xmlns:a16="http://schemas.microsoft.com/office/drawing/2014/main" id="{2651CF5F-9AF3-4B11-8890-842509AF9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953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一首歌，三个操作</a:t>
            </a:r>
          </a:p>
        </p:txBody>
      </p:sp>
      <p:sp>
        <p:nvSpPr>
          <p:cNvPr id="2" name="object-1">
            <a:extLst xmlns:a="http://schemas.openxmlformats.org/drawingml/2006/main">
              <a:ext uri="{FF2B5EF4-FFF2-40B4-BE49-F238E27FC236}">
                <a16:creationId xmlns:a16="http://schemas.microsoft.com/office/drawing/2014/main" id="{1BE305BC-D345-4075-89FE-898245819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2867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一首歌，三个日常操作</a:t>
            </a:r>
          </a:p>
        </p:txBody>
      </p:sp>
      <p:sp>
        <p:nvSpPr>
          <p:cNvPr id="3" name="object-2">
            <a:extLst xmlns:a="http://schemas.openxmlformats.org/drawingml/2006/main">
              <a:ext uri="{FF2B5EF4-FFF2-40B4-BE49-F238E27FC236}">
                <a16:creationId xmlns:a16="http://schemas.microsoft.com/office/drawing/2014/main" id="{8A609CBE-5B11-4F91-92B7-A7140537C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从用户操作出发，看控制请求怎样改变正在流动的声音。</a:t>
            </a:r>
          </a:p>
        </p:txBody>
      </p:sp>
      <p:sp>
        <p:nvSpPr>
          <p:cNvPr id="4" name="object-3">
            <a:extLst xmlns:a="http://schemas.openxmlformats.org/drawingml/2006/main">
              <a:ext uri="{FF2B5EF4-FFF2-40B4-BE49-F238E27FC236}">
                <a16:creationId xmlns:a16="http://schemas.microsoft.com/office/drawing/2014/main" id="{DC2C3299-C858-45F7-8A98-63AA0D0B4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4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暂停一下                 继续播放                 切到耳机</a:t>
            </a:r>
          </a:p>
        </p:txBody>
      </p:sp>
      <p:sp>
        <p:nvSpPr>
          <p:cNvPr id="5" name="line-4">
            <a:extLst xmlns:a="http://schemas.openxmlformats.org/drawingml/2006/main">
              <a:ext uri="{FF2B5EF4-FFF2-40B4-BE49-F238E27FC236}">
                <a16:creationId xmlns:a16="http://schemas.microsoft.com/office/drawing/2014/main" id="{EC8BA728-ED22-41F5-802A-B2DE15D65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10953750" cy="9525"/>
          </a:xfrm>
          <a:custGeom xmlns:a="http://schemas.openxmlformats.org/drawingml/2006/main">
            <a:pathLst>
              <a:path w="10953750" h="9525">
                <a:moveTo>
                  <a:pt x="0" y="0"/>
                </a:moveTo>
                <a:lnTo>
                  <a:pt x="1095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6" name="object-5">
            <a:extLst xmlns:a="http://schemas.openxmlformats.org/drawingml/2006/main">
              <a:ext uri="{FF2B5EF4-FFF2-40B4-BE49-F238E27FC236}">
                <a16:creationId xmlns:a16="http://schemas.microsoft.com/office/drawing/2014/main" id="{BA819B61-9873-4E8F-AB10-490DF9E02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控制与状态</a:t>
            </a:r>
          </a:p>
        </p:txBody>
      </p:sp>
      <p:sp>
        <p:nvSpPr>
          <p:cNvPr id="7" name="object-6">
            <a:extLst xmlns:a="http://schemas.openxmlformats.org/drawingml/2006/main">
              <a:ext uri="{FF2B5EF4-FFF2-40B4-BE49-F238E27FC236}">
                <a16:creationId xmlns:a16="http://schemas.microsoft.com/office/drawing/2014/main" id="{BBAC6E43-06E4-4250-BC6D-3A061ECB3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09900"/>
            <a:ext cx="1809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79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object-7">
            <a:extLst xmlns:a="http://schemas.openxmlformats.org/drawingml/2006/main">
              <a:ext uri="{FF2B5EF4-FFF2-40B4-BE49-F238E27FC236}">
                <a16:creationId xmlns:a16="http://schemas.microsoft.com/office/drawing/2014/main" id="{D3E898ED-7AD7-411F-B0F8-3BA0A2A4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067050"/>
            <a:ext cx="15811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用户操作</a:t>
            </a:r>
          </a:p>
        </p:txBody>
      </p:sp>
      <p:sp>
        <p:nvSpPr>
          <p:cNvPr id="9" name="object-8">
            <a:extLst xmlns:a="http://schemas.openxmlformats.org/drawingml/2006/main">
              <a:ext uri="{FF2B5EF4-FFF2-40B4-BE49-F238E27FC236}">
                <a16:creationId xmlns:a16="http://schemas.microsoft.com/office/drawing/2014/main" id="{FE6E747A-01EC-4CD9-8206-4AD915093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009900"/>
            <a:ext cx="20478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object-9">
            <a:extLst xmlns:a="http://schemas.openxmlformats.org/drawingml/2006/main">
              <a:ext uri="{FF2B5EF4-FFF2-40B4-BE49-F238E27FC236}">
                <a16:creationId xmlns:a16="http://schemas.microsoft.com/office/drawing/2014/main" id="{23CE1532-0F04-4667-8D24-76DC4830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067050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流状态与设备选择</a:t>
            </a:r>
          </a:p>
        </p:txBody>
      </p:sp>
      <p:sp>
        <p:nvSpPr>
          <p:cNvPr id="11" name="object-10">
            <a:extLst xmlns:a="http://schemas.openxmlformats.org/drawingml/2006/main">
              <a:ext uri="{FF2B5EF4-FFF2-40B4-BE49-F238E27FC236}">
                <a16:creationId xmlns:a16="http://schemas.microsoft.com/office/drawing/2014/main" id="{183777F7-FA9F-40A2-BDA1-5A05628AE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09900"/>
            <a:ext cx="228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79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object-11">
            <a:extLst xmlns:a="http://schemas.openxmlformats.org/drawingml/2006/main">
              <a:ext uri="{FF2B5EF4-FFF2-40B4-BE49-F238E27FC236}">
                <a16:creationId xmlns:a16="http://schemas.microsoft.com/office/drawing/2014/main" id="{2866C012-46C5-4EA5-A7A7-C594B3895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67050"/>
            <a:ext cx="2057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设备处理请求</a:t>
            </a:r>
          </a:p>
        </p:txBody>
      </p:sp>
      <p:sp>
        <p:nvSpPr>
          <p:cNvPr id="13" name="line-12">
            <a:extLst xmlns:a="http://schemas.openxmlformats.org/drawingml/2006/main">
              <a:ext uri="{FF2B5EF4-FFF2-40B4-BE49-F238E27FC236}">
                <a16:creationId xmlns:a16="http://schemas.microsoft.com/office/drawing/2014/main" id="{10A905AC-72A6-470A-97C9-5AEC0BF97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267075"/>
            <a:ext cx="76200" cy="9525"/>
          </a:xfrm>
          <a:custGeom xmlns:a="http://schemas.openxmlformats.org/drawingml/2006/main">
            <a:pathLst>
              <a:path w="76200" h="9525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4" name="line-13">
            <a:extLst xmlns:a="http://schemas.openxmlformats.org/drawingml/2006/main">
              <a:ext uri="{FF2B5EF4-FFF2-40B4-BE49-F238E27FC236}">
                <a16:creationId xmlns:a16="http://schemas.microsoft.com/office/drawing/2014/main" id="{4D9BF0EA-6F98-4BB4-94E6-38AF0C6A2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67075"/>
            <a:ext cx="76200" cy="9525"/>
          </a:xfrm>
          <a:custGeom xmlns:a="http://schemas.openxmlformats.org/drawingml/2006/main">
            <a:pathLst>
              <a:path w="76200" h="9525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5" name="line-14">
            <a:extLst xmlns:a="http://schemas.openxmlformats.org/drawingml/2006/main">
              <a:ext uri="{FF2B5EF4-FFF2-40B4-BE49-F238E27FC236}">
                <a16:creationId xmlns:a16="http://schemas.microsoft.com/office/drawing/2014/main" id="{DF2C6665-7443-476C-8E93-77E8F77B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267075"/>
            <a:ext cx="76200" cy="9525"/>
          </a:xfrm>
          <a:custGeom xmlns:a="http://schemas.openxmlformats.org/drawingml/2006/main">
            <a:pathLst>
              <a:path w="76200" h="9525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6" name="line-15">
            <a:extLst xmlns:a="http://schemas.openxmlformats.org/drawingml/2006/main">
              <a:ext uri="{FF2B5EF4-FFF2-40B4-BE49-F238E27FC236}">
                <a16:creationId xmlns:a16="http://schemas.microsoft.com/office/drawing/2014/main" id="{BA3E8F04-8342-4274-869D-2369A0C71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67075"/>
            <a:ext cx="76200" cy="9525"/>
          </a:xfrm>
          <a:custGeom xmlns:a="http://schemas.openxmlformats.org/drawingml/2006/main">
            <a:pathLst>
              <a:path w="76200" h="9525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7" name="line-16">
            <a:extLst xmlns:a="http://schemas.openxmlformats.org/drawingml/2006/main">
              <a:ext uri="{FF2B5EF4-FFF2-40B4-BE49-F238E27FC236}">
                <a16:creationId xmlns:a16="http://schemas.microsoft.com/office/drawing/2014/main" id="{20C0DB6D-A511-4203-A13C-C1872740D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267075"/>
            <a:ext cx="76200" cy="9525"/>
          </a:xfrm>
          <a:custGeom xmlns:a="http://schemas.openxmlformats.org/drawingml/2006/main">
            <a:pathLst>
              <a:path w="76200" h="9525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8" name="line-17">
            <a:extLst xmlns:a="http://schemas.openxmlformats.org/drawingml/2006/main">
              <a:ext uri="{FF2B5EF4-FFF2-40B4-BE49-F238E27FC236}">
                <a16:creationId xmlns:a16="http://schemas.microsoft.com/office/drawing/2014/main" id="{4A44F143-A5DC-4375-B95D-CA9A0C2B9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267075"/>
            <a:ext cx="76200" cy="9525"/>
          </a:xfrm>
          <a:custGeom xmlns:a="http://schemas.openxmlformats.org/drawingml/2006/main">
            <a:pathLst>
              <a:path w="76200" h="9525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9" name="line-18">
            <a:extLst xmlns:a="http://schemas.openxmlformats.org/drawingml/2006/main">
              <a:ext uri="{FF2B5EF4-FFF2-40B4-BE49-F238E27FC236}">
                <a16:creationId xmlns:a16="http://schemas.microsoft.com/office/drawing/2014/main" id="{59AFDBB4-3022-417E-B935-C7A27B011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482" y="326707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0" name="line-19">
            <a:extLst xmlns:a="http://schemas.openxmlformats.org/drawingml/2006/main">
              <a:ext uri="{FF2B5EF4-FFF2-40B4-BE49-F238E27FC236}">
                <a16:creationId xmlns:a16="http://schemas.microsoft.com/office/drawing/2014/main" id="{6C07E0C3-54CD-48D8-A5FD-4AA8F69B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482" y="322564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1" name="line-20">
            <a:extLst xmlns:a="http://schemas.openxmlformats.org/drawingml/2006/main">
              <a:ext uri="{FF2B5EF4-FFF2-40B4-BE49-F238E27FC236}">
                <a16:creationId xmlns:a16="http://schemas.microsoft.com/office/drawing/2014/main" id="{9A97EC79-7CDA-43C9-AF9B-0B3F76497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267075"/>
            <a:ext cx="91281" cy="9525"/>
          </a:xfrm>
          <a:custGeom xmlns:a="http://schemas.openxmlformats.org/drawingml/2006/main">
            <a:pathLst>
              <a:path w="91281" h="9525">
                <a:moveTo>
                  <a:pt x="0" y="0"/>
                </a:moveTo>
                <a:lnTo>
                  <a:pt x="9128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2" name="line-21">
            <a:extLst xmlns:a="http://schemas.openxmlformats.org/drawingml/2006/main">
              <a:ext uri="{FF2B5EF4-FFF2-40B4-BE49-F238E27FC236}">
                <a16:creationId xmlns:a16="http://schemas.microsoft.com/office/drawing/2014/main" id="{FE00A267-0C7B-49C5-B379-0F15CE587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8688" y="3267075"/>
            <a:ext cx="91281" cy="9525"/>
          </a:xfrm>
          <a:custGeom xmlns:a="http://schemas.openxmlformats.org/drawingml/2006/main">
            <a:pathLst>
              <a:path w="91281" h="9525">
                <a:moveTo>
                  <a:pt x="0" y="0"/>
                </a:moveTo>
                <a:lnTo>
                  <a:pt x="9128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3" name="line-22">
            <a:extLst xmlns:a="http://schemas.openxmlformats.org/drawingml/2006/main">
              <a:ext uri="{FF2B5EF4-FFF2-40B4-BE49-F238E27FC236}">
                <a16:creationId xmlns:a16="http://schemas.microsoft.com/office/drawing/2014/main" id="{A1ED8B73-9035-486F-B648-ADC455E44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250" y="3267075"/>
            <a:ext cx="91281" cy="9525"/>
          </a:xfrm>
          <a:custGeom xmlns:a="http://schemas.openxmlformats.org/drawingml/2006/main">
            <a:pathLst>
              <a:path w="91281" h="9525">
                <a:moveTo>
                  <a:pt x="0" y="0"/>
                </a:moveTo>
                <a:lnTo>
                  <a:pt x="9128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4" name="line-23">
            <a:extLst xmlns:a="http://schemas.openxmlformats.org/drawingml/2006/main">
              <a:ext uri="{FF2B5EF4-FFF2-40B4-BE49-F238E27FC236}">
                <a16:creationId xmlns:a16="http://schemas.microsoft.com/office/drawing/2014/main" id="{718C5C21-11B0-41AC-972C-A0678917A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3813" y="3267075"/>
            <a:ext cx="91281" cy="9525"/>
          </a:xfrm>
          <a:custGeom xmlns:a="http://schemas.openxmlformats.org/drawingml/2006/main">
            <a:pathLst>
              <a:path w="91281" h="9525">
                <a:moveTo>
                  <a:pt x="0" y="0"/>
                </a:moveTo>
                <a:lnTo>
                  <a:pt x="9128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5" name="line-24">
            <a:extLst xmlns:a="http://schemas.openxmlformats.org/drawingml/2006/main">
              <a:ext uri="{FF2B5EF4-FFF2-40B4-BE49-F238E27FC236}">
                <a16:creationId xmlns:a16="http://schemas.microsoft.com/office/drawing/2014/main" id="{3C406B17-A477-4F41-8674-473817DA1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6375" y="3267075"/>
            <a:ext cx="91281" cy="9525"/>
          </a:xfrm>
          <a:custGeom xmlns:a="http://schemas.openxmlformats.org/drawingml/2006/main">
            <a:pathLst>
              <a:path w="91281" h="9525">
                <a:moveTo>
                  <a:pt x="0" y="0"/>
                </a:moveTo>
                <a:lnTo>
                  <a:pt x="9128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6" name="line-25">
            <a:extLst xmlns:a="http://schemas.openxmlformats.org/drawingml/2006/main">
              <a:ext uri="{FF2B5EF4-FFF2-40B4-BE49-F238E27FC236}">
                <a16:creationId xmlns:a16="http://schemas.microsoft.com/office/drawing/2014/main" id="{6A512369-62B0-4294-8C3E-201442F3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8938" y="3267075"/>
            <a:ext cx="91281" cy="9525"/>
          </a:xfrm>
          <a:custGeom xmlns:a="http://schemas.openxmlformats.org/drawingml/2006/main">
            <a:pathLst>
              <a:path w="91281" h="9525">
                <a:moveTo>
                  <a:pt x="0" y="0"/>
                </a:moveTo>
                <a:lnTo>
                  <a:pt x="9128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7" name="line-26">
            <a:extLst xmlns:a="http://schemas.openxmlformats.org/drawingml/2006/main">
              <a:ext uri="{FF2B5EF4-FFF2-40B4-BE49-F238E27FC236}">
                <a16:creationId xmlns:a16="http://schemas.microsoft.com/office/drawing/2014/main" id="{4B2F33A9-91B7-4009-9A1A-35ED91179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32" y="326707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8" name="line-27">
            <a:extLst xmlns:a="http://schemas.openxmlformats.org/drawingml/2006/main">
              <a:ext uri="{FF2B5EF4-FFF2-40B4-BE49-F238E27FC236}">
                <a16:creationId xmlns:a16="http://schemas.microsoft.com/office/drawing/2014/main" id="{17286344-DC47-4BE8-804C-FD19EDD89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32" y="322564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9" name="line-28">
            <a:extLst xmlns:a="http://schemas.openxmlformats.org/drawingml/2006/main">
              <a:ext uri="{FF2B5EF4-FFF2-40B4-BE49-F238E27FC236}">
                <a16:creationId xmlns:a16="http://schemas.microsoft.com/office/drawing/2014/main" id="{D21FE10E-92B3-48B8-B8A6-B6BF38CB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533775"/>
            <a:ext cx="9525" cy="24606"/>
          </a:xfrm>
          <a:custGeom xmlns:a="http://schemas.openxmlformats.org/drawingml/2006/main">
            <a:pathLst>
              <a:path w="9525" h="24606">
                <a:moveTo>
                  <a:pt x="0" y="0"/>
                </a:moveTo>
                <a:lnTo>
                  <a:pt x="0" y="2460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0" name="line-29">
            <a:extLst xmlns:a="http://schemas.openxmlformats.org/drawingml/2006/main">
              <a:ext uri="{FF2B5EF4-FFF2-40B4-BE49-F238E27FC236}">
                <a16:creationId xmlns:a16="http://schemas.microsoft.com/office/drawing/2014/main" id="{FD1766D8-F7E8-4395-B538-2B37E81B5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582988"/>
            <a:ext cx="9525" cy="24606"/>
          </a:xfrm>
          <a:custGeom xmlns:a="http://schemas.openxmlformats.org/drawingml/2006/main">
            <a:pathLst>
              <a:path w="9525" h="24606">
                <a:moveTo>
                  <a:pt x="0" y="0"/>
                </a:moveTo>
                <a:lnTo>
                  <a:pt x="0" y="2460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1" name="line-30">
            <a:extLst xmlns:a="http://schemas.openxmlformats.org/drawingml/2006/main">
              <a:ext uri="{FF2B5EF4-FFF2-40B4-BE49-F238E27FC236}">
                <a16:creationId xmlns:a16="http://schemas.microsoft.com/office/drawing/2014/main" id="{277B01C9-B78D-49A0-95BA-586191262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632200"/>
            <a:ext cx="9525" cy="24606"/>
          </a:xfrm>
          <a:custGeom xmlns:a="http://schemas.openxmlformats.org/drawingml/2006/main">
            <a:pathLst>
              <a:path w="9525" h="24606">
                <a:moveTo>
                  <a:pt x="0" y="0"/>
                </a:moveTo>
                <a:lnTo>
                  <a:pt x="0" y="2460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2" name="line-31">
            <a:extLst xmlns:a="http://schemas.openxmlformats.org/drawingml/2006/main">
              <a:ext uri="{FF2B5EF4-FFF2-40B4-BE49-F238E27FC236}">
                <a16:creationId xmlns:a16="http://schemas.microsoft.com/office/drawing/2014/main" id="{9B11148A-1D4D-4804-A112-CA866CA06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681413"/>
            <a:ext cx="9525" cy="24606"/>
          </a:xfrm>
          <a:custGeom xmlns:a="http://schemas.openxmlformats.org/drawingml/2006/main">
            <a:pathLst>
              <a:path w="9525" h="24606">
                <a:moveTo>
                  <a:pt x="0" y="0"/>
                </a:moveTo>
                <a:lnTo>
                  <a:pt x="0" y="2460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3" name="line-32">
            <a:extLst xmlns:a="http://schemas.openxmlformats.org/drawingml/2006/main">
              <a:ext uri="{FF2B5EF4-FFF2-40B4-BE49-F238E27FC236}">
                <a16:creationId xmlns:a16="http://schemas.microsoft.com/office/drawing/2014/main" id="{5B9F5660-CCAD-4CDB-970B-8897E1FBE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730625"/>
            <a:ext cx="9525" cy="24606"/>
          </a:xfrm>
          <a:custGeom xmlns:a="http://schemas.openxmlformats.org/drawingml/2006/main">
            <a:pathLst>
              <a:path w="9525" h="24606">
                <a:moveTo>
                  <a:pt x="0" y="0"/>
                </a:moveTo>
                <a:lnTo>
                  <a:pt x="0" y="2460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4" name="line-33">
            <a:extLst xmlns:a="http://schemas.openxmlformats.org/drawingml/2006/main">
              <a:ext uri="{FF2B5EF4-FFF2-40B4-BE49-F238E27FC236}">
                <a16:creationId xmlns:a16="http://schemas.microsoft.com/office/drawing/2014/main" id="{AA5DAFD3-1359-409E-B253-AF666734B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779838"/>
            <a:ext cx="9525" cy="24606"/>
          </a:xfrm>
          <a:custGeom xmlns:a="http://schemas.openxmlformats.org/drawingml/2006/main">
            <a:pathLst>
              <a:path w="9525" h="24606">
                <a:moveTo>
                  <a:pt x="0" y="0"/>
                </a:moveTo>
                <a:lnTo>
                  <a:pt x="0" y="2460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5" name="line-34">
            <a:extLst xmlns:a="http://schemas.openxmlformats.org/drawingml/2006/main">
              <a:ext uri="{FF2B5EF4-FFF2-40B4-BE49-F238E27FC236}">
                <a16:creationId xmlns:a16="http://schemas.microsoft.com/office/drawing/2014/main" id="{9011069B-7D35-45D5-B7BA-26E52D1ED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3070" y="3743282"/>
            <a:ext cx="41430" cy="85768"/>
          </a:xfrm>
          <a:custGeom xmlns:a="http://schemas.openxmlformats.org/drawingml/2006/main">
            <a:pathLst>
              <a:path w="41430" h="85768">
                <a:moveTo>
                  <a:pt x="0" y="0"/>
                </a:moveTo>
                <a:lnTo>
                  <a:pt x="4143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36" name="line-35">
            <a:extLst xmlns:a="http://schemas.openxmlformats.org/drawingml/2006/main">
              <a:ext uri="{FF2B5EF4-FFF2-40B4-BE49-F238E27FC236}">
                <a16:creationId xmlns:a16="http://schemas.microsoft.com/office/drawing/2014/main" id="{0D48E120-C97B-47C9-A669-28DEB6F39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743282"/>
            <a:ext cx="41430" cy="85768"/>
          </a:xfrm>
          <a:custGeom xmlns:a="http://schemas.openxmlformats.org/drawingml/2006/main">
            <a:pathLst>
              <a:path w="41430" h="85768">
                <a:moveTo>
                  <a:pt x="41430" y="0"/>
                </a:moveTo>
                <a:lnTo>
                  <a:pt x="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37" name="line-36">
            <a:extLst xmlns:a="http://schemas.openxmlformats.org/drawingml/2006/main">
              <a:ext uri="{FF2B5EF4-FFF2-40B4-BE49-F238E27FC236}">
                <a16:creationId xmlns:a16="http://schemas.microsoft.com/office/drawing/2014/main" id="{8CD5E7B5-375C-49D0-9582-619E7A5D9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3829050"/>
            <a:ext cx="1933575" cy="9525"/>
          </a:xfrm>
          <a:custGeom xmlns:a="http://schemas.openxmlformats.org/drawingml/2006/main">
            <a:pathLst>
              <a:path w="1933575" h="9525">
                <a:moveTo>
                  <a:pt x="0" y="0"/>
                </a:moveTo>
                <a:lnTo>
                  <a:pt x="19335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8" name="line-37">
            <a:extLst xmlns:a="http://schemas.openxmlformats.org/drawingml/2006/main">
              <a:ext uri="{FF2B5EF4-FFF2-40B4-BE49-F238E27FC236}">
                <a16:creationId xmlns:a16="http://schemas.microsoft.com/office/drawing/2014/main" id="{42D44DAC-4CC1-488A-8B64-43EA19961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3829050"/>
            <a:ext cx="9525" cy="34131"/>
          </a:xfrm>
          <a:custGeom xmlns:a="http://schemas.openxmlformats.org/drawingml/2006/main">
            <a:pathLst>
              <a:path w="9525" h="34131">
                <a:moveTo>
                  <a:pt x="0" y="0"/>
                </a:moveTo>
                <a:lnTo>
                  <a:pt x="0" y="34131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9" name="line-38">
            <a:extLst xmlns:a="http://schemas.openxmlformats.org/drawingml/2006/main">
              <a:ext uri="{FF2B5EF4-FFF2-40B4-BE49-F238E27FC236}">
                <a16:creationId xmlns:a16="http://schemas.microsoft.com/office/drawing/2014/main" id="{D9A59CD6-37C6-4F3C-A14F-BE73AD5B1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3897313"/>
            <a:ext cx="9525" cy="34131"/>
          </a:xfrm>
          <a:custGeom xmlns:a="http://schemas.openxmlformats.org/drawingml/2006/main">
            <a:pathLst>
              <a:path w="9525" h="34131">
                <a:moveTo>
                  <a:pt x="0" y="0"/>
                </a:moveTo>
                <a:lnTo>
                  <a:pt x="0" y="34131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0" name="line-39">
            <a:extLst xmlns:a="http://schemas.openxmlformats.org/drawingml/2006/main">
              <a:ext uri="{FF2B5EF4-FFF2-40B4-BE49-F238E27FC236}">
                <a16:creationId xmlns:a16="http://schemas.microsoft.com/office/drawing/2014/main" id="{25B6D742-53B1-4626-B2E0-16D072D10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3965575"/>
            <a:ext cx="9525" cy="34131"/>
          </a:xfrm>
          <a:custGeom xmlns:a="http://schemas.openxmlformats.org/drawingml/2006/main">
            <a:pathLst>
              <a:path w="9525" h="34131">
                <a:moveTo>
                  <a:pt x="0" y="0"/>
                </a:moveTo>
                <a:lnTo>
                  <a:pt x="0" y="34131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1" name="line-40">
            <a:extLst xmlns:a="http://schemas.openxmlformats.org/drawingml/2006/main">
              <a:ext uri="{FF2B5EF4-FFF2-40B4-BE49-F238E27FC236}">
                <a16:creationId xmlns:a16="http://schemas.microsoft.com/office/drawing/2014/main" id="{4359DAE5-D42D-4879-B484-0A4071271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033838"/>
            <a:ext cx="9525" cy="34131"/>
          </a:xfrm>
          <a:custGeom xmlns:a="http://schemas.openxmlformats.org/drawingml/2006/main">
            <a:pathLst>
              <a:path w="9525" h="34131">
                <a:moveTo>
                  <a:pt x="0" y="0"/>
                </a:moveTo>
                <a:lnTo>
                  <a:pt x="0" y="34131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2" name="line-41">
            <a:extLst xmlns:a="http://schemas.openxmlformats.org/drawingml/2006/main">
              <a:ext uri="{FF2B5EF4-FFF2-40B4-BE49-F238E27FC236}">
                <a16:creationId xmlns:a16="http://schemas.microsoft.com/office/drawing/2014/main" id="{D63D7659-D7D2-4B35-891F-62CD7A714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102100"/>
            <a:ext cx="9525" cy="34131"/>
          </a:xfrm>
          <a:custGeom xmlns:a="http://schemas.openxmlformats.org/drawingml/2006/main">
            <a:pathLst>
              <a:path w="9525" h="34131">
                <a:moveTo>
                  <a:pt x="0" y="0"/>
                </a:moveTo>
                <a:lnTo>
                  <a:pt x="0" y="34131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3" name="line-42">
            <a:extLst xmlns:a="http://schemas.openxmlformats.org/drawingml/2006/main">
              <a:ext uri="{FF2B5EF4-FFF2-40B4-BE49-F238E27FC236}">
                <a16:creationId xmlns:a16="http://schemas.microsoft.com/office/drawing/2014/main" id="{DFFC7210-A3BB-49C2-8C02-B5F5E678C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170363"/>
            <a:ext cx="9525" cy="34131"/>
          </a:xfrm>
          <a:custGeom xmlns:a="http://schemas.openxmlformats.org/drawingml/2006/main">
            <a:pathLst>
              <a:path w="9525" h="34131">
                <a:moveTo>
                  <a:pt x="0" y="0"/>
                </a:moveTo>
                <a:lnTo>
                  <a:pt x="0" y="34131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4" name="line-43">
            <a:extLst xmlns:a="http://schemas.openxmlformats.org/drawingml/2006/main">
              <a:ext uri="{FF2B5EF4-FFF2-40B4-BE49-F238E27FC236}">
                <a16:creationId xmlns:a16="http://schemas.microsoft.com/office/drawing/2014/main" id="{1C0AE098-7FBC-455F-A2B4-8F7E03E2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9495" y="4152857"/>
            <a:ext cx="41430" cy="85768"/>
          </a:xfrm>
          <a:custGeom xmlns:a="http://schemas.openxmlformats.org/drawingml/2006/main">
            <a:pathLst>
              <a:path w="41430" h="85768">
                <a:moveTo>
                  <a:pt x="0" y="0"/>
                </a:moveTo>
                <a:lnTo>
                  <a:pt x="4143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45" name="line-44">
            <a:extLst xmlns:a="http://schemas.openxmlformats.org/drawingml/2006/main">
              <a:ext uri="{FF2B5EF4-FFF2-40B4-BE49-F238E27FC236}">
                <a16:creationId xmlns:a16="http://schemas.microsoft.com/office/drawing/2014/main" id="{D79F3439-58EB-48DC-9629-0D8F4E0E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152857"/>
            <a:ext cx="41430" cy="85768"/>
          </a:xfrm>
          <a:custGeom xmlns:a="http://schemas.openxmlformats.org/drawingml/2006/main">
            <a:pathLst>
              <a:path w="41430" h="85768">
                <a:moveTo>
                  <a:pt x="41430" y="0"/>
                </a:moveTo>
                <a:lnTo>
                  <a:pt x="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46" name="object-45">
            <a:extLst xmlns:a="http://schemas.openxmlformats.org/drawingml/2006/main">
              <a:ext uri="{FF2B5EF4-FFF2-40B4-BE49-F238E27FC236}">
                <a16:creationId xmlns:a16="http://schemas.microsoft.com/office/drawing/2014/main" id="{B2F080E9-66C9-4A0E-9F90-00C1D905A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音频数据</a:t>
            </a:r>
          </a:p>
        </p:txBody>
      </p:sp>
      <p:sp>
        <p:nvSpPr>
          <p:cNvPr id="47" name="object-46">
            <a:extLst xmlns:a="http://schemas.openxmlformats.org/drawingml/2006/main">
              <a:ext uri="{FF2B5EF4-FFF2-40B4-BE49-F238E27FC236}">
                <a16:creationId xmlns:a16="http://schemas.microsoft.com/office/drawing/2014/main" id="{941EBE05-99BF-482B-A956-EF407D740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238625"/>
            <a:ext cx="16192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object-47">
            <a:extLst xmlns:a="http://schemas.openxmlformats.org/drawingml/2006/main">
              <a:ext uri="{FF2B5EF4-FFF2-40B4-BE49-F238E27FC236}">
                <a16:creationId xmlns:a16="http://schemas.microsoft.com/office/drawing/2014/main" id="{C9855161-EF92-4178-B37E-A6E681A29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295775"/>
            <a:ext cx="13906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同一播放会话</a:t>
            </a:r>
          </a:p>
        </p:txBody>
      </p:sp>
      <p:sp>
        <p:nvSpPr>
          <p:cNvPr id="49" name="object-48">
            <a:extLst xmlns:a="http://schemas.openxmlformats.org/drawingml/2006/main">
              <a:ext uri="{FF2B5EF4-FFF2-40B4-BE49-F238E27FC236}">
                <a16:creationId xmlns:a16="http://schemas.microsoft.com/office/drawing/2014/main" id="{EC8D7CF8-043A-4C34-B11A-B316A277C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238625"/>
            <a:ext cx="1485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50" name="object-49">
            <a:extLst xmlns:a="http://schemas.openxmlformats.org/drawingml/2006/main">
              <a:ext uri="{FF2B5EF4-FFF2-40B4-BE49-F238E27FC236}">
                <a16:creationId xmlns:a16="http://schemas.microsoft.com/office/drawing/2014/main" id="{BE492C4B-45D7-49C6-80AC-8A5852937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410075"/>
            <a:ext cx="2095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object-50">
            <a:extLst xmlns:a="http://schemas.openxmlformats.org/drawingml/2006/main">
              <a:ext uri="{FF2B5EF4-FFF2-40B4-BE49-F238E27FC236}">
                <a16:creationId xmlns:a16="http://schemas.microsoft.com/office/drawing/2014/main" id="{90500D0C-0925-43B1-94B2-17E2DB675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410075"/>
            <a:ext cx="2095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object-51">
            <a:extLst xmlns:a="http://schemas.openxmlformats.org/drawingml/2006/main">
              <a:ext uri="{FF2B5EF4-FFF2-40B4-BE49-F238E27FC236}">
                <a16:creationId xmlns:a16="http://schemas.microsoft.com/office/drawing/2014/main" id="{6CECB342-493B-4E67-A7E5-C53F9D4C9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410075"/>
            <a:ext cx="2095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object-52">
            <a:extLst xmlns:a="http://schemas.openxmlformats.org/drawingml/2006/main">
              <a:ext uri="{FF2B5EF4-FFF2-40B4-BE49-F238E27FC236}">
                <a16:creationId xmlns:a16="http://schemas.microsoft.com/office/drawing/2014/main" id="{210D9183-8BB9-4CE0-8FF2-44ACF9E4D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4410075"/>
            <a:ext cx="2095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object-53">
            <a:extLst xmlns:a="http://schemas.openxmlformats.org/drawingml/2006/main">
              <a:ext uri="{FF2B5EF4-FFF2-40B4-BE49-F238E27FC236}">
                <a16:creationId xmlns:a16="http://schemas.microsoft.com/office/drawing/2014/main" id="{5D35EA41-E7E8-4A5E-8DAE-E354AF69C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943475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缓冲中的数据</a:t>
            </a:r>
          </a:p>
        </p:txBody>
      </p:sp>
      <p:sp>
        <p:nvSpPr>
          <p:cNvPr id="55" name="object-54">
            <a:extLst xmlns:a="http://schemas.openxmlformats.org/drawingml/2006/main">
              <a:ext uri="{FF2B5EF4-FFF2-40B4-BE49-F238E27FC236}">
                <a16:creationId xmlns:a16="http://schemas.microsoft.com/office/drawing/2014/main" id="{5B4D820A-CAD1-49D9-AB0B-920FB455B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238625"/>
            <a:ext cx="197167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object-55">
            <a:extLst xmlns:a="http://schemas.openxmlformats.org/drawingml/2006/main">
              <a:ext uri="{FF2B5EF4-FFF2-40B4-BE49-F238E27FC236}">
                <a16:creationId xmlns:a16="http://schemas.microsoft.com/office/drawing/2014/main" id="{CFB80A08-9BFC-4FF1-8DAA-7C6888EF4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95775"/>
            <a:ext cx="174307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格式／增益／音效</a:t>
            </a:r>
          </a:p>
        </p:txBody>
      </p:sp>
      <p:sp>
        <p:nvSpPr>
          <p:cNvPr id="57" name="object-56">
            <a:extLst xmlns:a="http://schemas.openxmlformats.org/drawingml/2006/main">
              <a:ext uri="{FF2B5EF4-FFF2-40B4-BE49-F238E27FC236}">
                <a16:creationId xmlns:a16="http://schemas.microsoft.com/office/drawing/2014/main" id="{07F152C3-5F66-44BD-AC6A-2A7B73258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238625"/>
            <a:ext cx="14287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object-57">
            <a:extLst xmlns:a="http://schemas.openxmlformats.org/drawingml/2006/main">
              <a:ext uri="{FF2B5EF4-FFF2-40B4-BE49-F238E27FC236}">
                <a16:creationId xmlns:a16="http://schemas.microsoft.com/office/drawing/2014/main" id="{6B94CBC1-05CD-424D-A949-0CA669712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295775"/>
            <a:ext cx="12001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输出设备</a:t>
            </a:r>
          </a:p>
        </p:txBody>
      </p:sp>
      <p:sp>
        <p:nvSpPr>
          <p:cNvPr id="59" name="line-58">
            <a:extLst xmlns:a="http://schemas.openxmlformats.org/drawingml/2006/main">
              <a:ext uri="{FF2B5EF4-FFF2-40B4-BE49-F238E27FC236}">
                <a16:creationId xmlns:a16="http://schemas.microsoft.com/office/drawing/2014/main" id="{89A3C812-BC30-4C69-8A10-F830EBC45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543425"/>
            <a:ext cx="438150" cy="9525"/>
          </a:xfrm>
          <a:custGeom xmlns:a="http://schemas.openxmlformats.org/drawingml/2006/main">
            <a:pathLst>
              <a:path w="438150" h="9525">
                <a:moveTo>
                  <a:pt x="0" y="0"/>
                </a:moveTo>
                <a:lnTo>
                  <a:pt x="438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60" name="line-59">
            <a:extLst xmlns:a="http://schemas.openxmlformats.org/drawingml/2006/main">
              <a:ext uri="{FF2B5EF4-FFF2-40B4-BE49-F238E27FC236}">
                <a16:creationId xmlns:a16="http://schemas.microsoft.com/office/drawing/2014/main" id="{F3A8E9F1-4080-4D1D-9AD1-EE3AA476C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32" y="45434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61" name="line-60">
            <a:extLst xmlns:a="http://schemas.openxmlformats.org/drawingml/2006/main">
              <a:ext uri="{FF2B5EF4-FFF2-40B4-BE49-F238E27FC236}">
                <a16:creationId xmlns:a16="http://schemas.microsoft.com/office/drawing/2014/main" id="{787B45F6-0520-4BC9-8F0C-CCD44F8D5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32" y="45019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62" name="line-61">
            <a:extLst xmlns:a="http://schemas.openxmlformats.org/drawingml/2006/main">
              <a:ext uri="{FF2B5EF4-FFF2-40B4-BE49-F238E27FC236}">
                <a16:creationId xmlns:a16="http://schemas.microsoft.com/office/drawing/2014/main" id="{9EDDAEE9-E2A5-4938-90BB-C06A82EE6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543425"/>
            <a:ext cx="552450" cy="9525"/>
          </a:xfrm>
          <a:custGeom xmlns:a="http://schemas.openxmlformats.org/drawingml/2006/main">
            <a:pathLst>
              <a:path w="552450" h="9525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63" name="line-62">
            <a:extLst xmlns:a="http://schemas.openxmlformats.org/drawingml/2006/main">
              <a:ext uri="{FF2B5EF4-FFF2-40B4-BE49-F238E27FC236}">
                <a16:creationId xmlns:a16="http://schemas.microsoft.com/office/drawing/2014/main" id="{B48298BC-F0FB-4BA5-9005-681D21DF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082" y="45434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64" name="line-63">
            <a:extLst xmlns:a="http://schemas.openxmlformats.org/drawingml/2006/main">
              <a:ext uri="{FF2B5EF4-FFF2-40B4-BE49-F238E27FC236}">
                <a16:creationId xmlns:a16="http://schemas.microsoft.com/office/drawing/2014/main" id="{3289D392-830C-4B9E-BE52-83EA2C609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082" y="45019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65" name="line-64">
            <a:extLst xmlns:a="http://schemas.openxmlformats.org/drawingml/2006/main">
              <a:ext uri="{FF2B5EF4-FFF2-40B4-BE49-F238E27FC236}">
                <a16:creationId xmlns:a16="http://schemas.microsoft.com/office/drawing/2014/main" id="{81EA53CE-2A7B-411C-A161-4E70319B5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543425"/>
            <a:ext cx="657225" cy="9525"/>
          </a:xfrm>
          <a:custGeom xmlns:a="http://schemas.openxmlformats.org/drawingml/2006/main">
            <a:pathLst>
              <a:path w="657225" h="9525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66" name="line-65">
            <a:extLst xmlns:a="http://schemas.openxmlformats.org/drawingml/2006/main">
              <a:ext uri="{FF2B5EF4-FFF2-40B4-BE49-F238E27FC236}">
                <a16:creationId xmlns:a16="http://schemas.microsoft.com/office/drawing/2014/main" id="{E138C136-53D2-46D0-83A3-58379398E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2982" y="45434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67" name="line-66">
            <a:extLst xmlns:a="http://schemas.openxmlformats.org/drawingml/2006/main">
              <a:ext uri="{FF2B5EF4-FFF2-40B4-BE49-F238E27FC236}">
                <a16:creationId xmlns:a16="http://schemas.microsoft.com/office/drawing/2014/main" id="{0CCF15A8-C2DB-4370-B22C-D63F30891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2982" y="45019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68" name="line-67">
            <a:extLst xmlns:a="http://schemas.openxmlformats.org/drawingml/2006/main">
              <a:ext uri="{FF2B5EF4-FFF2-40B4-BE49-F238E27FC236}">
                <a16:creationId xmlns:a16="http://schemas.microsoft.com/office/drawing/2014/main" id="{8F9A4DD4-9413-4024-9380-9173FE259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53750" cy="9525"/>
          </a:xfrm>
          <a:custGeom xmlns:a="http://schemas.openxmlformats.org/drawingml/2006/main">
            <a:pathLst>
              <a:path w="10953750" h="9525">
                <a:moveTo>
                  <a:pt x="0" y="0"/>
                </a:moveTo>
                <a:lnTo>
                  <a:pt x="1095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69" name="object-68">
            <a:extLst xmlns:a="http://schemas.openxmlformats.org/drawingml/2006/main">
              <a:ext uri="{FF2B5EF4-FFF2-40B4-BE49-F238E27FC236}">
                <a16:creationId xmlns:a16="http://schemas.microsoft.com/office/drawing/2014/main" id="{4D872C47-36DB-4053-8E1C-200FEC821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76925"/>
            <a:ext cx="10858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操作随时到来，音频处理还在持续进行。</a:t>
            </a:r>
          </a:p>
        </p:txBody>
      </p:sp>
      <p:sp>
        <p:nvSpPr>
          <p:cNvPr id="70" name="object-69">
            <a:extLst xmlns:a="http://schemas.openxmlformats.org/drawingml/2006/main">
              <a:ext uri="{FF2B5EF4-FFF2-40B4-BE49-F238E27FC236}">
                <a16:creationId xmlns:a16="http://schemas.microsoft.com/office/drawing/2014/main" id="{6FE2AEB2-0307-4A5D-A8AB-1FAE793C4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实线：音频数据    虚线：控制与通知；图为职责关系，非完整线程拓扑</a:t>
            </a:r>
          </a:p>
        </p:txBody>
      </p:sp>
      <p:sp>
        <p:nvSpPr>
          <p:cNvPr id="71" name="object-70">
            <a:extLst xmlns:a="http://schemas.openxmlformats.org/drawingml/2006/main">
              <a:ext uri="{FF2B5EF4-FFF2-40B4-BE49-F238E27FC236}">
                <a16:creationId xmlns:a16="http://schemas.microsoft.com/office/drawing/2014/main" id="{82D3F4B5-037E-45DF-AF4A-3620086E1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3548182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object-71">
            <a:extLst xmlns:a="http://schemas.openxmlformats.org/drawingml/2006/main">
              <a:ext uri="{FF2B5EF4-FFF2-40B4-BE49-F238E27FC236}">
                <a16:creationId xmlns:a16="http://schemas.microsoft.com/office/drawing/2014/main" id="{DB0AD885-E6B8-4717-8FA3-2E3AD86E5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953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一首歌，三个操作</a:t>
            </a:r>
          </a:p>
        </p:txBody>
      </p:sp>
      <p:sp>
        <p:nvSpPr>
          <p:cNvPr id="2" name="object-72">
            <a:extLst xmlns:a="http://schemas.openxmlformats.org/drawingml/2006/main">
              <a:ext uri="{FF2B5EF4-FFF2-40B4-BE49-F238E27FC236}">
                <a16:creationId xmlns:a16="http://schemas.microsoft.com/office/drawing/2014/main" id="{CD4BF050-0177-4391-A9C2-CDE02AC15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2867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暂停：控制请求与声音变化需要衔接</a:t>
            </a:r>
          </a:p>
        </p:txBody>
      </p:sp>
      <p:sp>
        <p:nvSpPr>
          <p:cNvPr id="3" name="object-73">
            <a:extLst xmlns:a="http://schemas.openxmlformats.org/drawingml/2006/main">
              <a:ext uri="{FF2B5EF4-FFF2-40B4-BE49-F238E27FC236}">
                <a16:creationId xmlns:a16="http://schemas.microsoft.com/office/drawing/2014/main" id="{09073A9D-70CC-4207-8391-9D3640BCD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暂停已经提出，不代表音频数据可以立即停止处理。</a:t>
            </a:r>
          </a:p>
        </p:txBody>
      </p:sp>
      <p:sp>
        <p:nvSpPr>
          <p:cNvPr id="4" name="object-74">
            <a:extLst xmlns:a="http://schemas.openxmlformats.org/drawingml/2006/main">
              <a:ext uri="{FF2B5EF4-FFF2-40B4-BE49-F238E27FC236}">
                <a16:creationId xmlns:a16="http://schemas.microsoft.com/office/drawing/2014/main" id="{5C4556EF-7EE2-4929-A738-E243AE309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238375"/>
            <a:ext cx="2143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① 暂停请求</a:t>
            </a:r>
          </a:p>
        </p:txBody>
      </p:sp>
      <p:sp>
        <p:nvSpPr>
          <p:cNvPr id="5" name="line-75">
            <a:extLst xmlns:a="http://schemas.openxmlformats.org/drawingml/2006/main">
              <a:ext uri="{FF2B5EF4-FFF2-40B4-BE49-F238E27FC236}">
                <a16:creationId xmlns:a16="http://schemas.microsoft.com/office/drawing/2014/main" id="{97ABF49B-F456-4410-9BAB-DB0A280D9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686050"/>
            <a:ext cx="9525" cy="2724150"/>
          </a:xfrm>
          <a:custGeom xmlns:a="http://schemas.openxmlformats.org/drawingml/2006/main">
            <a:pathLst>
              <a:path w="9525" h="2724150">
                <a:moveTo>
                  <a:pt x="0" y="0"/>
                </a:moveTo>
                <a:lnTo>
                  <a:pt x="0" y="272415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6" name="object-76">
            <a:extLst xmlns:a="http://schemas.openxmlformats.org/drawingml/2006/main">
              <a:ext uri="{FF2B5EF4-FFF2-40B4-BE49-F238E27FC236}">
                <a16:creationId xmlns:a16="http://schemas.microsoft.com/office/drawing/2014/main" id="{0534D4BD-FC0C-4C1C-BAFF-ACC5C5AB1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238375"/>
            <a:ext cx="2143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② 开始淡出</a:t>
            </a:r>
          </a:p>
        </p:txBody>
      </p:sp>
      <p:sp>
        <p:nvSpPr>
          <p:cNvPr id="7" name="line-77">
            <a:extLst xmlns:a="http://schemas.openxmlformats.org/drawingml/2006/main">
              <a:ext uri="{FF2B5EF4-FFF2-40B4-BE49-F238E27FC236}">
                <a16:creationId xmlns:a16="http://schemas.microsoft.com/office/drawing/2014/main" id="{3E74FA9C-258C-4F38-9A2C-AD63473CE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86050"/>
            <a:ext cx="9525" cy="2724150"/>
          </a:xfrm>
          <a:custGeom xmlns:a="http://schemas.openxmlformats.org/drawingml/2006/main">
            <a:pathLst>
              <a:path w="9525" h="2724150">
                <a:moveTo>
                  <a:pt x="0" y="0"/>
                </a:moveTo>
                <a:lnTo>
                  <a:pt x="0" y="272415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8" name="object-78">
            <a:extLst xmlns:a="http://schemas.openxmlformats.org/drawingml/2006/main">
              <a:ext uri="{FF2B5EF4-FFF2-40B4-BE49-F238E27FC236}">
                <a16:creationId xmlns:a16="http://schemas.microsoft.com/office/drawing/2014/main" id="{036841C0-2956-4B70-B7D3-160E700ED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238375"/>
            <a:ext cx="2143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③ 淡出完成</a:t>
            </a:r>
          </a:p>
        </p:txBody>
      </p:sp>
      <p:sp>
        <p:nvSpPr>
          <p:cNvPr id="9" name="line-79">
            <a:extLst xmlns:a="http://schemas.openxmlformats.org/drawingml/2006/main">
              <a:ext uri="{FF2B5EF4-FFF2-40B4-BE49-F238E27FC236}">
                <a16:creationId xmlns:a16="http://schemas.microsoft.com/office/drawing/2014/main" id="{EE810BE7-DCA7-4D09-AB34-1060A700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686050"/>
            <a:ext cx="9525" cy="2724150"/>
          </a:xfrm>
          <a:custGeom xmlns:a="http://schemas.openxmlformats.org/drawingml/2006/main">
            <a:pathLst>
              <a:path w="9525" h="2724150">
                <a:moveTo>
                  <a:pt x="0" y="0"/>
                </a:moveTo>
                <a:lnTo>
                  <a:pt x="0" y="272415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10" name="object-80">
            <a:extLst xmlns:a="http://schemas.openxmlformats.org/drawingml/2006/main">
              <a:ext uri="{FF2B5EF4-FFF2-40B4-BE49-F238E27FC236}">
                <a16:creationId xmlns:a16="http://schemas.microsoft.com/office/drawing/2014/main" id="{96A53349-93D2-48A6-A2A2-FEF10BB04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238375"/>
            <a:ext cx="2143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④ 断开输入</a:t>
            </a:r>
          </a:p>
        </p:txBody>
      </p:sp>
      <p:sp>
        <p:nvSpPr>
          <p:cNvPr id="11" name="line-81">
            <a:extLst xmlns:a="http://schemas.openxmlformats.org/drawingml/2006/main">
              <a:ext uri="{FF2B5EF4-FFF2-40B4-BE49-F238E27FC236}">
                <a16:creationId xmlns:a16="http://schemas.microsoft.com/office/drawing/2014/main" id="{2BE3168C-EE56-4570-A1DB-026AE5CE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686050"/>
            <a:ext cx="9525" cy="2724150"/>
          </a:xfrm>
          <a:custGeom xmlns:a="http://schemas.openxmlformats.org/drawingml/2006/main">
            <a:pathLst>
              <a:path w="9525" h="2724150">
                <a:moveTo>
                  <a:pt x="0" y="0"/>
                </a:moveTo>
                <a:lnTo>
                  <a:pt x="0" y="272415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12" name="object-82">
            <a:extLst xmlns:a="http://schemas.openxmlformats.org/drawingml/2006/main">
              <a:ext uri="{FF2B5EF4-FFF2-40B4-BE49-F238E27FC236}">
                <a16:creationId xmlns:a16="http://schemas.microsoft.com/office/drawing/2014/main" id="{D78D0EBD-3FF6-4B7B-8C79-431645C2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1381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控制处理</a:t>
            </a:r>
          </a:p>
        </p:txBody>
      </p:sp>
      <p:sp>
        <p:nvSpPr>
          <p:cNvPr id="13" name="line-83">
            <a:extLst xmlns:a="http://schemas.openxmlformats.org/drawingml/2006/main">
              <a:ext uri="{FF2B5EF4-FFF2-40B4-BE49-F238E27FC236}">
                <a16:creationId xmlns:a16="http://schemas.microsoft.com/office/drawing/2014/main" id="{F122DA89-FDEF-4BA9-9F33-64DEE6513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076575"/>
            <a:ext cx="194469" cy="9525"/>
          </a:xfrm>
          <a:custGeom xmlns:a="http://schemas.openxmlformats.org/drawingml/2006/main">
            <a:pathLst>
              <a:path w="194469" h="9525">
                <a:moveTo>
                  <a:pt x="0" y="0"/>
                </a:moveTo>
                <a:lnTo>
                  <a:pt x="19446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4" name="line-84">
            <a:extLst xmlns:a="http://schemas.openxmlformats.org/drawingml/2006/main">
              <a:ext uri="{FF2B5EF4-FFF2-40B4-BE49-F238E27FC236}">
                <a16:creationId xmlns:a16="http://schemas.microsoft.com/office/drawing/2014/main" id="{BF50E35A-2E18-4929-AECB-4F5C5B482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2563" y="3076575"/>
            <a:ext cx="194469" cy="9525"/>
          </a:xfrm>
          <a:custGeom xmlns:a="http://schemas.openxmlformats.org/drawingml/2006/main">
            <a:pathLst>
              <a:path w="194469" h="9525">
                <a:moveTo>
                  <a:pt x="0" y="0"/>
                </a:moveTo>
                <a:lnTo>
                  <a:pt x="19446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5" name="line-85">
            <a:extLst xmlns:a="http://schemas.openxmlformats.org/drawingml/2006/main">
              <a:ext uri="{FF2B5EF4-FFF2-40B4-BE49-F238E27FC236}">
                <a16:creationId xmlns:a16="http://schemas.microsoft.com/office/drawing/2014/main" id="{BDB3CD9E-C1C2-4355-B660-F495DE349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1500" y="3076575"/>
            <a:ext cx="194469" cy="9525"/>
          </a:xfrm>
          <a:custGeom xmlns:a="http://schemas.openxmlformats.org/drawingml/2006/main">
            <a:pathLst>
              <a:path w="194469" h="9525">
                <a:moveTo>
                  <a:pt x="0" y="0"/>
                </a:moveTo>
                <a:lnTo>
                  <a:pt x="19446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6" name="line-86">
            <a:extLst xmlns:a="http://schemas.openxmlformats.org/drawingml/2006/main">
              <a:ext uri="{FF2B5EF4-FFF2-40B4-BE49-F238E27FC236}">
                <a16:creationId xmlns:a16="http://schemas.microsoft.com/office/drawing/2014/main" id="{2CE9CBD1-F8F1-474F-85F7-1CB91015A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0438" y="3076575"/>
            <a:ext cx="194469" cy="9525"/>
          </a:xfrm>
          <a:custGeom xmlns:a="http://schemas.openxmlformats.org/drawingml/2006/main">
            <a:pathLst>
              <a:path w="194469" h="9525">
                <a:moveTo>
                  <a:pt x="0" y="0"/>
                </a:moveTo>
                <a:lnTo>
                  <a:pt x="19446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7" name="line-87">
            <a:extLst xmlns:a="http://schemas.openxmlformats.org/drawingml/2006/main">
              <a:ext uri="{FF2B5EF4-FFF2-40B4-BE49-F238E27FC236}">
                <a16:creationId xmlns:a16="http://schemas.microsoft.com/office/drawing/2014/main" id="{D9594821-3D92-4BEA-8F56-9EC6C675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9375" y="3076575"/>
            <a:ext cx="194469" cy="9525"/>
          </a:xfrm>
          <a:custGeom xmlns:a="http://schemas.openxmlformats.org/drawingml/2006/main">
            <a:pathLst>
              <a:path w="194469" h="9525">
                <a:moveTo>
                  <a:pt x="0" y="0"/>
                </a:moveTo>
                <a:lnTo>
                  <a:pt x="19446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8" name="line-88">
            <a:extLst xmlns:a="http://schemas.openxmlformats.org/drawingml/2006/main">
              <a:ext uri="{FF2B5EF4-FFF2-40B4-BE49-F238E27FC236}">
                <a16:creationId xmlns:a16="http://schemas.microsoft.com/office/drawing/2014/main" id="{810B2F97-36B1-4A43-A9EC-15F3B390E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8313" y="3076575"/>
            <a:ext cx="194469" cy="9525"/>
          </a:xfrm>
          <a:custGeom xmlns:a="http://schemas.openxmlformats.org/drawingml/2006/main">
            <a:pathLst>
              <a:path w="194469" h="9525">
                <a:moveTo>
                  <a:pt x="0" y="0"/>
                </a:moveTo>
                <a:lnTo>
                  <a:pt x="19446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9" name="line-89">
            <a:extLst xmlns:a="http://schemas.openxmlformats.org/drawingml/2006/main">
              <a:ext uri="{FF2B5EF4-FFF2-40B4-BE49-F238E27FC236}">
                <a16:creationId xmlns:a16="http://schemas.microsoft.com/office/drawing/2014/main" id="{CD8A733A-F96A-4514-A5C3-289282613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482" y="307657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0" name="line-90">
            <a:extLst xmlns:a="http://schemas.openxmlformats.org/drawingml/2006/main">
              <a:ext uri="{FF2B5EF4-FFF2-40B4-BE49-F238E27FC236}">
                <a16:creationId xmlns:a16="http://schemas.microsoft.com/office/drawing/2014/main" id="{2803D8EB-5E05-4ECF-8F98-E1C5D2FB0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482" y="303514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1" name="object-91">
            <a:extLst xmlns:a="http://schemas.openxmlformats.org/drawingml/2006/main">
              <a:ext uri="{FF2B5EF4-FFF2-40B4-BE49-F238E27FC236}">
                <a16:creationId xmlns:a16="http://schemas.microsoft.com/office/drawing/2014/main" id="{B7CBD5A4-7B46-473B-A030-A5915782B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724150"/>
            <a:ext cx="1666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排队后执行</a:t>
            </a:r>
          </a:p>
        </p:txBody>
      </p:sp>
      <p:sp>
        <p:nvSpPr>
          <p:cNvPr id="22" name="line-92">
            <a:extLst xmlns:a="http://schemas.openxmlformats.org/drawingml/2006/main">
              <a:ext uri="{FF2B5EF4-FFF2-40B4-BE49-F238E27FC236}">
                <a16:creationId xmlns:a16="http://schemas.microsoft.com/office/drawing/2014/main" id="{97E25F60-AA4E-44B5-BC5B-1D4BC4DF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76575"/>
            <a:ext cx="206375" cy="9525"/>
          </a:xfrm>
          <a:custGeom xmlns:a="http://schemas.openxmlformats.org/drawingml/2006/main">
            <a:pathLst>
              <a:path w="206375" h="9525">
                <a:moveTo>
                  <a:pt x="0" y="0"/>
                </a:moveTo>
                <a:lnTo>
                  <a:pt x="206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3" name="line-93">
            <a:extLst xmlns:a="http://schemas.openxmlformats.org/drawingml/2006/main">
              <a:ext uri="{FF2B5EF4-FFF2-40B4-BE49-F238E27FC236}">
                <a16:creationId xmlns:a16="http://schemas.microsoft.com/office/drawing/2014/main" id="{647091C8-B4B9-4F62-96E2-CD2B32D9B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1750" y="3076575"/>
            <a:ext cx="206375" cy="9525"/>
          </a:xfrm>
          <a:custGeom xmlns:a="http://schemas.openxmlformats.org/drawingml/2006/main">
            <a:pathLst>
              <a:path w="206375" h="9525">
                <a:moveTo>
                  <a:pt x="0" y="0"/>
                </a:moveTo>
                <a:lnTo>
                  <a:pt x="206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4" name="line-94">
            <a:extLst xmlns:a="http://schemas.openxmlformats.org/drawingml/2006/main">
              <a:ext uri="{FF2B5EF4-FFF2-40B4-BE49-F238E27FC236}">
                <a16:creationId xmlns:a16="http://schemas.microsoft.com/office/drawing/2014/main" id="{0611CCCA-7965-40EE-98A0-83E9406DB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500" y="3076575"/>
            <a:ext cx="206375" cy="9525"/>
          </a:xfrm>
          <a:custGeom xmlns:a="http://schemas.openxmlformats.org/drawingml/2006/main">
            <a:pathLst>
              <a:path w="206375" h="9525">
                <a:moveTo>
                  <a:pt x="0" y="0"/>
                </a:moveTo>
                <a:lnTo>
                  <a:pt x="206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5" name="line-95">
            <a:extLst xmlns:a="http://schemas.openxmlformats.org/drawingml/2006/main">
              <a:ext uri="{FF2B5EF4-FFF2-40B4-BE49-F238E27FC236}">
                <a16:creationId xmlns:a16="http://schemas.microsoft.com/office/drawing/2014/main" id="{6CDC7D75-7298-4583-976B-FDD6FEA1E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76575"/>
            <a:ext cx="206375" cy="9525"/>
          </a:xfrm>
          <a:custGeom xmlns:a="http://schemas.openxmlformats.org/drawingml/2006/main">
            <a:pathLst>
              <a:path w="206375" h="9525">
                <a:moveTo>
                  <a:pt x="0" y="0"/>
                </a:moveTo>
                <a:lnTo>
                  <a:pt x="206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6" name="line-96">
            <a:extLst xmlns:a="http://schemas.openxmlformats.org/drawingml/2006/main">
              <a:ext uri="{FF2B5EF4-FFF2-40B4-BE49-F238E27FC236}">
                <a16:creationId xmlns:a16="http://schemas.microsoft.com/office/drawing/2014/main" id="{CAEEA762-60D5-4AA0-9AE4-A117C17F8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3076575"/>
            <a:ext cx="206375" cy="9525"/>
          </a:xfrm>
          <a:custGeom xmlns:a="http://schemas.openxmlformats.org/drawingml/2006/main">
            <a:pathLst>
              <a:path w="206375" h="9525">
                <a:moveTo>
                  <a:pt x="0" y="0"/>
                </a:moveTo>
                <a:lnTo>
                  <a:pt x="206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7" name="line-97">
            <a:extLst xmlns:a="http://schemas.openxmlformats.org/drawingml/2006/main">
              <a:ext uri="{FF2B5EF4-FFF2-40B4-BE49-F238E27FC236}">
                <a16:creationId xmlns:a16="http://schemas.microsoft.com/office/drawing/2014/main" id="{538C17B4-B2D1-42BD-93F4-35ED3EC99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2750" y="3076575"/>
            <a:ext cx="206375" cy="9525"/>
          </a:xfrm>
          <a:custGeom xmlns:a="http://schemas.openxmlformats.org/drawingml/2006/main">
            <a:pathLst>
              <a:path w="206375" h="9525">
                <a:moveTo>
                  <a:pt x="0" y="0"/>
                </a:moveTo>
                <a:lnTo>
                  <a:pt x="206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8" name="line-98">
            <a:extLst xmlns:a="http://schemas.openxmlformats.org/drawingml/2006/main">
              <a:ext uri="{FF2B5EF4-FFF2-40B4-BE49-F238E27FC236}">
                <a16:creationId xmlns:a16="http://schemas.microsoft.com/office/drawing/2014/main" id="{4DF9943E-B6E8-45D8-B7D0-2DA6BE5F8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32" y="307657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9" name="line-99">
            <a:extLst xmlns:a="http://schemas.openxmlformats.org/drawingml/2006/main">
              <a:ext uri="{FF2B5EF4-FFF2-40B4-BE49-F238E27FC236}">
                <a16:creationId xmlns:a16="http://schemas.microsoft.com/office/drawing/2014/main" id="{37148938-0005-44DD-B2C0-B222E6FE0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32" y="303514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30" name="object-100">
            <a:extLst xmlns:a="http://schemas.openxmlformats.org/drawingml/2006/main">
              <a:ext uri="{FF2B5EF4-FFF2-40B4-BE49-F238E27FC236}">
                <a16:creationId xmlns:a16="http://schemas.microsoft.com/office/drawing/2014/main" id="{52E4F097-46C3-44D0-9CEC-E80C881D5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724150"/>
            <a:ext cx="1847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完成请求再次入队</a:t>
            </a:r>
          </a:p>
        </p:txBody>
      </p:sp>
      <p:sp>
        <p:nvSpPr>
          <p:cNvPr id="31" name="object-101">
            <a:extLst xmlns:a="http://schemas.openxmlformats.org/drawingml/2006/main">
              <a:ext uri="{FF2B5EF4-FFF2-40B4-BE49-F238E27FC236}">
                <a16:creationId xmlns:a16="http://schemas.microsoft.com/office/drawing/2014/main" id="{1E9B57D6-206E-418F-A69C-9D0C96BF5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1381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数据通路</a:t>
            </a:r>
          </a:p>
        </p:txBody>
      </p:sp>
      <p:sp>
        <p:nvSpPr>
          <p:cNvPr id="32" name="object-102">
            <a:extLst xmlns:a="http://schemas.openxmlformats.org/drawingml/2006/main">
              <a:ext uri="{FF2B5EF4-FFF2-40B4-BE49-F238E27FC236}">
                <a16:creationId xmlns:a16="http://schemas.microsoft.com/office/drawing/2014/main" id="{21962DD8-847C-4B6E-8E02-599540EE5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67150"/>
            <a:ext cx="2476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object-103">
            <a:extLst xmlns:a="http://schemas.openxmlformats.org/drawingml/2006/main">
              <a:ext uri="{FF2B5EF4-FFF2-40B4-BE49-F238E27FC236}">
                <a16:creationId xmlns:a16="http://schemas.microsoft.com/office/drawing/2014/main" id="{FCD646F5-F366-43BF-B6CB-6783B7425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67150"/>
            <a:ext cx="2476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object-104">
            <a:extLst xmlns:a="http://schemas.openxmlformats.org/drawingml/2006/main">
              <a:ext uri="{FF2B5EF4-FFF2-40B4-BE49-F238E27FC236}">
                <a16:creationId xmlns:a16="http://schemas.microsoft.com/office/drawing/2014/main" id="{54428CAE-FCF3-46CF-84AC-766EBAEE6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67150"/>
            <a:ext cx="2476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object-105">
            <a:extLst xmlns:a="http://schemas.openxmlformats.org/drawingml/2006/main">
              <a:ext uri="{FF2B5EF4-FFF2-40B4-BE49-F238E27FC236}">
                <a16:creationId xmlns:a16="http://schemas.microsoft.com/office/drawing/2014/main" id="{C45D3E7E-46D3-40AE-93C0-CA0A8A6E8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867150"/>
            <a:ext cx="2476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object-106">
            <a:extLst xmlns:a="http://schemas.openxmlformats.org/drawingml/2006/main">
              <a:ext uri="{FF2B5EF4-FFF2-40B4-BE49-F238E27FC236}">
                <a16:creationId xmlns:a16="http://schemas.microsoft.com/office/drawing/2014/main" id="{B2558A13-7D3F-41E2-BCAA-05AECED4B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867150"/>
            <a:ext cx="2476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line-107">
            <a:extLst xmlns:a="http://schemas.openxmlformats.org/drawingml/2006/main">
              <a:ext uri="{FF2B5EF4-FFF2-40B4-BE49-F238E27FC236}">
                <a16:creationId xmlns:a16="http://schemas.microsoft.com/office/drawing/2014/main" id="{FDABA90E-D58F-4F5F-A5AA-B8AB95070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90975"/>
            <a:ext cx="666750" cy="9525"/>
          </a:xfrm>
          <a:custGeom xmlns:a="http://schemas.openxmlformats.org/drawingml/2006/main">
            <a:pathLst>
              <a:path w="666750" h="9525">
                <a:moveTo>
                  <a:pt x="0" y="0"/>
                </a:moveTo>
                <a:lnTo>
                  <a:pt x="666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8" name="line-108">
            <a:extLst xmlns:a="http://schemas.openxmlformats.org/drawingml/2006/main">
              <a:ext uri="{FF2B5EF4-FFF2-40B4-BE49-F238E27FC236}">
                <a16:creationId xmlns:a16="http://schemas.microsoft.com/office/drawing/2014/main" id="{4D569866-BDDE-486D-8E45-73A29E092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482" y="399097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9" name="line-109">
            <a:extLst xmlns:a="http://schemas.openxmlformats.org/drawingml/2006/main">
              <a:ext uri="{FF2B5EF4-FFF2-40B4-BE49-F238E27FC236}">
                <a16:creationId xmlns:a16="http://schemas.microsoft.com/office/drawing/2014/main" id="{C4C6E356-305B-4F4C-90BA-8EE36F251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482" y="394954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40" name="object-110">
            <a:extLst xmlns:a="http://schemas.openxmlformats.org/drawingml/2006/main">
              <a:ext uri="{FF2B5EF4-FFF2-40B4-BE49-F238E27FC236}">
                <a16:creationId xmlns:a16="http://schemas.microsoft.com/office/drawing/2014/main" id="{B1C1E69B-F846-4933-B622-DC525BA3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733800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object-111">
            <a:extLst xmlns:a="http://schemas.openxmlformats.org/drawingml/2006/main">
              <a:ext uri="{FF2B5EF4-FFF2-40B4-BE49-F238E27FC236}">
                <a16:creationId xmlns:a16="http://schemas.microsoft.com/office/drawing/2014/main" id="{EA38BDC7-700E-4071-BB05-0816229B3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79095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继续处理，完成淡出</a:t>
            </a:r>
          </a:p>
        </p:txBody>
      </p:sp>
      <p:sp>
        <p:nvSpPr>
          <p:cNvPr id="42" name="line-112">
            <a:extLst xmlns:a="http://schemas.openxmlformats.org/drawingml/2006/main">
              <a:ext uri="{FF2B5EF4-FFF2-40B4-BE49-F238E27FC236}">
                <a16:creationId xmlns:a16="http://schemas.microsoft.com/office/drawing/2014/main" id="{B731D8DA-2E56-40CD-AFF2-550401428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990975"/>
            <a:ext cx="2238375" cy="9525"/>
          </a:xfrm>
          <a:custGeom xmlns:a="http://schemas.openxmlformats.org/drawingml/2006/main">
            <a:pathLst>
              <a:path w="2238375" h="9525">
                <a:moveTo>
                  <a:pt x="0" y="0"/>
                </a:moveTo>
                <a:lnTo>
                  <a:pt x="2238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43" name="line-113">
            <a:extLst xmlns:a="http://schemas.openxmlformats.org/drawingml/2006/main">
              <a:ext uri="{FF2B5EF4-FFF2-40B4-BE49-F238E27FC236}">
                <a16:creationId xmlns:a16="http://schemas.microsoft.com/office/drawing/2014/main" id="{154CE853-E9F0-4CE9-8994-822005630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07" y="399097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44" name="line-114">
            <a:extLst xmlns:a="http://schemas.openxmlformats.org/drawingml/2006/main">
              <a:ext uri="{FF2B5EF4-FFF2-40B4-BE49-F238E27FC236}">
                <a16:creationId xmlns:a16="http://schemas.microsoft.com/office/drawing/2014/main" id="{C68A10E8-84E5-42F3-BAFD-6D4E4081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07" y="394954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45" name="line-115">
            <a:extLst xmlns:a="http://schemas.openxmlformats.org/drawingml/2006/main">
              <a:ext uri="{FF2B5EF4-FFF2-40B4-BE49-F238E27FC236}">
                <a16:creationId xmlns:a16="http://schemas.microsoft.com/office/drawing/2014/main" id="{86727004-1354-49A6-9E09-94A9F995D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857625"/>
            <a:ext cx="190500" cy="266700"/>
          </a:xfrm>
          <a:custGeom xmlns:a="http://schemas.openxmlformats.org/drawingml/2006/main">
            <a:pathLst>
              <a:path w="190500" h="266700">
                <a:moveTo>
                  <a:pt x="0" y="0"/>
                </a:moveTo>
                <a:lnTo>
                  <a:pt x="190500" y="26670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C97835"/>
            </a:solidFill>
            <a:prstDash val="solid"/>
          </a:ln>
        </p:spPr>
      </p:sp>
      <p:sp>
        <p:nvSpPr>
          <p:cNvPr id="46" name="line-116">
            <a:extLst xmlns:a="http://schemas.openxmlformats.org/drawingml/2006/main">
              <a:ext uri="{FF2B5EF4-FFF2-40B4-BE49-F238E27FC236}">
                <a16:creationId xmlns:a16="http://schemas.microsoft.com/office/drawing/2014/main" id="{C1937757-EEC7-4AB4-BFAA-FDC6F346B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857625"/>
            <a:ext cx="190500" cy="266700"/>
          </a:xfrm>
          <a:custGeom xmlns:a="http://schemas.openxmlformats.org/drawingml/2006/main">
            <a:pathLst>
              <a:path w="190500" h="266700">
                <a:moveTo>
                  <a:pt x="190500" y="0"/>
                </a:moveTo>
                <a:lnTo>
                  <a:pt x="0" y="26670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C97835"/>
            </a:solidFill>
            <a:prstDash val="solid"/>
          </a:ln>
        </p:spPr>
      </p:sp>
      <p:sp>
        <p:nvSpPr>
          <p:cNvPr id="47" name="object-117">
            <a:extLst xmlns:a="http://schemas.openxmlformats.org/drawingml/2006/main">
              <a:ext uri="{FF2B5EF4-FFF2-40B4-BE49-F238E27FC236}">
                <a16:creationId xmlns:a16="http://schemas.microsoft.com/office/drawing/2014/main" id="{849C41AB-4FE1-4713-8C9E-2A2C60C3B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819525"/>
            <a:ext cx="1543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输入已断开</a:t>
            </a:r>
          </a:p>
        </p:txBody>
      </p:sp>
      <p:sp>
        <p:nvSpPr>
          <p:cNvPr id="48" name="object-118">
            <a:extLst xmlns:a="http://schemas.openxmlformats.org/drawingml/2006/main">
              <a:ext uri="{FF2B5EF4-FFF2-40B4-BE49-F238E27FC236}">
                <a16:creationId xmlns:a16="http://schemas.microsoft.com/office/drawing/2014/main" id="{68581346-A38F-4D20-A6FA-569BE699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95825"/>
            <a:ext cx="1381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增益变化</a:t>
            </a:r>
          </a:p>
        </p:txBody>
      </p:sp>
      <p:sp>
        <p:nvSpPr>
          <p:cNvPr id="49" name="line-119">
            <a:extLst xmlns:a="http://schemas.openxmlformats.org/drawingml/2006/main">
              <a:ext uri="{FF2B5EF4-FFF2-40B4-BE49-F238E27FC236}">
                <a16:creationId xmlns:a16="http://schemas.microsoft.com/office/drawing/2014/main" id="{0F9B6544-063D-4EC4-9B5C-57788DB9C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762500"/>
            <a:ext cx="2333625" cy="9525"/>
          </a:xfrm>
          <a:custGeom xmlns:a="http://schemas.openxmlformats.org/drawingml/2006/main">
            <a:pathLst>
              <a:path w="2333625" h="9525">
                <a:moveTo>
                  <a:pt x="0" y="0"/>
                </a:moveTo>
                <a:lnTo>
                  <a:pt x="2333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9A92"/>
            </a:solidFill>
            <a:prstDash val="solid"/>
          </a:ln>
        </p:spPr>
      </p:sp>
      <p:sp>
        <p:nvSpPr>
          <p:cNvPr id="50" name="line-120">
            <a:extLst xmlns:a="http://schemas.openxmlformats.org/drawingml/2006/main">
              <a:ext uri="{FF2B5EF4-FFF2-40B4-BE49-F238E27FC236}">
                <a16:creationId xmlns:a16="http://schemas.microsoft.com/office/drawing/2014/main" id="{C17AC60A-2448-471D-A3B7-AE182F37C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762500"/>
            <a:ext cx="2571750" cy="495300"/>
          </a:xfrm>
          <a:custGeom xmlns:a="http://schemas.openxmlformats.org/drawingml/2006/main">
            <a:pathLst>
              <a:path w="2571750" h="495300">
                <a:moveTo>
                  <a:pt x="0" y="0"/>
                </a:moveTo>
                <a:lnTo>
                  <a:pt x="2571750" y="49530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9A92"/>
            </a:solidFill>
            <a:prstDash val="solid"/>
          </a:ln>
        </p:spPr>
      </p:sp>
      <p:sp>
        <p:nvSpPr>
          <p:cNvPr id="51" name="line-121">
            <a:extLst xmlns:a="http://schemas.openxmlformats.org/drawingml/2006/main">
              <a:ext uri="{FF2B5EF4-FFF2-40B4-BE49-F238E27FC236}">
                <a16:creationId xmlns:a16="http://schemas.microsoft.com/office/drawing/2014/main" id="{321916D7-E14B-4D4A-99E9-AB0977FEB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257800"/>
            <a:ext cx="3571875" cy="9525"/>
          </a:xfrm>
          <a:custGeom xmlns:a="http://schemas.openxmlformats.org/drawingml/2006/main">
            <a:pathLst>
              <a:path w="3571875" h="9525">
                <a:moveTo>
                  <a:pt x="0" y="0"/>
                </a:moveTo>
                <a:lnTo>
                  <a:pt x="3571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9A92"/>
            </a:solidFill>
            <a:prstDash val="solid"/>
          </a:ln>
        </p:spPr>
      </p:sp>
      <p:sp>
        <p:nvSpPr>
          <p:cNvPr id="52" name="object-122">
            <a:extLst xmlns:a="http://schemas.openxmlformats.org/drawingml/2006/main">
              <a:ext uri="{FF2B5EF4-FFF2-40B4-BE49-F238E27FC236}">
                <a16:creationId xmlns:a16="http://schemas.microsoft.com/office/drawing/2014/main" id="{B4E63B65-B665-4BBA-B260-A176A77CB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124450"/>
            <a:ext cx="1571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播放中</a:t>
            </a:r>
          </a:p>
        </p:txBody>
      </p:sp>
      <p:sp>
        <p:nvSpPr>
          <p:cNvPr id="53" name="object-123">
            <a:extLst xmlns:a="http://schemas.openxmlformats.org/drawingml/2006/main">
              <a:ext uri="{FF2B5EF4-FFF2-40B4-BE49-F238E27FC236}">
                <a16:creationId xmlns:a16="http://schemas.microsoft.com/office/drawing/2014/main" id="{BD906C11-1D1D-45CE-971D-AF8B64080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238750"/>
            <a:ext cx="2000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正在暂停</a:t>
            </a:r>
          </a:p>
        </p:txBody>
      </p:sp>
      <p:sp>
        <p:nvSpPr>
          <p:cNvPr id="54" name="object-124">
            <a:extLst xmlns:a="http://schemas.openxmlformats.org/drawingml/2006/main">
              <a:ext uri="{FF2B5EF4-FFF2-40B4-BE49-F238E27FC236}">
                <a16:creationId xmlns:a16="http://schemas.microsoft.com/office/drawing/2014/main" id="{675F7FDD-C0A0-41F3-8834-0517C4B59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238750"/>
            <a:ext cx="142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已暂停</a:t>
            </a:r>
          </a:p>
        </p:txBody>
      </p:sp>
      <p:sp>
        <p:nvSpPr>
          <p:cNvPr id="55" name="line-125">
            <a:extLst xmlns:a="http://schemas.openxmlformats.org/drawingml/2006/main">
              <a:ext uri="{FF2B5EF4-FFF2-40B4-BE49-F238E27FC236}">
                <a16:creationId xmlns:a16="http://schemas.microsoft.com/office/drawing/2014/main" id="{D4A9C2C2-0691-4AA1-AE5E-258398C54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53750" cy="9525"/>
          </a:xfrm>
          <a:custGeom xmlns:a="http://schemas.openxmlformats.org/drawingml/2006/main">
            <a:pathLst>
              <a:path w="10953750" h="9525">
                <a:moveTo>
                  <a:pt x="0" y="0"/>
                </a:moveTo>
                <a:lnTo>
                  <a:pt x="1095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56" name="object-126">
            <a:extLst xmlns:a="http://schemas.openxmlformats.org/drawingml/2006/main">
              <a:ext uri="{FF2B5EF4-FFF2-40B4-BE49-F238E27FC236}">
                <a16:creationId xmlns:a16="http://schemas.microsoft.com/office/drawing/2014/main" id="{F7442D2D-978C-4DD7-9581-BC947DE94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76925"/>
            <a:ext cx="10858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淡出期间保持输入连接，声音处理完成后再收尾。</a:t>
            </a:r>
          </a:p>
        </p:txBody>
      </p:sp>
      <p:sp>
        <p:nvSpPr>
          <p:cNvPr id="57" name="object-127">
            <a:extLst xmlns:a="http://schemas.openxmlformats.org/drawingml/2006/main">
              <a:ext uri="{FF2B5EF4-FFF2-40B4-BE49-F238E27FC236}">
                <a16:creationId xmlns:a16="http://schemas.microsoft.com/office/drawing/2014/main" id="{1D184C5F-938D-49ED-AF8A-05F596D06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普通活跃播放示意；无增益节点、设备未运行等条件可直接完成。时间不按比例。</a:t>
            </a:r>
          </a:p>
        </p:txBody>
      </p:sp>
      <p:sp>
        <p:nvSpPr>
          <p:cNvPr id="58" name="object-128">
            <a:extLst xmlns:a="http://schemas.openxmlformats.org/drawingml/2006/main">
              <a:ext uri="{FF2B5EF4-FFF2-40B4-BE49-F238E27FC236}">
                <a16:creationId xmlns:a16="http://schemas.microsoft.com/office/drawing/2014/main" id="{12CFA31B-A2B1-4B51-944C-E3543F028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25928911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object-129">
            <a:extLst xmlns:a="http://schemas.openxmlformats.org/drawingml/2006/main">
              <a:ext uri="{FF2B5EF4-FFF2-40B4-BE49-F238E27FC236}">
                <a16:creationId xmlns:a16="http://schemas.microsoft.com/office/drawing/2014/main" id="{2CC21B18-0F7A-4CED-AB6E-392B01FEC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953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一首歌，三个操作</a:t>
            </a:r>
          </a:p>
        </p:txBody>
      </p:sp>
      <p:sp>
        <p:nvSpPr>
          <p:cNvPr id="2" name="object-130">
            <a:extLst xmlns:a="http://schemas.openxmlformats.org/drawingml/2006/main">
              <a:ext uri="{FF2B5EF4-FFF2-40B4-BE49-F238E27FC236}">
                <a16:creationId xmlns:a16="http://schemas.microsoft.com/office/drawing/2014/main" id="{381F3AF8-BDE6-46FB-A32A-54831DEE8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2867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恢复：迟到的完成通知不能拆掉当前通路</a:t>
            </a:r>
          </a:p>
        </p:txBody>
      </p:sp>
      <p:sp>
        <p:nvSpPr>
          <p:cNvPr id="3" name="object-131">
            <a:extLst xmlns:a="http://schemas.openxmlformats.org/drawingml/2006/main">
              <a:ext uri="{FF2B5EF4-FFF2-40B4-BE49-F238E27FC236}">
                <a16:creationId xmlns:a16="http://schemas.microsoft.com/office/drawing/2014/main" id="{CFC90696-8760-41ED-8C04-7A9C0AD9A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在执行后续动作的那一刻，检查会话是否已经恢复播放。</a:t>
            </a:r>
          </a:p>
        </p:txBody>
      </p:sp>
      <p:sp>
        <p:nvSpPr>
          <p:cNvPr id="4" name="object-132">
            <a:extLst xmlns:a="http://schemas.openxmlformats.org/drawingml/2006/main">
              <a:ext uri="{FF2B5EF4-FFF2-40B4-BE49-F238E27FC236}">
                <a16:creationId xmlns:a16="http://schemas.microsoft.com/office/drawing/2014/main" id="{1B249CA1-F269-4362-9B55-C424C3211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38375"/>
            <a:ext cx="647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一种需要防护的执行交错</a:t>
            </a:r>
          </a:p>
        </p:txBody>
      </p:sp>
      <p:sp>
        <p:nvSpPr>
          <p:cNvPr id="5" name="object-133">
            <a:extLst xmlns:a="http://schemas.openxmlformats.org/drawingml/2006/main">
              <a:ext uri="{FF2B5EF4-FFF2-40B4-BE49-F238E27FC236}">
                <a16:creationId xmlns:a16="http://schemas.microsoft.com/office/drawing/2014/main" id="{0A4A2F6B-C12A-4855-BA9F-A52A78BAA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38375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完成请求执行时，再看当前状态</a:t>
            </a:r>
          </a:p>
        </p:txBody>
      </p:sp>
      <p:sp>
        <p:nvSpPr>
          <p:cNvPr id="6" name="line-134">
            <a:extLst xmlns:a="http://schemas.openxmlformats.org/drawingml/2006/main">
              <a:ext uri="{FF2B5EF4-FFF2-40B4-BE49-F238E27FC236}">
                <a16:creationId xmlns:a16="http://schemas.microsoft.com/office/drawing/2014/main" id="{3EB7C987-9ADD-469C-89B1-F44CF86E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247900"/>
            <a:ext cx="9525" cy="3295650"/>
          </a:xfrm>
          <a:custGeom xmlns:a="http://schemas.openxmlformats.org/drawingml/2006/main">
            <a:pathLst>
              <a:path w="9525" h="3295650">
                <a:moveTo>
                  <a:pt x="0" y="0"/>
                </a:moveTo>
                <a:lnTo>
                  <a:pt x="0" y="32956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7" name="object-135">
            <a:extLst xmlns:a="http://schemas.openxmlformats.org/drawingml/2006/main">
              <a:ext uri="{FF2B5EF4-FFF2-40B4-BE49-F238E27FC236}">
                <a16:creationId xmlns:a16="http://schemas.microsoft.com/office/drawing/2014/main" id="{2F91DE3B-F3B3-4EFD-8FEF-5EA4BA24E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71775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" name="object-136">
            <a:extLst xmlns:a="http://schemas.openxmlformats.org/drawingml/2006/main">
              <a:ext uri="{FF2B5EF4-FFF2-40B4-BE49-F238E27FC236}">
                <a16:creationId xmlns:a16="http://schemas.microsoft.com/office/drawing/2014/main" id="{F882C687-54E8-4E58-B33E-D25274AD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71775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暂停进入淡出</a:t>
            </a:r>
          </a:p>
        </p:txBody>
      </p:sp>
      <p:sp>
        <p:nvSpPr>
          <p:cNvPr id="9" name="object-137">
            <a:extLst xmlns:a="http://schemas.openxmlformats.org/drawingml/2006/main">
              <a:ext uri="{FF2B5EF4-FFF2-40B4-BE49-F238E27FC236}">
                <a16:creationId xmlns:a16="http://schemas.microsoft.com/office/drawing/2014/main" id="{02FA82C7-1C17-49DC-98A2-0AAAE0CDD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956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输入仍相连</a:t>
            </a:r>
          </a:p>
        </p:txBody>
      </p:sp>
      <p:sp>
        <p:nvSpPr>
          <p:cNvPr id="10" name="line-138">
            <a:extLst xmlns:a="http://schemas.openxmlformats.org/drawingml/2006/main">
              <a:ext uri="{FF2B5EF4-FFF2-40B4-BE49-F238E27FC236}">
                <a16:creationId xmlns:a16="http://schemas.microsoft.com/office/drawing/2014/main" id="{063E37DE-0EE2-4AD7-AEBE-BFE1D8607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71825"/>
            <a:ext cx="9525" cy="285750"/>
          </a:xfrm>
          <a:custGeom xmlns:a="http://schemas.openxmlformats.org/drawingml/2006/main">
            <a:pathLst>
              <a:path w="9525" h="285750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DCE5EE"/>
            </a:solidFill>
            <a:prstDash val="solid"/>
          </a:ln>
        </p:spPr>
      </p:sp>
      <p:sp>
        <p:nvSpPr>
          <p:cNvPr id="11" name="line-139">
            <a:extLst xmlns:a="http://schemas.openxmlformats.org/drawingml/2006/main">
              <a:ext uri="{FF2B5EF4-FFF2-40B4-BE49-F238E27FC236}">
                <a16:creationId xmlns:a16="http://schemas.microsoft.com/office/drawing/2014/main" id="{10280B46-BE3C-423C-904A-4159BA575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195" y="3371807"/>
            <a:ext cx="41430" cy="85768"/>
          </a:xfrm>
          <a:custGeom xmlns:a="http://schemas.openxmlformats.org/drawingml/2006/main">
            <a:pathLst>
              <a:path w="41430" h="85768">
                <a:moveTo>
                  <a:pt x="0" y="0"/>
                </a:moveTo>
                <a:lnTo>
                  <a:pt x="4143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DCE5EE"/>
            </a:solidFill>
            <a:prstDash val="solid"/>
          </a:ln>
        </p:spPr>
      </p:sp>
      <p:sp>
        <p:nvSpPr>
          <p:cNvPr id="12" name="line-140">
            <a:extLst xmlns:a="http://schemas.openxmlformats.org/drawingml/2006/main">
              <a:ext uri="{FF2B5EF4-FFF2-40B4-BE49-F238E27FC236}">
                <a16:creationId xmlns:a16="http://schemas.microsoft.com/office/drawing/2014/main" id="{50E9CE36-5498-4283-ABD9-97182B4AE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371807"/>
            <a:ext cx="41430" cy="85768"/>
          </a:xfrm>
          <a:custGeom xmlns:a="http://schemas.openxmlformats.org/drawingml/2006/main">
            <a:pathLst>
              <a:path w="41430" h="85768">
                <a:moveTo>
                  <a:pt x="41430" y="0"/>
                </a:moveTo>
                <a:lnTo>
                  <a:pt x="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DCE5EE"/>
            </a:solidFill>
            <a:prstDash val="solid"/>
          </a:ln>
        </p:spPr>
      </p:sp>
      <p:sp>
        <p:nvSpPr>
          <p:cNvPr id="13" name="object-141">
            <a:extLst xmlns:a="http://schemas.openxmlformats.org/drawingml/2006/main">
              <a:ext uri="{FF2B5EF4-FFF2-40B4-BE49-F238E27FC236}">
                <a16:creationId xmlns:a16="http://schemas.microsoft.com/office/drawing/2014/main" id="{F40AD4DB-13A8-4EE1-A5D1-1A71FA884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4725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4" name="object-142">
            <a:extLst xmlns:a="http://schemas.openxmlformats.org/drawingml/2006/main">
              <a:ext uri="{FF2B5EF4-FFF2-40B4-BE49-F238E27FC236}">
                <a16:creationId xmlns:a16="http://schemas.microsoft.com/office/drawing/2014/main" id="{7E258783-4EB3-41EB-A7DB-261DF1E3A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14725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淡出结束，完成请求等待执行</a:t>
            </a:r>
          </a:p>
        </p:txBody>
      </p:sp>
      <p:sp>
        <p:nvSpPr>
          <p:cNvPr id="15" name="object-143">
            <a:extLst xmlns:a="http://schemas.openxmlformats.org/drawingml/2006/main">
              <a:ext uri="{FF2B5EF4-FFF2-40B4-BE49-F238E27FC236}">
                <a16:creationId xmlns:a16="http://schemas.microsoft.com/office/drawing/2014/main" id="{9A9B5E61-966D-475E-8B52-3BDB3E27A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3857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异步通知存在排队窗口</a:t>
            </a:r>
          </a:p>
        </p:txBody>
      </p:sp>
      <p:sp>
        <p:nvSpPr>
          <p:cNvPr id="16" name="line-144">
            <a:extLst xmlns:a="http://schemas.openxmlformats.org/drawingml/2006/main">
              <a:ext uri="{FF2B5EF4-FFF2-40B4-BE49-F238E27FC236}">
                <a16:creationId xmlns:a16="http://schemas.microsoft.com/office/drawing/2014/main" id="{CC9CFE43-2DB8-4707-AA23-8F3088AAB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914775"/>
            <a:ext cx="9525" cy="285750"/>
          </a:xfrm>
          <a:custGeom xmlns:a="http://schemas.openxmlformats.org/drawingml/2006/main">
            <a:pathLst>
              <a:path w="9525" h="285750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DCE5EE"/>
            </a:solidFill>
            <a:prstDash val="solid"/>
          </a:ln>
        </p:spPr>
      </p:sp>
      <p:sp>
        <p:nvSpPr>
          <p:cNvPr id="17" name="line-145">
            <a:extLst xmlns:a="http://schemas.openxmlformats.org/drawingml/2006/main">
              <a:ext uri="{FF2B5EF4-FFF2-40B4-BE49-F238E27FC236}">
                <a16:creationId xmlns:a16="http://schemas.microsoft.com/office/drawing/2014/main" id="{7CAEF920-49CC-4D09-AD73-A6BD6394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195" y="4114757"/>
            <a:ext cx="41430" cy="85768"/>
          </a:xfrm>
          <a:custGeom xmlns:a="http://schemas.openxmlformats.org/drawingml/2006/main">
            <a:pathLst>
              <a:path w="41430" h="85768">
                <a:moveTo>
                  <a:pt x="0" y="0"/>
                </a:moveTo>
                <a:lnTo>
                  <a:pt x="4143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DCE5EE"/>
            </a:solidFill>
            <a:prstDash val="solid"/>
          </a:ln>
        </p:spPr>
      </p:sp>
      <p:sp>
        <p:nvSpPr>
          <p:cNvPr id="18" name="line-146">
            <a:extLst xmlns:a="http://schemas.openxmlformats.org/drawingml/2006/main">
              <a:ext uri="{FF2B5EF4-FFF2-40B4-BE49-F238E27FC236}">
                <a16:creationId xmlns:a16="http://schemas.microsoft.com/office/drawing/2014/main" id="{178412DF-E3D6-4D9C-973C-089678415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114757"/>
            <a:ext cx="41430" cy="85768"/>
          </a:xfrm>
          <a:custGeom xmlns:a="http://schemas.openxmlformats.org/drawingml/2006/main">
            <a:pathLst>
              <a:path w="41430" h="85768">
                <a:moveTo>
                  <a:pt x="41430" y="0"/>
                </a:moveTo>
                <a:lnTo>
                  <a:pt x="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DCE5EE"/>
            </a:solidFill>
            <a:prstDash val="solid"/>
          </a:ln>
        </p:spPr>
      </p:sp>
      <p:sp>
        <p:nvSpPr>
          <p:cNvPr id="19" name="object-147">
            <a:extLst xmlns:a="http://schemas.openxmlformats.org/drawingml/2006/main">
              <a:ext uri="{FF2B5EF4-FFF2-40B4-BE49-F238E27FC236}">
                <a16:creationId xmlns:a16="http://schemas.microsoft.com/office/drawing/2014/main" id="{8F17B43C-A928-492B-B326-B1A3F0650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57675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0" name="object-148">
            <a:extLst xmlns:a="http://schemas.openxmlformats.org/drawingml/2006/main">
              <a:ext uri="{FF2B5EF4-FFF2-40B4-BE49-F238E27FC236}">
                <a16:creationId xmlns:a16="http://schemas.microsoft.com/office/drawing/2014/main" id="{8B9D4C5D-62E7-44CF-961F-E5C808600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57675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恢复请求先执行</a:t>
            </a:r>
          </a:p>
        </p:txBody>
      </p:sp>
      <p:sp>
        <p:nvSpPr>
          <p:cNvPr id="21" name="object-149">
            <a:extLst xmlns:a="http://schemas.openxmlformats.org/drawingml/2006/main">
              <a:ext uri="{FF2B5EF4-FFF2-40B4-BE49-F238E27FC236}">
                <a16:creationId xmlns:a16="http://schemas.microsoft.com/office/drawing/2014/main" id="{1C9679A4-8B38-4D9C-A86C-3841C6AA2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815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当前会话已恢复播放</a:t>
            </a:r>
          </a:p>
        </p:txBody>
      </p:sp>
      <p:sp>
        <p:nvSpPr>
          <p:cNvPr id="22" name="line-150">
            <a:extLst xmlns:a="http://schemas.openxmlformats.org/drawingml/2006/main">
              <a:ext uri="{FF2B5EF4-FFF2-40B4-BE49-F238E27FC236}">
                <a16:creationId xmlns:a16="http://schemas.microsoft.com/office/drawing/2014/main" id="{202F61C1-D6DB-46A6-88C0-9795B8160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57725"/>
            <a:ext cx="9525" cy="285750"/>
          </a:xfrm>
          <a:custGeom xmlns:a="http://schemas.openxmlformats.org/drawingml/2006/main">
            <a:pathLst>
              <a:path w="9525" h="285750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DCE5EE"/>
            </a:solidFill>
            <a:prstDash val="solid"/>
          </a:ln>
        </p:spPr>
      </p:sp>
      <p:sp>
        <p:nvSpPr>
          <p:cNvPr id="23" name="line-151">
            <a:extLst xmlns:a="http://schemas.openxmlformats.org/drawingml/2006/main">
              <a:ext uri="{FF2B5EF4-FFF2-40B4-BE49-F238E27FC236}">
                <a16:creationId xmlns:a16="http://schemas.microsoft.com/office/drawing/2014/main" id="{C8655D96-69AD-4188-8FDB-B844C9F01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195" y="4857707"/>
            <a:ext cx="41430" cy="85768"/>
          </a:xfrm>
          <a:custGeom xmlns:a="http://schemas.openxmlformats.org/drawingml/2006/main">
            <a:pathLst>
              <a:path w="41430" h="85768">
                <a:moveTo>
                  <a:pt x="0" y="0"/>
                </a:moveTo>
                <a:lnTo>
                  <a:pt x="4143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DCE5EE"/>
            </a:solidFill>
            <a:prstDash val="solid"/>
          </a:ln>
        </p:spPr>
      </p:sp>
      <p:sp>
        <p:nvSpPr>
          <p:cNvPr id="24" name="line-152">
            <a:extLst xmlns:a="http://schemas.openxmlformats.org/drawingml/2006/main">
              <a:ext uri="{FF2B5EF4-FFF2-40B4-BE49-F238E27FC236}">
                <a16:creationId xmlns:a16="http://schemas.microsoft.com/office/drawing/2014/main" id="{95B3B0F2-EEFB-429D-8F1D-ACAEC59B8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857707"/>
            <a:ext cx="41430" cy="85768"/>
          </a:xfrm>
          <a:custGeom xmlns:a="http://schemas.openxmlformats.org/drawingml/2006/main">
            <a:pathLst>
              <a:path w="41430" h="85768">
                <a:moveTo>
                  <a:pt x="41430" y="0"/>
                </a:moveTo>
                <a:lnTo>
                  <a:pt x="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DCE5EE"/>
            </a:solidFill>
            <a:prstDash val="solid"/>
          </a:ln>
        </p:spPr>
      </p:sp>
      <p:sp>
        <p:nvSpPr>
          <p:cNvPr id="25" name="object-153">
            <a:extLst xmlns:a="http://schemas.openxmlformats.org/drawingml/2006/main">
              <a:ext uri="{FF2B5EF4-FFF2-40B4-BE49-F238E27FC236}">
                <a16:creationId xmlns:a16="http://schemas.microsoft.com/office/drawing/2014/main" id="{C6922B7D-8456-4231-A158-ABD9A71E5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00625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6" name="object-154">
            <a:extLst xmlns:a="http://schemas.openxmlformats.org/drawingml/2006/main">
              <a:ext uri="{FF2B5EF4-FFF2-40B4-BE49-F238E27FC236}">
                <a16:creationId xmlns:a16="http://schemas.microsoft.com/office/drawing/2014/main" id="{D7C01A80-4654-40BF-B878-9972611D4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00625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旧的完成请求随后执行</a:t>
            </a:r>
          </a:p>
        </p:txBody>
      </p:sp>
      <p:sp>
        <p:nvSpPr>
          <p:cNvPr id="27" name="object-155">
            <a:extLst xmlns:a="http://schemas.openxmlformats.org/drawingml/2006/main">
              <a:ext uri="{FF2B5EF4-FFF2-40B4-BE49-F238E27FC236}">
                <a16:creationId xmlns:a16="http://schemas.microsoft.com/office/drawing/2014/main" id="{633C8803-0CAB-4EA2-A34C-9E6B5D7A8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2447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此时还能断开输入吗？</a:t>
            </a:r>
          </a:p>
        </p:txBody>
      </p:sp>
      <p:sp>
        <p:nvSpPr>
          <p:cNvPr id="28" name="object-156">
            <a:extLst xmlns:a="http://schemas.openxmlformats.org/drawingml/2006/main">
              <a:ext uri="{FF2B5EF4-FFF2-40B4-BE49-F238E27FC236}">
                <a16:creationId xmlns:a16="http://schemas.microsoft.com/office/drawing/2014/main" id="{2CA38B9E-6B17-413C-8202-F767FBC3F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847975"/>
            <a:ext cx="3143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object-157">
            <a:extLst xmlns:a="http://schemas.openxmlformats.org/drawingml/2006/main">
              <a:ext uri="{FF2B5EF4-FFF2-40B4-BE49-F238E27FC236}">
                <a16:creationId xmlns:a16="http://schemas.microsoft.com/office/drawing/2014/main" id="{D10B9938-CB39-4AC1-8264-261BCA22C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905125"/>
            <a:ext cx="2914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当前已恢复播放？</a:t>
            </a:r>
          </a:p>
        </p:txBody>
      </p:sp>
      <p:sp>
        <p:nvSpPr>
          <p:cNvPr id="30" name="line-158">
            <a:extLst xmlns:a="http://schemas.openxmlformats.org/drawingml/2006/main">
              <a:ext uri="{FF2B5EF4-FFF2-40B4-BE49-F238E27FC236}">
                <a16:creationId xmlns:a16="http://schemas.microsoft.com/office/drawing/2014/main" id="{4EC9E1D1-42E9-4811-9E2B-7076D070A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400425"/>
            <a:ext cx="9525" cy="50006"/>
          </a:xfrm>
          <a:custGeom xmlns:a="http://schemas.openxmlformats.org/drawingml/2006/main">
            <a:pathLst>
              <a:path w="9525" h="50006">
                <a:moveTo>
                  <a:pt x="0" y="0"/>
                </a:moveTo>
                <a:lnTo>
                  <a:pt x="0" y="5000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31" name="line-159">
            <a:extLst xmlns:a="http://schemas.openxmlformats.org/drawingml/2006/main">
              <a:ext uri="{FF2B5EF4-FFF2-40B4-BE49-F238E27FC236}">
                <a16:creationId xmlns:a16="http://schemas.microsoft.com/office/drawing/2014/main" id="{0E3D2687-E498-4B05-82C9-3AAE6614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00438"/>
            <a:ext cx="9525" cy="50006"/>
          </a:xfrm>
          <a:custGeom xmlns:a="http://schemas.openxmlformats.org/drawingml/2006/main">
            <a:pathLst>
              <a:path w="9525" h="50006">
                <a:moveTo>
                  <a:pt x="0" y="0"/>
                </a:moveTo>
                <a:lnTo>
                  <a:pt x="0" y="5000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32" name="line-160">
            <a:extLst xmlns:a="http://schemas.openxmlformats.org/drawingml/2006/main">
              <a:ext uri="{FF2B5EF4-FFF2-40B4-BE49-F238E27FC236}">
                <a16:creationId xmlns:a16="http://schemas.microsoft.com/office/drawing/2014/main" id="{364C7B66-ED32-40B9-BB6D-BE38DDCE6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00450"/>
            <a:ext cx="9525" cy="50006"/>
          </a:xfrm>
          <a:custGeom xmlns:a="http://schemas.openxmlformats.org/drawingml/2006/main">
            <a:pathLst>
              <a:path w="9525" h="50006">
                <a:moveTo>
                  <a:pt x="0" y="0"/>
                </a:moveTo>
                <a:lnTo>
                  <a:pt x="0" y="5000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33" name="line-161">
            <a:extLst xmlns:a="http://schemas.openxmlformats.org/drawingml/2006/main">
              <a:ext uri="{FF2B5EF4-FFF2-40B4-BE49-F238E27FC236}">
                <a16:creationId xmlns:a16="http://schemas.microsoft.com/office/drawing/2014/main" id="{B918403F-06CF-4715-89AF-B61733BD2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700463"/>
            <a:ext cx="9525" cy="50006"/>
          </a:xfrm>
          <a:custGeom xmlns:a="http://schemas.openxmlformats.org/drawingml/2006/main">
            <a:pathLst>
              <a:path w="9525" h="50006">
                <a:moveTo>
                  <a:pt x="0" y="0"/>
                </a:moveTo>
                <a:lnTo>
                  <a:pt x="0" y="5000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34" name="line-162">
            <a:extLst xmlns:a="http://schemas.openxmlformats.org/drawingml/2006/main">
              <a:ext uri="{FF2B5EF4-FFF2-40B4-BE49-F238E27FC236}">
                <a16:creationId xmlns:a16="http://schemas.microsoft.com/office/drawing/2014/main" id="{EE65EACA-D10D-4805-9602-CD3EAA5A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800475"/>
            <a:ext cx="9525" cy="50006"/>
          </a:xfrm>
          <a:custGeom xmlns:a="http://schemas.openxmlformats.org/drawingml/2006/main">
            <a:pathLst>
              <a:path w="9525" h="50006">
                <a:moveTo>
                  <a:pt x="0" y="0"/>
                </a:moveTo>
                <a:lnTo>
                  <a:pt x="0" y="5000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35" name="line-163">
            <a:extLst xmlns:a="http://schemas.openxmlformats.org/drawingml/2006/main">
              <a:ext uri="{FF2B5EF4-FFF2-40B4-BE49-F238E27FC236}">
                <a16:creationId xmlns:a16="http://schemas.microsoft.com/office/drawing/2014/main" id="{E013FF61-F3E8-4A1F-8E8F-59EE5C99B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900488"/>
            <a:ext cx="9525" cy="50006"/>
          </a:xfrm>
          <a:custGeom xmlns:a="http://schemas.openxmlformats.org/drawingml/2006/main">
            <a:pathLst>
              <a:path w="9525" h="50006">
                <a:moveTo>
                  <a:pt x="0" y="0"/>
                </a:moveTo>
                <a:lnTo>
                  <a:pt x="0" y="5000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36" name="line-164">
            <a:extLst xmlns:a="http://schemas.openxmlformats.org/drawingml/2006/main">
              <a:ext uri="{FF2B5EF4-FFF2-40B4-BE49-F238E27FC236}">
                <a16:creationId xmlns:a16="http://schemas.microsoft.com/office/drawing/2014/main" id="{1D0ED841-87E6-483F-9250-0FB59F133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6320" y="3914732"/>
            <a:ext cx="41430" cy="85768"/>
          </a:xfrm>
          <a:custGeom xmlns:a="http://schemas.openxmlformats.org/drawingml/2006/main">
            <a:pathLst>
              <a:path w="41430" h="85768">
                <a:moveTo>
                  <a:pt x="0" y="0"/>
                </a:moveTo>
                <a:lnTo>
                  <a:pt x="4143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7" name="line-165">
            <a:extLst xmlns:a="http://schemas.openxmlformats.org/drawingml/2006/main">
              <a:ext uri="{FF2B5EF4-FFF2-40B4-BE49-F238E27FC236}">
                <a16:creationId xmlns:a16="http://schemas.microsoft.com/office/drawing/2014/main" id="{87EFD534-5D9C-4736-BC65-B4D337550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914732"/>
            <a:ext cx="41430" cy="85768"/>
          </a:xfrm>
          <a:custGeom xmlns:a="http://schemas.openxmlformats.org/drawingml/2006/main">
            <a:pathLst>
              <a:path w="41430" h="85768">
                <a:moveTo>
                  <a:pt x="41430" y="0"/>
                </a:moveTo>
                <a:lnTo>
                  <a:pt x="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8" name="object-166">
            <a:extLst xmlns:a="http://schemas.openxmlformats.org/drawingml/2006/main">
              <a:ext uri="{FF2B5EF4-FFF2-40B4-BE49-F238E27FC236}">
                <a16:creationId xmlns:a16="http://schemas.microsoft.com/office/drawing/2014/main" id="{D38E1343-910F-40B0-A172-1D7EC000E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53377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39" name="object-167">
            <a:extLst xmlns:a="http://schemas.openxmlformats.org/drawingml/2006/main">
              <a:ext uri="{FF2B5EF4-FFF2-40B4-BE49-F238E27FC236}">
                <a16:creationId xmlns:a16="http://schemas.microsoft.com/office/drawing/2014/main" id="{C6E85C19-96CD-4CAB-B747-D9CE23A51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048125"/>
            <a:ext cx="1666875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object-168">
            <a:extLst xmlns:a="http://schemas.openxmlformats.org/drawingml/2006/main">
              <a:ext uri="{FF2B5EF4-FFF2-40B4-BE49-F238E27FC236}">
                <a16:creationId xmlns:a16="http://schemas.microsoft.com/office/drawing/2014/main" id="{C6065F38-7D0D-4FE1-B0BF-A900C6DA8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105275"/>
            <a:ext cx="14382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保留当前连接</a:t>
            </a:r>
          </a:p>
        </p:txBody>
      </p:sp>
      <p:sp>
        <p:nvSpPr>
          <p:cNvPr id="41" name="line-169">
            <a:extLst xmlns:a="http://schemas.openxmlformats.org/drawingml/2006/main">
              <a:ext uri="{FF2B5EF4-FFF2-40B4-BE49-F238E27FC236}">
                <a16:creationId xmlns:a16="http://schemas.microsoft.com/office/drawing/2014/main" id="{80D72452-655F-4DE8-A84F-419638B3E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400425"/>
            <a:ext cx="9525" cy="50006"/>
          </a:xfrm>
          <a:custGeom xmlns:a="http://schemas.openxmlformats.org/drawingml/2006/main">
            <a:pathLst>
              <a:path w="9525" h="50006">
                <a:moveTo>
                  <a:pt x="0" y="0"/>
                </a:moveTo>
                <a:lnTo>
                  <a:pt x="0" y="5000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62768A"/>
            </a:solidFill>
            <a:prstDash val="solid"/>
          </a:ln>
        </p:spPr>
      </p:sp>
      <p:sp>
        <p:nvSpPr>
          <p:cNvPr id="42" name="line-170">
            <a:extLst xmlns:a="http://schemas.openxmlformats.org/drawingml/2006/main">
              <a:ext uri="{FF2B5EF4-FFF2-40B4-BE49-F238E27FC236}">
                <a16:creationId xmlns:a16="http://schemas.microsoft.com/office/drawing/2014/main" id="{CFC89AD5-03BF-4021-92F2-5731E9399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500438"/>
            <a:ext cx="9525" cy="50006"/>
          </a:xfrm>
          <a:custGeom xmlns:a="http://schemas.openxmlformats.org/drawingml/2006/main">
            <a:pathLst>
              <a:path w="9525" h="50006">
                <a:moveTo>
                  <a:pt x="0" y="0"/>
                </a:moveTo>
                <a:lnTo>
                  <a:pt x="0" y="5000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62768A"/>
            </a:solidFill>
            <a:prstDash val="solid"/>
          </a:ln>
        </p:spPr>
      </p:sp>
      <p:sp>
        <p:nvSpPr>
          <p:cNvPr id="43" name="line-171">
            <a:extLst xmlns:a="http://schemas.openxmlformats.org/drawingml/2006/main">
              <a:ext uri="{FF2B5EF4-FFF2-40B4-BE49-F238E27FC236}">
                <a16:creationId xmlns:a16="http://schemas.microsoft.com/office/drawing/2014/main" id="{236B728B-B996-4CD5-872F-8EC47A231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600450"/>
            <a:ext cx="9525" cy="50006"/>
          </a:xfrm>
          <a:custGeom xmlns:a="http://schemas.openxmlformats.org/drawingml/2006/main">
            <a:pathLst>
              <a:path w="9525" h="50006">
                <a:moveTo>
                  <a:pt x="0" y="0"/>
                </a:moveTo>
                <a:lnTo>
                  <a:pt x="0" y="5000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62768A"/>
            </a:solidFill>
            <a:prstDash val="solid"/>
          </a:ln>
        </p:spPr>
      </p:sp>
      <p:sp>
        <p:nvSpPr>
          <p:cNvPr id="44" name="line-172">
            <a:extLst xmlns:a="http://schemas.openxmlformats.org/drawingml/2006/main">
              <a:ext uri="{FF2B5EF4-FFF2-40B4-BE49-F238E27FC236}">
                <a16:creationId xmlns:a16="http://schemas.microsoft.com/office/drawing/2014/main" id="{5F6D18F2-D7AE-45F5-922D-29E0C9710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700463"/>
            <a:ext cx="9525" cy="50006"/>
          </a:xfrm>
          <a:custGeom xmlns:a="http://schemas.openxmlformats.org/drawingml/2006/main">
            <a:pathLst>
              <a:path w="9525" h="50006">
                <a:moveTo>
                  <a:pt x="0" y="0"/>
                </a:moveTo>
                <a:lnTo>
                  <a:pt x="0" y="5000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62768A"/>
            </a:solidFill>
            <a:prstDash val="solid"/>
          </a:ln>
        </p:spPr>
      </p:sp>
      <p:sp>
        <p:nvSpPr>
          <p:cNvPr id="45" name="line-173">
            <a:extLst xmlns:a="http://schemas.openxmlformats.org/drawingml/2006/main">
              <a:ext uri="{FF2B5EF4-FFF2-40B4-BE49-F238E27FC236}">
                <a16:creationId xmlns:a16="http://schemas.microsoft.com/office/drawing/2014/main" id="{95F64260-9690-4AB8-88EC-96B038714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00475"/>
            <a:ext cx="9525" cy="50006"/>
          </a:xfrm>
          <a:custGeom xmlns:a="http://schemas.openxmlformats.org/drawingml/2006/main">
            <a:pathLst>
              <a:path w="9525" h="50006">
                <a:moveTo>
                  <a:pt x="0" y="0"/>
                </a:moveTo>
                <a:lnTo>
                  <a:pt x="0" y="5000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62768A"/>
            </a:solidFill>
            <a:prstDash val="solid"/>
          </a:ln>
        </p:spPr>
      </p:sp>
      <p:sp>
        <p:nvSpPr>
          <p:cNvPr id="46" name="line-174">
            <a:extLst xmlns:a="http://schemas.openxmlformats.org/drawingml/2006/main">
              <a:ext uri="{FF2B5EF4-FFF2-40B4-BE49-F238E27FC236}">
                <a16:creationId xmlns:a16="http://schemas.microsoft.com/office/drawing/2014/main" id="{7D0222F7-6DE4-4BA5-8671-03FD32934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900488"/>
            <a:ext cx="9525" cy="50006"/>
          </a:xfrm>
          <a:custGeom xmlns:a="http://schemas.openxmlformats.org/drawingml/2006/main">
            <a:pathLst>
              <a:path w="9525" h="50006">
                <a:moveTo>
                  <a:pt x="0" y="0"/>
                </a:moveTo>
                <a:lnTo>
                  <a:pt x="0" y="5000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62768A"/>
            </a:solidFill>
            <a:prstDash val="solid"/>
          </a:ln>
        </p:spPr>
      </p:sp>
      <p:sp>
        <p:nvSpPr>
          <p:cNvPr id="47" name="line-175">
            <a:extLst xmlns:a="http://schemas.openxmlformats.org/drawingml/2006/main">
              <a:ext uri="{FF2B5EF4-FFF2-40B4-BE49-F238E27FC236}">
                <a16:creationId xmlns:a16="http://schemas.microsoft.com/office/drawing/2014/main" id="{4DE55D4F-1B91-4A47-91D7-83DCB21A5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1320" y="3914732"/>
            <a:ext cx="41430" cy="85768"/>
          </a:xfrm>
          <a:custGeom xmlns:a="http://schemas.openxmlformats.org/drawingml/2006/main">
            <a:pathLst>
              <a:path w="41430" h="85768">
                <a:moveTo>
                  <a:pt x="0" y="0"/>
                </a:moveTo>
                <a:lnTo>
                  <a:pt x="4143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62768A"/>
            </a:solidFill>
            <a:prstDash val="solid"/>
          </a:ln>
        </p:spPr>
      </p:sp>
      <p:sp>
        <p:nvSpPr>
          <p:cNvPr id="48" name="line-176">
            <a:extLst xmlns:a="http://schemas.openxmlformats.org/drawingml/2006/main">
              <a:ext uri="{FF2B5EF4-FFF2-40B4-BE49-F238E27FC236}">
                <a16:creationId xmlns:a16="http://schemas.microsoft.com/office/drawing/2014/main" id="{C5039587-7CCB-481E-9EBA-C14F145CF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914732"/>
            <a:ext cx="41430" cy="85768"/>
          </a:xfrm>
          <a:custGeom xmlns:a="http://schemas.openxmlformats.org/drawingml/2006/main">
            <a:pathLst>
              <a:path w="41430" h="85768">
                <a:moveTo>
                  <a:pt x="41430" y="0"/>
                </a:moveTo>
                <a:lnTo>
                  <a:pt x="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62768A"/>
            </a:solidFill>
            <a:prstDash val="solid"/>
          </a:ln>
        </p:spPr>
      </p:sp>
      <p:sp>
        <p:nvSpPr>
          <p:cNvPr id="49" name="object-177">
            <a:extLst xmlns:a="http://schemas.openxmlformats.org/drawingml/2006/main">
              <a:ext uri="{FF2B5EF4-FFF2-40B4-BE49-F238E27FC236}">
                <a16:creationId xmlns:a16="http://schemas.microsoft.com/office/drawing/2014/main" id="{6E691FD3-A826-45DA-84C4-246D5859C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3533775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否</a:t>
            </a:r>
          </a:p>
        </p:txBody>
      </p:sp>
      <p:sp>
        <p:nvSpPr>
          <p:cNvPr id="50" name="object-178">
            <a:extLst xmlns:a="http://schemas.openxmlformats.org/drawingml/2006/main">
              <a:ext uri="{FF2B5EF4-FFF2-40B4-BE49-F238E27FC236}">
                <a16:creationId xmlns:a16="http://schemas.microsoft.com/office/drawing/2014/main" id="{2D1FF7B5-2B33-4F83-ACF5-1D8D1FE12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48125"/>
            <a:ext cx="16573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51" name="object-179">
            <a:extLst xmlns:a="http://schemas.openxmlformats.org/drawingml/2006/main">
              <a:ext uri="{FF2B5EF4-FFF2-40B4-BE49-F238E27FC236}">
                <a16:creationId xmlns:a16="http://schemas.microsoft.com/office/drawing/2014/main" id="{57180292-9682-446A-BEA4-1603CB72E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409575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7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57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57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57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57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57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57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57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57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57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继续暂停收尾</a:t>
            </a:r>
          </a:p>
        </p:txBody>
      </p:sp>
      <p:sp>
        <p:nvSpPr>
          <p:cNvPr id="52" name="object-180">
            <a:extLst xmlns:a="http://schemas.openxmlformats.org/drawingml/2006/main">
              <a:ext uri="{FF2B5EF4-FFF2-40B4-BE49-F238E27FC236}">
                <a16:creationId xmlns:a16="http://schemas.microsoft.com/office/drawing/2014/main" id="{21DD6BFE-4F1D-47CA-88B7-BDCA84BF8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133975"/>
            <a:ext cx="2190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object-181">
            <a:extLst xmlns:a="http://schemas.openxmlformats.org/drawingml/2006/main">
              <a:ext uri="{FF2B5EF4-FFF2-40B4-BE49-F238E27FC236}">
                <a16:creationId xmlns:a16="http://schemas.microsoft.com/office/drawing/2014/main" id="{822221BE-2EA7-4DC5-88C1-9F120465A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133975"/>
            <a:ext cx="2190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object-182">
            <a:extLst xmlns:a="http://schemas.openxmlformats.org/drawingml/2006/main">
              <a:ext uri="{FF2B5EF4-FFF2-40B4-BE49-F238E27FC236}">
                <a16:creationId xmlns:a16="http://schemas.microsoft.com/office/drawing/2014/main" id="{E3238F54-B6F7-41CE-AE4E-6BCA842D7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133975"/>
            <a:ext cx="2190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object-183">
            <a:extLst xmlns:a="http://schemas.openxmlformats.org/drawingml/2006/main">
              <a:ext uri="{FF2B5EF4-FFF2-40B4-BE49-F238E27FC236}">
                <a16:creationId xmlns:a16="http://schemas.microsoft.com/office/drawing/2014/main" id="{A69D274C-61F6-4AA4-BEF9-76A9ACA34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133975"/>
            <a:ext cx="2190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line-184">
            <a:extLst xmlns:a="http://schemas.openxmlformats.org/drawingml/2006/main">
              <a:ext uri="{FF2B5EF4-FFF2-40B4-BE49-F238E27FC236}">
                <a16:creationId xmlns:a16="http://schemas.microsoft.com/office/drawing/2014/main" id="{07BA0661-62AB-4972-B3C1-DFB2C409C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5238750"/>
            <a:ext cx="2095500" cy="9525"/>
          </a:xfrm>
          <a:custGeom xmlns:a="http://schemas.openxmlformats.org/drawingml/2006/main">
            <a:pathLst>
              <a:path w="2095500" h="9525">
                <a:moveTo>
                  <a:pt x="0" y="0"/>
                </a:moveTo>
                <a:lnTo>
                  <a:pt x="2095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57" name="line-185">
            <a:extLst xmlns:a="http://schemas.openxmlformats.org/drawingml/2006/main">
              <a:ext uri="{FF2B5EF4-FFF2-40B4-BE49-F238E27FC236}">
                <a16:creationId xmlns:a16="http://schemas.microsoft.com/office/drawing/2014/main" id="{362921DA-5346-4514-B656-879D89F91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07" y="523875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58" name="line-186">
            <a:extLst xmlns:a="http://schemas.openxmlformats.org/drawingml/2006/main">
              <a:ext uri="{FF2B5EF4-FFF2-40B4-BE49-F238E27FC236}">
                <a16:creationId xmlns:a16="http://schemas.microsoft.com/office/drawing/2014/main" id="{E38448DF-C26E-4C99-8FA4-904A6566C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07" y="519732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59" name="object-187">
            <a:extLst xmlns:a="http://schemas.openxmlformats.org/drawingml/2006/main">
              <a:ext uri="{FF2B5EF4-FFF2-40B4-BE49-F238E27FC236}">
                <a16:creationId xmlns:a16="http://schemas.microsoft.com/office/drawing/2014/main" id="{AFD011F3-FE3D-4C8F-9E3D-1C8955A3F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78155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已经恢复的数据通路继续工作</a:t>
            </a:r>
          </a:p>
        </p:txBody>
      </p:sp>
      <p:sp>
        <p:nvSpPr>
          <p:cNvPr id="60" name="line-188">
            <a:extLst xmlns:a="http://schemas.openxmlformats.org/drawingml/2006/main">
              <a:ext uri="{FF2B5EF4-FFF2-40B4-BE49-F238E27FC236}">
                <a16:creationId xmlns:a16="http://schemas.microsoft.com/office/drawing/2014/main" id="{62138391-5106-48AA-8C1F-4A19E593D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53750" cy="9525"/>
          </a:xfrm>
          <a:custGeom xmlns:a="http://schemas.openxmlformats.org/drawingml/2006/main">
            <a:pathLst>
              <a:path w="10953750" h="9525">
                <a:moveTo>
                  <a:pt x="0" y="0"/>
                </a:moveTo>
                <a:lnTo>
                  <a:pt x="1095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61" name="object-189">
            <a:extLst xmlns:a="http://schemas.openxmlformats.org/drawingml/2006/main">
              <a:ext uri="{FF2B5EF4-FFF2-40B4-BE49-F238E27FC236}">
                <a16:creationId xmlns:a16="http://schemas.microsoft.com/office/drawing/2014/main" id="{737BAFC7-C712-4659-916F-967D8E208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76925"/>
            <a:ext cx="10858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完成通知属于过去的操作，后续动作必须符合当前状态。</a:t>
            </a:r>
          </a:p>
        </p:txBody>
      </p:sp>
      <p:sp>
        <p:nvSpPr>
          <p:cNvPr id="62" name="object-190">
            <a:extLst xmlns:a="http://schemas.openxmlformats.org/drawingml/2006/main">
              <a:ext uri="{FF2B5EF4-FFF2-40B4-BE49-F238E27FC236}">
                <a16:creationId xmlns:a16="http://schemas.microsoft.com/office/drawing/2014/main" id="{8CBC70B8-8E0C-4BE6-B487-1F0B7C50A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条件时序示意；快速点击不保证产生此交错，客户端也有状态检查与等待。</a:t>
            </a:r>
          </a:p>
        </p:txBody>
      </p:sp>
      <p:sp>
        <p:nvSpPr>
          <p:cNvPr id="63" name="object-191">
            <a:extLst xmlns:a="http://schemas.openxmlformats.org/drawingml/2006/main">
              <a:ext uri="{FF2B5EF4-FFF2-40B4-BE49-F238E27FC236}">
                <a16:creationId xmlns:a16="http://schemas.microsoft.com/office/drawing/2014/main" id="{76F1DF91-F0C2-4515-BC7B-94C05D0B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04436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object-192">
            <a:extLst xmlns:a="http://schemas.openxmlformats.org/drawingml/2006/main">
              <a:ext uri="{FF2B5EF4-FFF2-40B4-BE49-F238E27FC236}">
                <a16:creationId xmlns:a16="http://schemas.microsoft.com/office/drawing/2014/main" id="{F09AEDDD-733D-45F3-B16C-DEC9B6FCB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953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一首歌，三个操作</a:t>
            </a:r>
          </a:p>
        </p:txBody>
      </p:sp>
      <p:sp>
        <p:nvSpPr>
          <p:cNvPr id="2" name="object-193">
            <a:extLst xmlns:a="http://schemas.openxmlformats.org/drawingml/2006/main">
              <a:ext uri="{FF2B5EF4-FFF2-40B4-BE49-F238E27FC236}">
                <a16:creationId xmlns:a16="http://schemas.microsoft.com/office/drawing/2014/main" id="{339AF1CE-D5CA-418C-9A63-756734B3F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2867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恢复播放：第一段声音的增益要先安排好</a:t>
            </a:r>
          </a:p>
        </p:txBody>
      </p:sp>
      <p:sp>
        <p:nvSpPr>
          <p:cNvPr id="3" name="object-194">
            <a:extLst xmlns:a="http://schemas.openxmlformats.org/drawingml/2006/main">
              <a:ext uri="{FF2B5EF4-FFF2-40B4-BE49-F238E27FC236}">
                <a16:creationId xmlns:a16="http://schemas.microsoft.com/office/drawing/2014/main" id="{CF62E9E5-0348-49EC-8AA1-E8F041FA5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处理链接入之后，音效启动之前，先布置淡入。</a:t>
            </a:r>
          </a:p>
        </p:txBody>
      </p:sp>
      <p:sp>
        <p:nvSpPr>
          <p:cNvPr id="4" name="object-195">
            <a:extLst xmlns:a="http://schemas.openxmlformats.org/drawingml/2006/main">
              <a:ext uri="{FF2B5EF4-FFF2-40B4-BE49-F238E27FC236}">
                <a16:creationId xmlns:a16="http://schemas.microsoft.com/office/drawing/2014/main" id="{646D46F1-E03C-43CB-BE43-D50D9B171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3241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1  接入处理链</a:t>
            </a:r>
          </a:p>
        </p:txBody>
      </p:sp>
      <p:sp>
        <p:nvSpPr>
          <p:cNvPr id="5" name="object-196">
            <a:extLst xmlns:a="http://schemas.openxmlformats.org/drawingml/2006/main">
              <a:ext uri="{FF2B5EF4-FFF2-40B4-BE49-F238E27FC236}">
                <a16:creationId xmlns:a16="http://schemas.microsoft.com/office/drawing/2014/main" id="{A63DC65F-40E1-4818-813E-337790F2C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241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2  设置淡入</a:t>
            </a:r>
          </a:p>
        </p:txBody>
      </p:sp>
      <p:sp>
        <p:nvSpPr>
          <p:cNvPr id="6" name="object-197">
            <a:extLst xmlns:a="http://schemas.openxmlformats.org/drawingml/2006/main">
              <a:ext uri="{FF2B5EF4-FFF2-40B4-BE49-F238E27FC236}">
                <a16:creationId xmlns:a16="http://schemas.microsoft.com/office/drawing/2014/main" id="{93E9EAE7-B2E6-48B7-9627-9A71BF5A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241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3  启动会话音效</a:t>
            </a:r>
          </a:p>
        </p:txBody>
      </p:sp>
      <p:sp>
        <p:nvSpPr>
          <p:cNvPr id="7" name="line-198">
            <a:extLst xmlns:a="http://schemas.openxmlformats.org/drawingml/2006/main">
              <a:ext uri="{FF2B5EF4-FFF2-40B4-BE49-F238E27FC236}">
                <a16:creationId xmlns:a16="http://schemas.microsoft.com/office/drawing/2014/main" id="{64CCDE34-CEA1-4D73-A169-23A62CEAC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505075"/>
            <a:ext cx="79375" cy="9525"/>
          </a:xfrm>
          <a:custGeom xmlns:a="http://schemas.openxmlformats.org/drawingml/2006/main">
            <a:pathLst>
              <a:path w="79375" h="9525">
                <a:moveTo>
                  <a:pt x="0" y="0"/>
                </a:moveTo>
                <a:lnTo>
                  <a:pt x="79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8" name="line-199">
            <a:extLst xmlns:a="http://schemas.openxmlformats.org/drawingml/2006/main">
              <a:ext uri="{FF2B5EF4-FFF2-40B4-BE49-F238E27FC236}">
                <a16:creationId xmlns:a16="http://schemas.microsoft.com/office/drawing/2014/main" id="{B5D677E8-BF20-4A2D-9E5D-7791967B7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2125" y="2505075"/>
            <a:ext cx="79375" cy="9525"/>
          </a:xfrm>
          <a:custGeom xmlns:a="http://schemas.openxmlformats.org/drawingml/2006/main">
            <a:pathLst>
              <a:path w="79375" h="9525">
                <a:moveTo>
                  <a:pt x="0" y="0"/>
                </a:moveTo>
                <a:lnTo>
                  <a:pt x="79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9" name="line-200">
            <a:extLst xmlns:a="http://schemas.openxmlformats.org/drawingml/2006/main">
              <a:ext uri="{FF2B5EF4-FFF2-40B4-BE49-F238E27FC236}">
                <a16:creationId xmlns:a16="http://schemas.microsoft.com/office/drawing/2014/main" id="{E1567901-E5EA-43DF-AF6D-EF511A512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0875" y="2505075"/>
            <a:ext cx="79375" cy="9525"/>
          </a:xfrm>
          <a:custGeom xmlns:a="http://schemas.openxmlformats.org/drawingml/2006/main">
            <a:pathLst>
              <a:path w="79375" h="9525">
                <a:moveTo>
                  <a:pt x="0" y="0"/>
                </a:moveTo>
                <a:lnTo>
                  <a:pt x="79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0" name="line-201">
            <a:extLst xmlns:a="http://schemas.openxmlformats.org/drawingml/2006/main">
              <a:ext uri="{FF2B5EF4-FFF2-40B4-BE49-F238E27FC236}">
                <a16:creationId xmlns:a16="http://schemas.microsoft.com/office/drawing/2014/main" id="{A70E4690-E477-4694-A993-2A69A44D6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505075"/>
            <a:ext cx="79375" cy="9525"/>
          </a:xfrm>
          <a:custGeom xmlns:a="http://schemas.openxmlformats.org/drawingml/2006/main">
            <a:pathLst>
              <a:path w="79375" h="9525">
                <a:moveTo>
                  <a:pt x="0" y="0"/>
                </a:moveTo>
                <a:lnTo>
                  <a:pt x="79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1" name="line-202">
            <a:extLst xmlns:a="http://schemas.openxmlformats.org/drawingml/2006/main">
              <a:ext uri="{FF2B5EF4-FFF2-40B4-BE49-F238E27FC236}">
                <a16:creationId xmlns:a16="http://schemas.microsoft.com/office/drawing/2014/main" id="{F819982C-F5F3-42A0-BCA3-362BBC4D2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8375" y="2505075"/>
            <a:ext cx="79375" cy="9525"/>
          </a:xfrm>
          <a:custGeom xmlns:a="http://schemas.openxmlformats.org/drawingml/2006/main">
            <a:pathLst>
              <a:path w="79375" h="9525">
                <a:moveTo>
                  <a:pt x="0" y="0"/>
                </a:moveTo>
                <a:lnTo>
                  <a:pt x="79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2" name="line-203">
            <a:extLst xmlns:a="http://schemas.openxmlformats.org/drawingml/2006/main">
              <a:ext uri="{FF2B5EF4-FFF2-40B4-BE49-F238E27FC236}">
                <a16:creationId xmlns:a16="http://schemas.microsoft.com/office/drawing/2014/main" id="{A28FF2D6-2BA9-4637-839C-3D270E878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125" y="2505075"/>
            <a:ext cx="79375" cy="9525"/>
          </a:xfrm>
          <a:custGeom xmlns:a="http://schemas.openxmlformats.org/drawingml/2006/main">
            <a:pathLst>
              <a:path w="79375" h="9525">
                <a:moveTo>
                  <a:pt x="0" y="0"/>
                </a:moveTo>
                <a:lnTo>
                  <a:pt x="79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3" name="line-204">
            <a:extLst xmlns:a="http://schemas.openxmlformats.org/drawingml/2006/main">
              <a:ext uri="{FF2B5EF4-FFF2-40B4-BE49-F238E27FC236}">
                <a16:creationId xmlns:a16="http://schemas.microsoft.com/office/drawing/2014/main" id="{ABA6495B-1B0D-4D09-96CA-97B95B943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07" y="250507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14" name="line-205">
            <a:extLst xmlns:a="http://schemas.openxmlformats.org/drawingml/2006/main">
              <a:ext uri="{FF2B5EF4-FFF2-40B4-BE49-F238E27FC236}">
                <a16:creationId xmlns:a16="http://schemas.microsoft.com/office/drawing/2014/main" id="{DD2348D6-4259-4817-A720-3880283CD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07" y="246364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15" name="line-206">
            <a:extLst xmlns:a="http://schemas.openxmlformats.org/drawingml/2006/main">
              <a:ext uri="{FF2B5EF4-FFF2-40B4-BE49-F238E27FC236}">
                <a16:creationId xmlns:a16="http://schemas.microsoft.com/office/drawing/2014/main" id="{C83BC2E7-8168-4199-8BDC-5171FFC9D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505075"/>
            <a:ext cx="95250" cy="9525"/>
          </a:xfrm>
          <a:custGeom xmlns:a="http://schemas.openxmlformats.org/drawingml/2006/main">
            <a:pathLst>
              <a:path w="95250" h="9525">
                <a:moveTo>
                  <a:pt x="0" y="0"/>
                </a:moveTo>
                <a:lnTo>
                  <a:pt x="95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6" name="line-207">
            <a:extLst xmlns:a="http://schemas.openxmlformats.org/drawingml/2006/main">
              <a:ext uri="{FF2B5EF4-FFF2-40B4-BE49-F238E27FC236}">
                <a16:creationId xmlns:a16="http://schemas.microsoft.com/office/drawing/2014/main" id="{E8EA137D-9C0C-4DAC-B041-A9C41994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505075"/>
            <a:ext cx="95250" cy="9525"/>
          </a:xfrm>
          <a:custGeom xmlns:a="http://schemas.openxmlformats.org/drawingml/2006/main">
            <a:pathLst>
              <a:path w="95250" h="9525">
                <a:moveTo>
                  <a:pt x="0" y="0"/>
                </a:moveTo>
                <a:lnTo>
                  <a:pt x="95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7" name="line-208">
            <a:extLst xmlns:a="http://schemas.openxmlformats.org/drawingml/2006/main">
              <a:ext uri="{FF2B5EF4-FFF2-40B4-BE49-F238E27FC236}">
                <a16:creationId xmlns:a16="http://schemas.microsoft.com/office/drawing/2014/main" id="{3C75919B-D36D-4CD5-9034-78652715A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505075"/>
            <a:ext cx="95250" cy="9525"/>
          </a:xfrm>
          <a:custGeom xmlns:a="http://schemas.openxmlformats.org/drawingml/2006/main">
            <a:pathLst>
              <a:path w="95250" h="9525">
                <a:moveTo>
                  <a:pt x="0" y="0"/>
                </a:moveTo>
                <a:lnTo>
                  <a:pt x="95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8" name="line-209">
            <a:extLst xmlns:a="http://schemas.openxmlformats.org/drawingml/2006/main">
              <a:ext uri="{FF2B5EF4-FFF2-40B4-BE49-F238E27FC236}">
                <a16:creationId xmlns:a16="http://schemas.microsoft.com/office/drawing/2014/main" id="{B4796F70-0B72-4686-B223-1F5B02F57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505075"/>
            <a:ext cx="95250" cy="9525"/>
          </a:xfrm>
          <a:custGeom xmlns:a="http://schemas.openxmlformats.org/drawingml/2006/main">
            <a:pathLst>
              <a:path w="95250" h="9525">
                <a:moveTo>
                  <a:pt x="0" y="0"/>
                </a:moveTo>
                <a:lnTo>
                  <a:pt x="95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9" name="line-210">
            <a:extLst xmlns:a="http://schemas.openxmlformats.org/drawingml/2006/main">
              <a:ext uri="{FF2B5EF4-FFF2-40B4-BE49-F238E27FC236}">
                <a16:creationId xmlns:a16="http://schemas.microsoft.com/office/drawing/2014/main" id="{2A23AC04-DBB8-4E6D-801D-11B2C2878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505075"/>
            <a:ext cx="95250" cy="9525"/>
          </a:xfrm>
          <a:custGeom xmlns:a="http://schemas.openxmlformats.org/drawingml/2006/main">
            <a:pathLst>
              <a:path w="95250" h="9525">
                <a:moveTo>
                  <a:pt x="0" y="0"/>
                </a:moveTo>
                <a:lnTo>
                  <a:pt x="95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0" name="line-211">
            <a:extLst xmlns:a="http://schemas.openxmlformats.org/drawingml/2006/main">
              <a:ext uri="{FF2B5EF4-FFF2-40B4-BE49-F238E27FC236}">
                <a16:creationId xmlns:a16="http://schemas.microsoft.com/office/drawing/2014/main" id="{3177DAAB-0354-4A08-9477-B043323B7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505075"/>
            <a:ext cx="95250" cy="9525"/>
          </a:xfrm>
          <a:custGeom xmlns:a="http://schemas.openxmlformats.org/drawingml/2006/main">
            <a:pathLst>
              <a:path w="95250" h="9525">
                <a:moveTo>
                  <a:pt x="0" y="0"/>
                </a:moveTo>
                <a:lnTo>
                  <a:pt x="95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1" name="line-212">
            <a:extLst xmlns:a="http://schemas.openxmlformats.org/drawingml/2006/main">
              <a:ext uri="{FF2B5EF4-FFF2-40B4-BE49-F238E27FC236}">
                <a16:creationId xmlns:a16="http://schemas.microsoft.com/office/drawing/2014/main" id="{EAF7E128-FD5F-4DF0-A8D5-E883C9582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07" y="250507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2" name="line-213">
            <a:extLst xmlns:a="http://schemas.openxmlformats.org/drawingml/2006/main">
              <a:ext uri="{FF2B5EF4-FFF2-40B4-BE49-F238E27FC236}">
                <a16:creationId xmlns:a16="http://schemas.microsoft.com/office/drawing/2014/main" id="{429627E8-2174-4F26-8A14-8E3ACC91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07" y="246364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3" name="object-214">
            <a:extLst xmlns:a="http://schemas.openxmlformats.org/drawingml/2006/main">
              <a:ext uri="{FF2B5EF4-FFF2-40B4-BE49-F238E27FC236}">
                <a16:creationId xmlns:a16="http://schemas.microsoft.com/office/drawing/2014/main" id="{E23FA6A9-23D0-4ABE-9D34-28CDF3BC1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90850"/>
            <a:ext cx="228600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24" name="object-215">
            <a:extLst xmlns:a="http://schemas.openxmlformats.org/drawingml/2006/main">
              <a:ext uri="{FF2B5EF4-FFF2-40B4-BE49-F238E27FC236}">
                <a16:creationId xmlns:a16="http://schemas.microsoft.com/office/drawing/2014/main" id="{C8EFAD66-9933-4AC6-B924-5C69593F1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133725"/>
            <a:ext cx="190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已准备的音频数据</a:t>
            </a:r>
          </a:p>
        </p:txBody>
      </p:sp>
      <p:sp>
        <p:nvSpPr>
          <p:cNvPr id="25" name="object-216">
            <a:extLst xmlns:a="http://schemas.openxmlformats.org/drawingml/2006/main">
              <a:ext uri="{FF2B5EF4-FFF2-40B4-BE49-F238E27FC236}">
                <a16:creationId xmlns:a16="http://schemas.microsoft.com/office/drawing/2014/main" id="{DEB7DC21-8F8A-4E7E-A2D4-064DF7EDD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14750"/>
            <a:ext cx="2762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object-217">
            <a:extLst xmlns:a="http://schemas.openxmlformats.org/drawingml/2006/main">
              <a:ext uri="{FF2B5EF4-FFF2-40B4-BE49-F238E27FC236}">
                <a16:creationId xmlns:a16="http://schemas.microsoft.com/office/drawing/2014/main" id="{9A611723-674C-4E32-A3C3-8D243E458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714750"/>
            <a:ext cx="2762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object-218">
            <a:extLst xmlns:a="http://schemas.openxmlformats.org/drawingml/2006/main">
              <a:ext uri="{FF2B5EF4-FFF2-40B4-BE49-F238E27FC236}">
                <a16:creationId xmlns:a16="http://schemas.microsoft.com/office/drawing/2014/main" id="{7A208731-CDD6-4BDC-ABB5-A7000392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714750"/>
            <a:ext cx="2762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object-219">
            <a:extLst xmlns:a="http://schemas.openxmlformats.org/drawingml/2006/main">
              <a:ext uri="{FF2B5EF4-FFF2-40B4-BE49-F238E27FC236}">
                <a16:creationId xmlns:a16="http://schemas.microsoft.com/office/drawing/2014/main" id="{5BCA2142-855C-4DBE-8B5A-F9A47FC9C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714750"/>
            <a:ext cx="2762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object-220">
            <a:extLst xmlns:a="http://schemas.openxmlformats.org/drawingml/2006/main">
              <a:ext uri="{FF2B5EF4-FFF2-40B4-BE49-F238E27FC236}">
                <a16:creationId xmlns:a16="http://schemas.microsoft.com/office/drawing/2014/main" id="{FDF0B975-52D6-4AD5-9A52-30368C3BD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714750"/>
            <a:ext cx="2762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object-221">
            <a:extLst xmlns:a="http://schemas.openxmlformats.org/drawingml/2006/main">
              <a:ext uri="{FF2B5EF4-FFF2-40B4-BE49-F238E27FC236}">
                <a16:creationId xmlns:a16="http://schemas.microsoft.com/office/drawing/2014/main" id="{32D8562C-F9E8-4435-AA0B-59C922F31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62425"/>
            <a:ext cx="2762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object-222">
            <a:extLst xmlns:a="http://schemas.openxmlformats.org/drawingml/2006/main">
              <a:ext uri="{FF2B5EF4-FFF2-40B4-BE49-F238E27FC236}">
                <a16:creationId xmlns:a16="http://schemas.microsoft.com/office/drawing/2014/main" id="{38F297E2-2608-4A83-AC24-EF599F96A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162425"/>
            <a:ext cx="2762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object-223">
            <a:extLst xmlns:a="http://schemas.openxmlformats.org/drawingml/2006/main">
              <a:ext uri="{FF2B5EF4-FFF2-40B4-BE49-F238E27FC236}">
                <a16:creationId xmlns:a16="http://schemas.microsoft.com/office/drawing/2014/main" id="{64F994E3-6813-465E-B387-D54D72DF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162425"/>
            <a:ext cx="2762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object-224">
            <a:extLst xmlns:a="http://schemas.openxmlformats.org/drawingml/2006/main">
              <a:ext uri="{FF2B5EF4-FFF2-40B4-BE49-F238E27FC236}">
                <a16:creationId xmlns:a16="http://schemas.microsoft.com/office/drawing/2014/main" id="{4AC49F77-EF24-4255-A8CA-F13E7E596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4676775"/>
            <a:ext cx="1952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接通后即可参与处理</a:t>
            </a:r>
          </a:p>
        </p:txBody>
      </p:sp>
      <p:sp>
        <p:nvSpPr>
          <p:cNvPr id="34" name="line-225">
            <a:extLst xmlns:a="http://schemas.openxmlformats.org/drawingml/2006/main">
              <a:ext uri="{FF2B5EF4-FFF2-40B4-BE49-F238E27FC236}">
                <a16:creationId xmlns:a16="http://schemas.microsoft.com/office/drawing/2014/main" id="{AF56FD62-13AF-4F01-8053-28A9D8FEE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981450"/>
            <a:ext cx="685800" cy="9525"/>
          </a:xfrm>
          <a:custGeom xmlns:a="http://schemas.openxmlformats.org/drawingml/2006/main">
            <a:pathLst>
              <a:path w="685800" h="9525">
                <a:moveTo>
                  <a:pt x="0" y="0"/>
                </a:moveTo>
                <a:lnTo>
                  <a:pt x="685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5" name="line-226">
            <a:extLst xmlns:a="http://schemas.openxmlformats.org/drawingml/2006/main">
              <a:ext uri="{FF2B5EF4-FFF2-40B4-BE49-F238E27FC236}">
                <a16:creationId xmlns:a16="http://schemas.microsoft.com/office/drawing/2014/main" id="{537D3F77-C8E1-4930-8D31-5D0C6E7EE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32" y="398145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6" name="line-227">
            <a:extLst xmlns:a="http://schemas.openxmlformats.org/drawingml/2006/main">
              <a:ext uri="{FF2B5EF4-FFF2-40B4-BE49-F238E27FC236}">
                <a16:creationId xmlns:a16="http://schemas.microsoft.com/office/drawing/2014/main" id="{0431A25D-26B1-4A7C-9B61-54733260C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32" y="394002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7" name="object-228">
            <a:extLst xmlns:a="http://schemas.openxmlformats.org/drawingml/2006/main">
              <a:ext uri="{FF2B5EF4-FFF2-40B4-BE49-F238E27FC236}">
                <a16:creationId xmlns:a16="http://schemas.microsoft.com/office/drawing/2014/main" id="{98A209C1-AE9A-45D5-9BDD-0455BA694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990850"/>
            <a:ext cx="2524125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object-229">
            <a:extLst xmlns:a="http://schemas.openxmlformats.org/drawingml/2006/main">
              <a:ext uri="{FF2B5EF4-FFF2-40B4-BE49-F238E27FC236}">
                <a16:creationId xmlns:a16="http://schemas.microsoft.com/office/drawing/2014/main" id="{4924C5F6-6E0D-472A-A111-2A8527A26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133725"/>
            <a:ext cx="2143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0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先布置增益变化</a:t>
            </a:r>
          </a:p>
        </p:txBody>
      </p:sp>
      <p:sp>
        <p:nvSpPr>
          <p:cNvPr id="39" name="line-230">
            <a:extLst xmlns:a="http://schemas.openxmlformats.org/drawingml/2006/main">
              <a:ext uri="{FF2B5EF4-FFF2-40B4-BE49-F238E27FC236}">
                <a16:creationId xmlns:a16="http://schemas.microsoft.com/office/drawing/2014/main" id="{E627B571-CCBF-4EF9-A021-7F945DC0A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43425"/>
            <a:ext cx="2047875" cy="9525"/>
          </a:xfrm>
          <a:custGeom xmlns:a="http://schemas.openxmlformats.org/drawingml/2006/main">
            <a:pathLst>
              <a:path w="2047875" h="9525">
                <a:moveTo>
                  <a:pt x="0" y="0"/>
                </a:moveTo>
                <a:lnTo>
                  <a:pt x="2047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40" name="line-231">
            <a:extLst xmlns:a="http://schemas.openxmlformats.org/drawingml/2006/main">
              <a:ext uri="{FF2B5EF4-FFF2-40B4-BE49-F238E27FC236}">
                <a16:creationId xmlns:a16="http://schemas.microsoft.com/office/drawing/2014/main" id="{1CC0F3D6-41CB-49EE-9680-4401C7E70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686175"/>
            <a:ext cx="2047875" cy="857250"/>
          </a:xfrm>
          <a:custGeom xmlns:a="http://schemas.openxmlformats.org/drawingml/2006/main">
            <a:pathLst>
              <a:path w="2047875" h="857250">
                <a:moveTo>
                  <a:pt x="0" y="857250"/>
                </a:moveTo>
                <a:lnTo>
                  <a:pt x="2047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9A92"/>
            </a:solidFill>
            <a:prstDash val="solid"/>
          </a:ln>
        </p:spPr>
      </p:sp>
      <p:sp>
        <p:nvSpPr>
          <p:cNvPr id="41" name="object-232">
            <a:extLst xmlns:a="http://schemas.openxmlformats.org/drawingml/2006/main">
              <a:ext uri="{FF2B5EF4-FFF2-40B4-BE49-F238E27FC236}">
                <a16:creationId xmlns:a16="http://schemas.microsoft.com/office/drawing/2014/main" id="{54519324-0D6C-42AF-8542-A68D9BAD6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676775"/>
            <a:ext cx="2143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第一段声音按淡入处理</a:t>
            </a:r>
          </a:p>
        </p:txBody>
      </p:sp>
      <p:sp>
        <p:nvSpPr>
          <p:cNvPr id="42" name="object-233">
            <a:extLst xmlns:a="http://schemas.openxmlformats.org/drawingml/2006/main">
              <a:ext uri="{FF2B5EF4-FFF2-40B4-BE49-F238E27FC236}">
                <a16:creationId xmlns:a16="http://schemas.microsoft.com/office/drawing/2014/main" id="{2FDB63C9-6530-4E51-A24C-7786183CE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990850"/>
            <a:ext cx="3038475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43" name="object-234">
            <a:extLst xmlns:a="http://schemas.openxmlformats.org/drawingml/2006/main">
              <a:ext uri="{FF2B5EF4-FFF2-40B4-BE49-F238E27FC236}">
                <a16:creationId xmlns:a16="http://schemas.microsoft.com/office/drawing/2014/main" id="{BD73635A-5C91-412C-89A1-E8A06ABC4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3133725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音效启动需要处理时间</a:t>
            </a:r>
          </a:p>
        </p:txBody>
      </p:sp>
      <p:sp>
        <p:nvSpPr>
          <p:cNvPr id="44" name="line-235">
            <a:extLst xmlns:a="http://schemas.openxmlformats.org/drawingml/2006/main">
              <a:ext uri="{FF2B5EF4-FFF2-40B4-BE49-F238E27FC236}">
                <a16:creationId xmlns:a16="http://schemas.microsoft.com/office/drawing/2014/main" id="{35EAEB1D-03D7-4026-B4C5-FCB6B6820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3962400"/>
            <a:ext cx="2543175" cy="9525"/>
          </a:xfrm>
          <a:custGeom xmlns:a="http://schemas.openxmlformats.org/drawingml/2006/main">
            <a:pathLst>
              <a:path w="2543175" h="9525">
                <a:moveTo>
                  <a:pt x="0" y="0"/>
                </a:moveTo>
                <a:lnTo>
                  <a:pt x="2543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3379EB"/>
            </a:solidFill>
            <a:prstDash val="solid"/>
          </a:ln>
        </p:spPr>
      </p:sp>
      <p:sp>
        <p:nvSpPr>
          <p:cNvPr id="45" name="line-236">
            <a:extLst xmlns:a="http://schemas.openxmlformats.org/drawingml/2006/main">
              <a:ext uri="{FF2B5EF4-FFF2-40B4-BE49-F238E27FC236}">
                <a16:creationId xmlns:a16="http://schemas.microsoft.com/office/drawing/2014/main" id="{4AFDB896-BA80-48B8-89CA-7588AEB90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3857625"/>
            <a:ext cx="9525" cy="209550"/>
          </a:xfrm>
          <a:custGeom xmlns:a="http://schemas.openxmlformats.org/drawingml/2006/main">
            <a:pathLst>
              <a:path w="952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46" name="line-237">
            <a:extLst xmlns:a="http://schemas.openxmlformats.org/drawingml/2006/main">
              <a:ext uri="{FF2B5EF4-FFF2-40B4-BE49-F238E27FC236}">
                <a16:creationId xmlns:a16="http://schemas.microsoft.com/office/drawing/2014/main" id="{2B7FCF09-A49D-49D7-84BF-C35D78BD6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57625"/>
            <a:ext cx="9525" cy="209550"/>
          </a:xfrm>
          <a:custGeom xmlns:a="http://schemas.openxmlformats.org/drawingml/2006/main">
            <a:pathLst>
              <a:path w="952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47" name="object-238">
            <a:extLst xmlns:a="http://schemas.openxmlformats.org/drawingml/2006/main">
              <a:ext uri="{FF2B5EF4-FFF2-40B4-BE49-F238E27FC236}">
                <a16:creationId xmlns:a16="http://schemas.microsoft.com/office/drawing/2014/main" id="{9E034F95-9D58-41B7-AC4A-82ECBE6B9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424815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已有预缓冲数据时，</a:t>
            </a:r>
          </a:p>
          <a:p xmlns:a="http://schemas.openxmlformats.org/drawingml/2006/main">
            <a: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淡入不能等到这之后</a:t>
            </a:r>
          </a:p>
        </p:txBody>
      </p:sp>
      <p:sp>
        <p:nvSpPr>
          <p:cNvPr id="48" name="line-239">
            <a:extLst xmlns:a="http://schemas.openxmlformats.org/drawingml/2006/main">
              <a:ext uri="{FF2B5EF4-FFF2-40B4-BE49-F238E27FC236}">
                <a16:creationId xmlns:a16="http://schemas.microsoft.com/office/drawing/2014/main" id="{BB3603A5-79CD-4D36-851D-FD13AAC97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53750" cy="9525"/>
          </a:xfrm>
          <a:custGeom xmlns:a="http://schemas.openxmlformats.org/drawingml/2006/main">
            <a:pathLst>
              <a:path w="10953750" h="9525">
                <a:moveTo>
                  <a:pt x="0" y="0"/>
                </a:moveTo>
                <a:lnTo>
                  <a:pt x="1095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49" name="object-240">
            <a:extLst xmlns:a="http://schemas.openxmlformats.org/drawingml/2006/main">
              <a:ext uri="{FF2B5EF4-FFF2-40B4-BE49-F238E27FC236}">
                <a16:creationId xmlns:a16="http://schemas.microsoft.com/office/drawing/2014/main" id="{B7CE1D75-50B4-4ADB-A2C6-D01B880C1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76925"/>
            <a:ext cx="10858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连接后及时设置淡入，避免启动窗口内出现全增益输出。</a:t>
            </a:r>
          </a:p>
        </p:txBody>
      </p:sp>
      <p:sp>
        <p:nvSpPr>
          <p:cNvPr id="50" name="object-241">
            <a:extLst xmlns:a="http://schemas.openxmlformats.org/drawingml/2006/main">
              <a:ext uri="{FF2B5EF4-FFF2-40B4-BE49-F238E27FC236}">
                <a16:creationId xmlns:a16="http://schemas.microsoft.com/office/drawing/2014/main" id="{3650B752-64AB-4594-B053-A5015492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按启用会话音效的路径示意；图为控制顺序与数据条件，不表示数据串行流过这些步骤。</a:t>
            </a:r>
          </a:p>
        </p:txBody>
      </p:sp>
      <p:sp>
        <p:nvSpPr>
          <p:cNvPr id="51" name="object-242">
            <a:extLst xmlns:a="http://schemas.openxmlformats.org/drawingml/2006/main">
              <a:ext uri="{FF2B5EF4-FFF2-40B4-BE49-F238E27FC236}">
                <a16:creationId xmlns:a16="http://schemas.microsoft.com/office/drawing/2014/main" id="{AB586D4D-6D0A-4BEB-94E3-089BECD80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5778065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object-243">
            <a:extLst xmlns:a="http://schemas.openxmlformats.org/drawingml/2006/main">
              <a:ext uri="{FF2B5EF4-FFF2-40B4-BE49-F238E27FC236}">
                <a16:creationId xmlns:a16="http://schemas.microsoft.com/office/drawing/2014/main" id="{9FE58D69-8FBF-4669-9A24-E2F7873A6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953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一首歌，三个操作</a:t>
            </a:r>
          </a:p>
        </p:txBody>
      </p:sp>
      <p:sp>
        <p:nvSpPr>
          <p:cNvPr id="2" name="object-244">
            <a:extLst xmlns:a="http://schemas.openxmlformats.org/drawingml/2006/main">
              <a:ext uri="{FF2B5EF4-FFF2-40B4-BE49-F238E27FC236}">
                <a16:creationId xmlns:a16="http://schemas.microsoft.com/office/drawing/2014/main" id="{808DF665-42FC-4BF4-B397-DAAE2C03F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2867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切到耳机：播放会话进入另一条设备处理链</a:t>
            </a:r>
          </a:p>
        </p:txBody>
      </p:sp>
      <p:sp>
        <p:nvSpPr>
          <p:cNvPr id="3" name="object-245">
            <a:extLst xmlns:a="http://schemas.openxmlformats.org/drawingml/2006/main">
              <a:ext uri="{FF2B5EF4-FFF2-40B4-BE49-F238E27FC236}">
                <a16:creationId xmlns:a16="http://schemas.microsoft.com/office/drawing/2014/main" id="{90B5B1CC-26F0-4321-9F94-C9D90E96C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用户换了出声位置，运行中的连接与设备参数也要一起调整。</a:t>
            </a:r>
          </a:p>
        </p:txBody>
      </p:sp>
      <p:sp>
        <p:nvSpPr>
          <p:cNvPr id="4" name="object-246">
            <a:extLst xmlns:a="http://schemas.openxmlformats.org/drawingml/2006/main">
              <a:ext uri="{FF2B5EF4-FFF2-40B4-BE49-F238E27FC236}">
                <a16:creationId xmlns:a16="http://schemas.microsoft.com/office/drawing/2014/main" id="{AC0D6895-41A9-4BBC-A932-B3443DDA2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设备选择确定目标；引擎负责交接播放会话并适配目标处理链。</a:t>
            </a:r>
          </a:p>
        </p:txBody>
      </p:sp>
      <p:sp>
        <p:nvSpPr>
          <p:cNvPr id="5" name="object-247">
            <a:extLst xmlns:a="http://schemas.openxmlformats.org/drawingml/2006/main">
              <a:ext uri="{FF2B5EF4-FFF2-40B4-BE49-F238E27FC236}">
                <a16:creationId xmlns:a16="http://schemas.microsoft.com/office/drawing/2014/main" id="{B0947D10-4980-41CE-A943-4F180564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67025"/>
            <a:ext cx="3467100" cy="2581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6" name="object-248">
            <a:extLst xmlns:a="http://schemas.openxmlformats.org/drawingml/2006/main">
              <a:ext uri="{FF2B5EF4-FFF2-40B4-BE49-F238E27FC236}">
                <a16:creationId xmlns:a16="http://schemas.microsoft.com/office/drawing/2014/main" id="{5FEF7027-3DAB-481C-AA04-570CB3156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0375"/>
            <a:ext cx="3095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扬声器处理区域</a:t>
            </a:r>
          </a:p>
        </p:txBody>
      </p:sp>
      <p:sp>
        <p:nvSpPr>
          <p:cNvPr id="7" name="object-249">
            <a:extLst xmlns:a="http://schemas.openxmlformats.org/drawingml/2006/main">
              <a:ext uri="{FF2B5EF4-FFF2-40B4-BE49-F238E27FC236}">
                <a16:creationId xmlns:a16="http://schemas.microsoft.com/office/drawing/2014/main" id="{BC34B6B3-EA6A-4AC9-89C7-6C4A20755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67025"/>
            <a:ext cx="3467100" cy="2581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8" name="object-250">
            <a:extLst xmlns:a="http://schemas.openxmlformats.org/drawingml/2006/main">
              <a:ext uri="{FF2B5EF4-FFF2-40B4-BE49-F238E27FC236}">
                <a16:creationId xmlns:a16="http://schemas.microsoft.com/office/drawing/2014/main" id="{C02147D1-3E22-4640-972C-7C543C624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00375"/>
            <a:ext cx="3095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耳机处理区域</a:t>
            </a:r>
          </a:p>
        </p:txBody>
      </p:sp>
      <p:sp>
        <p:nvSpPr>
          <p:cNvPr id="9" name="object-251">
            <a:extLst xmlns:a="http://schemas.openxmlformats.org/drawingml/2006/main">
              <a:ext uri="{FF2B5EF4-FFF2-40B4-BE49-F238E27FC236}">
                <a16:creationId xmlns:a16="http://schemas.microsoft.com/office/drawing/2014/main" id="{DDC3E2BC-50C7-4774-91F5-DAEDF9B99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90925"/>
            <a:ext cx="292417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76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object-252">
            <a:extLst xmlns:a="http://schemas.openxmlformats.org/drawingml/2006/main">
              <a:ext uri="{FF2B5EF4-FFF2-40B4-BE49-F238E27FC236}">
                <a16:creationId xmlns:a16="http://schemas.microsoft.com/office/drawing/2014/main" id="{5F5C0D93-37B1-4945-9246-75F31B5D5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48075"/>
            <a:ext cx="26955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旧输入连接</a:t>
            </a:r>
          </a:p>
        </p:txBody>
      </p:sp>
      <p:sp>
        <p:nvSpPr>
          <p:cNvPr id="11" name="object-253">
            <a:extLst xmlns:a="http://schemas.openxmlformats.org/drawingml/2006/main">
              <a:ext uri="{FF2B5EF4-FFF2-40B4-BE49-F238E27FC236}">
                <a16:creationId xmlns:a16="http://schemas.microsoft.com/office/drawing/2014/main" id="{8B21F574-9D58-4867-B379-67F273C76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81500"/>
            <a:ext cx="13525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76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object-254">
            <a:extLst xmlns:a="http://schemas.openxmlformats.org/drawingml/2006/main">
              <a:ext uri="{FF2B5EF4-FFF2-40B4-BE49-F238E27FC236}">
                <a16:creationId xmlns:a16="http://schemas.microsoft.com/office/drawing/2014/main" id="{75159397-CAAD-4FB3-95C6-3810E1E8A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3865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格式适配</a:t>
            </a:r>
          </a:p>
        </p:txBody>
      </p:sp>
      <p:sp>
        <p:nvSpPr>
          <p:cNvPr id="13" name="object-255">
            <a:extLst xmlns:a="http://schemas.openxmlformats.org/drawingml/2006/main">
              <a:ext uri="{FF2B5EF4-FFF2-40B4-BE49-F238E27FC236}">
                <a16:creationId xmlns:a16="http://schemas.microsoft.com/office/drawing/2014/main" id="{C327375B-15B8-490C-B1E9-FBB033F35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381500"/>
            <a:ext cx="14001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76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object-256">
            <a:extLst xmlns:a="http://schemas.openxmlformats.org/drawingml/2006/main">
              <a:ext uri="{FF2B5EF4-FFF2-40B4-BE49-F238E27FC236}">
                <a16:creationId xmlns:a16="http://schemas.microsoft.com/office/drawing/2014/main" id="{944F4158-252F-4477-8037-9EDCF0EA1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438650"/>
            <a:ext cx="1171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增益／音效</a:t>
            </a:r>
          </a:p>
        </p:txBody>
      </p:sp>
      <p:sp>
        <p:nvSpPr>
          <p:cNvPr id="15" name="line-257">
            <a:extLst xmlns:a="http://schemas.openxmlformats.org/drawingml/2006/main">
              <a:ext uri="{FF2B5EF4-FFF2-40B4-BE49-F238E27FC236}">
                <a16:creationId xmlns:a16="http://schemas.microsoft.com/office/drawing/2014/main" id="{B620B450-C2A6-4177-A97D-FF04E2464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572000"/>
            <a:ext cx="171450" cy="9525"/>
          </a:xfrm>
          <a:custGeom xmlns:a="http://schemas.openxmlformats.org/drawingml/2006/main">
            <a:pathLst>
              <a:path w="171450" h="952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62768A"/>
            </a:solidFill>
            <a:prstDash val="solid"/>
          </a:ln>
        </p:spPr>
      </p:sp>
      <p:sp>
        <p:nvSpPr>
          <p:cNvPr id="16" name="line-258">
            <a:extLst xmlns:a="http://schemas.openxmlformats.org/drawingml/2006/main">
              <a:ext uri="{FF2B5EF4-FFF2-40B4-BE49-F238E27FC236}">
                <a16:creationId xmlns:a16="http://schemas.microsoft.com/office/drawing/2014/main" id="{A6DC2B54-AB32-45C7-A5B0-4E8BD705D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482" y="457200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62768A"/>
            </a:solidFill>
            <a:prstDash val="solid"/>
          </a:ln>
        </p:spPr>
      </p:sp>
      <p:sp>
        <p:nvSpPr>
          <p:cNvPr id="17" name="line-259">
            <a:extLst xmlns:a="http://schemas.openxmlformats.org/drawingml/2006/main">
              <a:ext uri="{FF2B5EF4-FFF2-40B4-BE49-F238E27FC236}">
                <a16:creationId xmlns:a16="http://schemas.microsoft.com/office/drawing/2014/main" id="{3DD09B7A-7AFC-4F5B-A5CE-A97B21B14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482" y="453057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62768A"/>
            </a:solidFill>
            <a:prstDash val="solid"/>
          </a:ln>
        </p:spPr>
      </p:sp>
      <p:sp>
        <p:nvSpPr>
          <p:cNvPr id="18" name="object-260">
            <a:extLst xmlns:a="http://schemas.openxmlformats.org/drawingml/2006/main">
              <a:ext uri="{FF2B5EF4-FFF2-40B4-BE49-F238E27FC236}">
                <a16:creationId xmlns:a16="http://schemas.microsoft.com/office/drawing/2014/main" id="{3B5A87A4-2297-4CE8-A590-0E25C82F9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53000"/>
            <a:ext cx="29241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扬声器输出</a:t>
            </a:r>
          </a:p>
        </p:txBody>
      </p:sp>
      <p:sp>
        <p:nvSpPr>
          <p:cNvPr id="19" name="line-261">
            <a:extLst xmlns:a="http://schemas.openxmlformats.org/drawingml/2006/main">
              <a:ext uri="{FF2B5EF4-FFF2-40B4-BE49-F238E27FC236}">
                <a16:creationId xmlns:a16="http://schemas.microsoft.com/office/drawing/2014/main" id="{8AB8E732-1150-4AC6-9262-40D4F38B1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4057650"/>
            <a:ext cx="9525" cy="323850"/>
          </a:xfrm>
          <a:custGeom xmlns:a="http://schemas.openxmlformats.org/drawingml/2006/main">
            <a:pathLst>
              <a:path w="9525" h="323850">
                <a:moveTo>
                  <a:pt x="0" y="0"/>
                </a:moveTo>
                <a:lnTo>
                  <a:pt x="0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62768A"/>
            </a:solidFill>
            <a:prstDash val="solid"/>
          </a:ln>
        </p:spPr>
      </p:sp>
      <p:sp>
        <p:nvSpPr>
          <p:cNvPr id="20" name="line-262">
            <a:extLst xmlns:a="http://schemas.openxmlformats.org/drawingml/2006/main">
              <a:ext uri="{FF2B5EF4-FFF2-40B4-BE49-F238E27FC236}">
                <a16:creationId xmlns:a16="http://schemas.microsoft.com/office/drawing/2014/main" id="{AC3469F8-2D63-466B-9633-E07616B7D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2095" y="4295732"/>
            <a:ext cx="41430" cy="85768"/>
          </a:xfrm>
          <a:custGeom xmlns:a="http://schemas.openxmlformats.org/drawingml/2006/main">
            <a:pathLst>
              <a:path w="41430" h="85768">
                <a:moveTo>
                  <a:pt x="0" y="0"/>
                </a:moveTo>
                <a:lnTo>
                  <a:pt x="4143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62768A"/>
            </a:solidFill>
            <a:prstDash val="solid"/>
          </a:ln>
        </p:spPr>
      </p:sp>
      <p:sp>
        <p:nvSpPr>
          <p:cNvPr id="21" name="line-263">
            <a:extLst xmlns:a="http://schemas.openxmlformats.org/drawingml/2006/main">
              <a:ext uri="{FF2B5EF4-FFF2-40B4-BE49-F238E27FC236}">
                <a16:creationId xmlns:a16="http://schemas.microsoft.com/office/drawing/2014/main" id="{C5F9AC15-FF7C-45EA-B71C-DAD4AC47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4295732"/>
            <a:ext cx="41430" cy="85768"/>
          </a:xfrm>
          <a:custGeom xmlns:a="http://schemas.openxmlformats.org/drawingml/2006/main">
            <a:pathLst>
              <a:path w="41430" h="85768">
                <a:moveTo>
                  <a:pt x="41430" y="0"/>
                </a:moveTo>
                <a:lnTo>
                  <a:pt x="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62768A"/>
            </a:solidFill>
            <a:prstDash val="solid"/>
          </a:ln>
        </p:spPr>
      </p:sp>
      <p:sp>
        <p:nvSpPr>
          <p:cNvPr id="22" name="line-264">
            <a:extLst xmlns:a="http://schemas.openxmlformats.org/drawingml/2006/main">
              <a:ext uri="{FF2B5EF4-FFF2-40B4-BE49-F238E27FC236}">
                <a16:creationId xmlns:a16="http://schemas.microsoft.com/office/drawing/2014/main" id="{BFB26233-A68C-4590-8731-C91F4E82D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762500"/>
            <a:ext cx="9525" cy="190500"/>
          </a:xfrm>
          <a:custGeom xmlns:a="http://schemas.openxmlformats.org/drawingml/2006/main">
            <a:pathLst>
              <a:path w="9525" h="190500">
                <a:moveTo>
                  <a:pt x="0" y="0"/>
                </a:moveTo>
                <a:lnTo>
                  <a:pt x="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62768A"/>
            </a:solidFill>
            <a:prstDash val="solid"/>
          </a:ln>
        </p:spPr>
      </p:sp>
      <p:sp>
        <p:nvSpPr>
          <p:cNvPr id="23" name="line-265">
            <a:extLst xmlns:a="http://schemas.openxmlformats.org/drawingml/2006/main">
              <a:ext uri="{FF2B5EF4-FFF2-40B4-BE49-F238E27FC236}">
                <a16:creationId xmlns:a16="http://schemas.microsoft.com/office/drawing/2014/main" id="{FD0EEDA2-4EB9-487B-A10F-795E354B8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5145" y="4867232"/>
            <a:ext cx="41430" cy="85768"/>
          </a:xfrm>
          <a:custGeom xmlns:a="http://schemas.openxmlformats.org/drawingml/2006/main">
            <a:pathLst>
              <a:path w="41430" h="85768">
                <a:moveTo>
                  <a:pt x="0" y="0"/>
                </a:moveTo>
                <a:lnTo>
                  <a:pt x="4143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62768A"/>
            </a:solidFill>
            <a:prstDash val="solid"/>
          </a:ln>
        </p:spPr>
      </p:sp>
      <p:sp>
        <p:nvSpPr>
          <p:cNvPr id="24" name="line-266">
            <a:extLst xmlns:a="http://schemas.openxmlformats.org/drawingml/2006/main">
              <a:ext uri="{FF2B5EF4-FFF2-40B4-BE49-F238E27FC236}">
                <a16:creationId xmlns:a16="http://schemas.microsoft.com/office/drawing/2014/main" id="{0199E980-8A12-4E0E-BC78-87330BF4F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867232"/>
            <a:ext cx="41430" cy="85768"/>
          </a:xfrm>
          <a:custGeom xmlns:a="http://schemas.openxmlformats.org/drawingml/2006/main">
            <a:pathLst>
              <a:path w="41430" h="85768">
                <a:moveTo>
                  <a:pt x="41430" y="0"/>
                </a:moveTo>
                <a:lnTo>
                  <a:pt x="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62768A"/>
            </a:solidFill>
            <a:prstDash val="solid"/>
          </a:ln>
        </p:spPr>
      </p:sp>
      <p:sp>
        <p:nvSpPr>
          <p:cNvPr id="25" name="line-267">
            <a:extLst xmlns:a="http://schemas.openxmlformats.org/drawingml/2006/main">
              <a:ext uri="{FF2B5EF4-FFF2-40B4-BE49-F238E27FC236}">
                <a16:creationId xmlns:a16="http://schemas.microsoft.com/office/drawing/2014/main" id="{53E3D2C4-E3DE-43FD-B58F-588E68C63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143375"/>
            <a:ext cx="190500" cy="152400"/>
          </a:xfrm>
          <a:custGeom xmlns:a="http://schemas.openxmlformats.org/drawingml/2006/main">
            <a:pathLst>
              <a:path w="190500" h="152400">
                <a:moveTo>
                  <a:pt x="0" y="0"/>
                </a:moveTo>
                <a:lnTo>
                  <a:pt x="19050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C97835"/>
            </a:solidFill>
            <a:prstDash val="solid"/>
          </a:ln>
        </p:spPr>
      </p:sp>
      <p:sp>
        <p:nvSpPr>
          <p:cNvPr id="26" name="line-268">
            <a:extLst xmlns:a="http://schemas.openxmlformats.org/drawingml/2006/main">
              <a:ext uri="{FF2B5EF4-FFF2-40B4-BE49-F238E27FC236}">
                <a16:creationId xmlns:a16="http://schemas.microsoft.com/office/drawing/2014/main" id="{E7E22F71-965F-4D4F-A99C-DADF473C1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143375"/>
            <a:ext cx="190500" cy="152400"/>
          </a:xfrm>
          <a:custGeom xmlns:a="http://schemas.openxmlformats.org/drawingml/2006/main">
            <a:pathLst>
              <a:path w="190500" h="152400">
                <a:moveTo>
                  <a:pt x="190500" y="0"/>
                </a:moveTo>
                <a:lnTo>
                  <a:pt x="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C97835"/>
            </a:solidFill>
            <a:prstDash val="solid"/>
          </a:ln>
        </p:spPr>
      </p:sp>
      <p:sp>
        <p:nvSpPr>
          <p:cNvPr id="27" name="object-269">
            <a:extLst xmlns:a="http://schemas.openxmlformats.org/drawingml/2006/main">
              <a:ext uri="{FF2B5EF4-FFF2-40B4-BE49-F238E27FC236}">
                <a16:creationId xmlns:a16="http://schemas.microsoft.com/office/drawing/2014/main" id="{9D53D4A1-4D39-467D-BB3A-FDD166DA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076700"/>
            <a:ext cx="1905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00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旧连接摘除</a:t>
            </a:r>
          </a:p>
        </p:txBody>
      </p:sp>
      <p:sp>
        <p:nvSpPr>
          <p:cNvPr id="28" name="object-270">
            <a:extLst xmlns:a="http://schemas.openxmlformats.org/drawingml/2006/main">
              <a:ext uri="{FF2B5EF4-FFF2-40B4-BE49-F238E27FC236}">
                <a16:creationId xmlns:a16="http://schemas.microsoft.com/office/drawing/2014/main" id="{952F8165-722A-43CB-B656-4C897D32D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457575"/>
            <a:ext cx="26479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object-271">
            <a:extLst xmlns:a="http://schemas.openxmlformats.org/drawingml/2006/main">
              <a:ext uri="{FF2B5EF4-FFF2-40B4-BE49-F238E27FC236}">
                <a16:creationId xmlns:a16="http://schemas.microsoft.com/office/drawing/2014/main" id="{33FD77F6-4671-41BA-934E-234C655F4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514725"/>
            <a:ext cx="24193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同一个播放会话</a:t>
            </a:r>
          </a:p>
        </p:txBody>
      </p:sp>
      <p:sp>
        <p:nvSpPr>
          <p:cNvPr id="30" name="object-272">
            <a:extLst xmlns:a="http://schemas.openxmlformats.org/drawingml/2006/main">
              <a:ext uri="{FF2B5EF4-FFF2-40B4-BE49-F238E27FC236}">
                <a16:creationId xmlns:a16="http://schemas.microsoft.com/office/drawing/2014/main" id="{78E5645F-F7DD-4AD6-8F51-DA64B9A76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171950"/>
            <a:ext cx="2609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会话标识延续</a:t>
            </a:r>
          </a:p>
          <a:p xmlns:a="http://schemas.openxmlformats.org/drawingml/2006/main">
            <a: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相关状态随迁移交接</a:t>
            </a:r>
          </a:p>
        </p:txBody>
      </p:sp>
      <p:sp>
        <p:nvSpPr>
          <p:cNvPr id="31" name="line-273">
            <a:extLst xmlns:a="http://schemas.openxmlformats.org/drawingml/2006/main">
              <a:ext uri="{FF2B5EF4-FFF2-40B4-BE49-F238E27FC236}">
                <a16:creationId xmlns:a16="http://schemas.microsoft.com/office/drawing/2014/main" id="{68A96EED-095C-48A7-89FF-CEE8AC4F1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3819525"/>
            <a:ext cx="80169" cy="9525"/>
          </a:xfrm>
          <a:custGeom xmlns:a="http://schemas.openxmlformats.org/drawingml/2006/main">
            <a:pathLst>
              <a:path w="80169" h="9525">
                <a:moveTo>
                  <a:pt x="0" y="0"/>
                </a:moveTo>
                <a:lnTo>
                  <a:pt x="8016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2" name="line-274">
            <a:extLst xmlns:a="http://schemas.openxmlformats.org/drawingml/2006/main">
              <a:ext uri="{FF2B5EF4-FFF2-40B4-BE49-F238E27FC236}">
                <a16:creationId xmlns:a16="http://schemas.microsoft.com/office/drawing/2014/main" id="{B17600FE-9691-4393-82DA-5E9FCB79C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1763" y="3819525"/>
            <a:ext cx="80169" cy="9525"/>
          </a:xfrm>
          <a:custGeom xmlns:a="http://schemas.openxmlformats.org/drawingml/2006/main">
            <a:pathLst>
              <a:path w="80169" h="9525">
                <a:moveTo>
                  <a:pt x="0" y="0"/>
                </a:moveTo>
                <a:lnTo>
                  <a:pt x="8016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3" name="line-275">
            <a:extLst xmlns:a="http://schemas.openxmlformats.org/drawingml/2006/main">
              <a:ext uri="{FF2B5EF4-FFF2-40B4-BE49-F238E27FC236}">
                <a16:creationId xmlns:a16="http://schemas.microsoft.com/office/drawing/2014/main" id="{63DD42E8-1AF8-47EA-BF34-353133794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2100" y="3819525"/>
            <a:ext cx="80169" cy="9525"/>
          </a:xfrm>
          <a:custGeom xmlns:a="http://schemas.openxmlformats.org/drawingml/2006/main">
            <a:pathLst>
              <a:path w="80169" h="9525">
                <a:moveTo>
                  <a:pt x="0" y="0"/>
                </a:moveTo>
                <a:lnTo>
                  <a:pt x="8016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4" name="line-276">
            <a:extLst xmlns:a="http://schemas.openxmlformats.org/drawingml/2006/main">
              <a:ext uri="{FF2B5EF4-FFF2-40B4-BE49-F238E27FC236}">
                <a16:creationId xmlns:a16="http://schemas.microsoft.com/office/drawing/2014/main" id="{DA61ECAA-86CB-4DA9-9803-6CA319C34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2438" y="3819525"/>
            <a:ext cx="80169" cy="9525"/>
          </a:xfrm>
          <a:custGeom xmlns:a="http://schemas.openxmlformats.org/drawingml/2006/main">
            <a:pathLst>
              <a:path w="80169" h="9525">
                <a:moveTo>
                  <a:pt x="0" y="0"/>
                </a:moveTo>
                <a:lnTo>
                  <a:pt x="8016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5" name="line-277">
            <a:extLst xmlns:a="http://schemas.openxmlformats.org/drawingml/2006/main">
              <a:ext uri="{FF2B5EF4-FFF2-40B4-BE49-F238E27FC236}">
                <a16:creationId xmlns:a16="http://schemas.microsoft.com/office/drawing/2014/main" id="{23022459-F080-470A-B9AE-7965271A0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2775" y="3819525"/>
            <a:ext cx="80169" cy="9525"/>
          </a:xfrm>
          <a:custGeom xmlns:a="http://schemas.openxmlformats.org/drawingml/2006/main">
            <a:pathLst>
              <a:path w="80169" h="9525">
                <a:moveTo>
                  <a:pt x="0" y="0"/>
                </a:moveTo>
                <a:lnTo>
                  <a:pt x="8016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6" name="line-278">
            <a:extLst xmlns:a="http://schemas.openxmlformats.org/drawingml/2006/main">
              <a:ext uri="{FF2B5EF4-FFF2-40B4-BE49-F238E27FC236}">
                <a16:creationId xmlns:a16="http://schemas.microsoft.com/office/drawing/2014/main" id="{C98BB6BA-4A67-4F1B-979A-2994BFA2C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3113" y="3819525"/>
            <a:ext cx="80169" cy="9525"/>
          </a:xfrm>
          <a:custGeom xmlns:a="http://schemas.openxmlformats.org/drawingml/2006/main">
            <a:pathLst>
              <a:path w="80169" h="9525">
                <a:moveTo>
                  <a:pt x="0" y="0"/>
                </a:moveTo>
                <a:lnTo>
                  <a:pt x="8016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7" name="line-279">
            <a:extLst xmlns:a="http://schemas.openxmlformats.org/drawingml/2006/main">
              <a:ext uri="{FF2B5EF4-FFF2-40B4-BE49-F238E27FC236}">
                <a16:creationId xmlns:a16="http://schemas.microsoft.com/office/drawing/2014/main" id="{C3AF4C6B-2F4A-4328-83CE-7064A7812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682" y="38195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38" name="line-280">
            <a:extLst xmlns:a="http://schemas.openxmlformats.org/drawingml/2006/main">
              <a:ext uri="{FF2B5EF4-FFF2-40B4-BE49-F238E27FC236}">
                <a16:creationId xmlns:a16="http://schemas.microsoft.com/office/drawing/2014/main" id="{8C4C2C37-A6D6-4195-980F-0D4CDB05B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682" y="37780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39" name="line-281">
            <a:extLst xmlns:a="http://schemas.openxmlformats.org/drawingml/2006/main">
              <a:ext uri="{FF2B5EF4-FFF2-40B4-BE49-F238E27FC236}">
                <a16:creationId xmlns:a16="http://schemas.microsoft.com/office/drawing/2014/main" id="{59EE0D8B-0AD3-4138-BD1E-B8DE8EC2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819525"/>
            <a:ext cx="80963" cy="9525"/>
          </a:xfrm>
          <a:custGeom xmlns:a="http://schemas.openxmlformats.org/drawingml/2006/main">
            <a:pathLst>
              <a:path w="80963" h="9525">
                <a:moveTo>
                  <a:pt x="0" y="0"/>
                </a:moveTo>
                <a:lnTo>
                  <a:pt x="809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0" name="line-282">
            <a:extLst xmlns:a="http://schemas.openxmlformats.org/drawingml/2006/main">
              <a:ext uri="{FF2B5EF4-FFF2-40B4-BE49-F238E27FC236}">
                <a16:creationId xmlns:a16="http://schemas.microsoft.com/office/drawing/2014/main" id="{A4705CFD-CFF3-45CD-B280-D907CCDC4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819525"/>
            <a:ext cx="80963" cy="9525"/>
          </a:xfrm>
          <a:custGeom xmlns:a="http://schemas.openxmlformats.org/drawingml/2006/main">
            <a:pathLst>
              <a:path w="80963" h="9525">
                <a:moveTo>
                  <a:pt x="0" y="0"/>
                </a:moveTo>
                <a:lnTo>
                  <a:pt x="809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1" name="line-283">
            <a:extLst xmlns:a="http://schemas.openxmlformats.org/drawingml/2006/main">
              <a:ext uri="{FF2B5EF4-FFF2-40B4-BE49-F238E27FC236}">
                <a16:creationId xmlns:a16="http://schemas.microsoft.com/office/drawing/2014/main" id="{78568C1D-9596-4568-972D-8FA1E2F88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819525"/>
            <a:ext cx="80963" cy="9525"/>
          </a:xfrm>
          <a:custGeom xmlns:a="http://schemas.openxmlformats.org/drawingml/2006/main">
            <a:pathLst>
              <a:path w="80963" h="9525">
                <a:moveTo>
                  <a:pt x="0" y="0"/>
                </a:moveTo>
                <a:lnTo>
                  <a:pt x="809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2" name="line-284">
            <a:extLst xmlns:a="http://schemas.openxmlformats.org/drawingml/2006/main">
              <a:ext uri="{FF2B5EF4-FFF2-40B4-BE49-F238E27FC236}">
                <a16:creationId xmlns:a16="http://schemas.microsoft.com/office/drawing/2014/main" id="{F21E6829-AEE7-4C8D-BFCB-CBE66E68D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3819525"/>
            <a:ext cx="80963" cy="9525"/>
          </a:xfrm>
          <a:custGeom xmlns:a="http://schemas.openxmlformats.org/drawingml/2006/main">
            <a:pathLst>
              <a:path w="80963" h="9525">
                <a:moveTo>
                  <a:pt x="0" y="0"/>
                </a:moveTo>
                <a:lnTo>
                  <a:pt x="809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3" name="line-285">
            <a:extLst xmlns:a="http://schemas.openxmlformats.org/drawingml/2006/main">
              <a:ext uri="{FF2B5EF4-FFF2-40B4-BE49-F238E27FC236}">
                <a16:creationId xmlns:a16="http://schemas.microsoft.com/office/drawing/2014/main" id="{F6695C83-38D6-45AE-A32C-088606107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19525"/>
            <a:ext cx="80963" cy="9525"/>
          </a:xfrm>
          <a:custGeom xmlns:a="http://schemas.openxmlformats.org/drawingml/2006/main">
            <a:pathLst>
              <a:path w="80963" h="9525">
                <a:moveTo>
                  <a:pt x="0" y="0"/>
                </a:moveTo>
                <a:lnTo>
                  <a:pt x="809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4" name="line-286">
            <a:extLst xmlns:a="http://schemas.openxmlformats.org/drawingml/2006/main">
              <a:ext uri="{FF2B5EF4-FFF2-40B4-BE49-F238E27FC236}">
                <a16:creationId xmlns:a16="http://schemas.microsoft.com/office/drawing/2014/main" id="{0088A0AD-6572-4B3A-A3DC-CE3559607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819525"/>
            <a:ext cx="80963" cy="9525"/>
          </a:xfrm>
          <a:custGeom xmlns:a="http://schemas.openxmlformats.org/drawingml/2006/main">
            <a:pathLst>
              <a:path w="80963" h="9525">
                <a:moveTo>
                  <a:pt x="0" y="0"/>
                </a:moveTo>
                <a:lnTo>
                  <a:pt x="809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5" name="line-287">
            <a:extLst xmlns:a="http://schemas.openxmlformats.org/drawingml/2006/main">
              <a:ext uri="{FF2B5EF4-FFF2-40B4-BE49-F238E27FC236}">
                <a16:creationId xmlns:a16="http://schemas.microsoft.com/office/drawing/2014/main" id="{F05F970D-DCA2-4E47-BE2F-FEC9371F2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182" y="38195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46" name="line-288">
            <a:extLst xmlns:a="http://schemas.openxmlformats.org/drawingml/2006/main">
              <a:ext uri="{FF2B5EF4-FFF2-40B4-BE49-F238E27FC236}">
                <a16:creationId xmlns:a16="http://schemas.microsoft.com/office/drawing/2014/main" id="{299153C1-FFD2-4E8A-B53C-23D232795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182" y="37780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47" name="object-289">
            <a:extLst xmlns:a="http://schemas.openxmlformats.org/drawingml/2006/main">
              <a:ext uri="{FF2B5EF4-FFF2-40B4-BE49-F238E27FC236}">
                <a16:creationId xmlns:a16="http://schemas.microsoft.com/office/drawing/2014/main" id="{7CD32DCC-F534-413A-82CC-869692D09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590925"/>
            <a:ext cx="292417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object-290">
            <a:extLst xmlns:a="http://schemas.openxmlformats.org/drawingml/2006/main">
              <a:ext uri="{FF2B5EF4-FFF2-40B4-BE49-F238E27FC236}">
                <a16:creationId xmlns:a16="http://schemas.microsoft.com/office/drawing/2014/main" id="{E4DC00B4-0037-4D64-B29A-7015E6D62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48075"/>
            <a:ext cx="26955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目标侧接收并安排接入</a:t>
            </a:r>
          </a:p>
        </p:txBody>
      </p:sp>
      <p:sp>
        <p:nvSpPr>
          <p:cNvPr id="49" name="object-291">
            <a:extLst xmlns:a="http://schemas.openxmlformats.org/drawingml/2006/main">
              <a:ext uri="{FF2B5EF4-FFF2-40B4-BE49-F238E27FC236}">
                <a16:creationId xmlns:a16="http://schemas.microsoft.com/office/drawing/2014/main" id="{94DBECF4-6B51-4DD8-AE54-3834CF8D9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381500"/>
            <a:ext cx="13525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object-292">
            <a:extLst xmlns:a="http://schemas.openxmlformats.org/drawingml/2006/main">
              <a:ext uri="{FF2B5EF4-FFF2-40B4-BE49-F238E27FC236}">
                <a16:creationId xmlns:a16="http://schemas.microsoft.com/office/drawing/2014/main" id="{29B3F0B5-09F3-4DBE-AFA2-9A327840E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43865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格式适配</a:t>
            </a:r>
          </a:p>
        </p:txBody>
      </p:sp>
      <p:sp>
        <p:nvSpPr>
          <p:cNvPr id="51" name="object-293">
            <a:extLst xmlns:a="http://schemas.openxmlformats.org/drawingml/2006/main">
              <a:ext uri="{FF2B5EF4-FFF2-40B4-BE49-F238E27FC236}">
                <a16:creationId xmlns:a16="http://schemas.microsoft.com/office/drawing/2014/main" id="{07BD45F2-1754-4FB0-BA80-07CA948E8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381500"/>
            <a:ext cx="14001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object-294">
            <a:extLst xmlns:a="http://schemas.openxmlformats.org/drawingml/2006/main">
              <a:ext uri="{FF2B5EF4-FFF2-40B4-BE49-F238E27FC236}">
                <a16:creationId xmlns:a16="http://schemas.microsoft.com/office/drawing/2014/main" id="{7D4C0C80-0ABD-463F-817A-3CBE2FEAF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438650"/>
            <a:ext cx="1171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增益／音效</a:t>
            </a:r>
          </a:p>
        </p:txBody>
      </p:sp>
      <p:sp>
        <p:nvSpPr>
          <p:cNvPr id="53" name="line-295">
            <a:extLst xmlns:a="http://schemas.openxmlformats.org/drawingml/2006/main">
              <a:ext uri="{FF2B5EF4-FFF2-40B4-BE49-F238E27FC236}">
                <a16:creationId xmlns:a16="http://schemas.microsoft.com/office/drawing/2014/main" id="{07594F9F-CC18-4D42-BD52-E0AE4B1E5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572000"/>
            <a:ext cx="171450" cy="9525"/>
          </a:xfrm>
          <a:custGeom xmlns:a="http://schemas.openxmlformats.org/drawingml/2006/main">
            <a:pathLst>
              <a:path w="171450" h="952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54" name="line-296">
            <a:extLst xmlns:a="http://schemas.openxmlformats.org/drawingml/2006/main">
              <a:ext uri="{FF2B5EF4-FFF2-40B4-BE49-F238E27FC236}">
                <a16:creationId xmlns:a16="http://schemas.microsoft.com/office/drawing/2014/main" id="{4AA94C7B-95C5-439A-BF97-69C8AE5CA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182" y="457200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55" name="line-297">
            <a:extLst xmlns:a="http://schemas.openxmlformats.org/drawingml/2006/main">
              <a:ext uri="{FF2B5EF4-FFF2-40B4-BE49-F238E27FC236}">
                <a16:creationId xmlns:a16="http://schemas.microsoft.com/office/drawing/2014/main" id="{16F88996-C235-4A35-A658-1B69EB65D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182" y="453057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56" name="line-298">
            <a:extLst xmlns:a="http://schemas.openxmlformats.org/drawingml/2006/main">
              <a:ext uri="{FF2B5EF4-FFF2-40B4-BE49-F238E27FC236}">
                <a16:creationId xmlns:a16="http://schemas.microsoft.com/office/drawing/2014/main" id="{6284E739-9785-4764-A5BF-3B79623CA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4057650"/>
            <a:ext cx="9525" cy="323850"/>
          </a:xfrm>
          <a:custGeom xmlns:a="http://schemas.openxmlformats.org/drawingml/2006/main">
            <a:pathLst>
              <a:path w="9525" h="323850">
                <a:moveTo>
                  <a:pt x="0" y="0"/>
                </a:moveTo>
                <a:lnTo>
                  <a:pt x="0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57" name="line-299">
            <a:extLst xmlns:a="http://schemas.openxmlformats.org/drawingml/2006/main">
              <a:ext uri="{FF2B5EF4-FFF2-40B4-BE49-F238E27FC236}">
                <a16:creationId xmlns:a16="http://schemas.microsoft.com/office/drawing/2014/main" id="{F58E5C7B-804D-47D8-ABA2-2FE5579DD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7795" y="4295732"/>
            <a:ext cx="41430" cy="85768"/>
          </a:xfrm>
          <a:custGeom xmlns:a="http://schemas.openxmlformats.org/drawingml/2006/main">
            <a:pathLst>
              <a:path w="41430" h="85768">
                <a:moveTo>
                  <a:pt x="0" y="0"/>
                </a:moveTo>
                <a:lnTo>
                  <a:pt x="4143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58" name="line-300">
            <a:extLst xmlns:a="http://schemas.openxmlformats.org/drawingml/2006/main">
              <a:ext uri="{FF2B5EF4-FFF2-40B4-BE49-F238E27FC236}">
                <a16:creationId xmlns:a16="http://schemas.microsoft.com/office/drawing/2014/main" id="{3F9C5EE3-2983-4D2B-A5EC-1CBE9BC1C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4295732"/>
            <a:ext cx="41430" cy="85768"/>
          </a:xfrm>
          <a:custGeom xmlns:a="http://schemas.openxmlformats.org/drawingml/2006/main">
            <a:pathLst>
              <a:path w="41430" h="85768">
                <a:moveTo>
                  <a:pt x="41430" y="0"/>
                </a:moveTo>
                <a:lnTo>
                  <a:pt x="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59" name="line-301">
            <a:extLst xmlns:a="http://schemas.openxmlformats.org/drawingml/2006/main">
              <a:ext uri="{FF2B5EF4-FFF2-40B4-BE49-F238E27FC236}">
                <a16:creationId xmlns:a16="http://schemas.microsoft.com/office/drawing/2014/main" id="{25D1810A-5586-4BEA-A3FE-6E0DAC045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762500"/>
            <a:ext cx="9525" cy="190500"/>
          </a:xfrm>
          <a:custGeom xmlns:a="http://schemas.openxmlformats.org/drawingml/2006/main">
            <a:pathLst>
              <a:path w="9525" h="190500">
                <a:moveTo>
                  <a:pt x="0" y="0"/>
                </a:moveTo>
                <a:lnTo>
                  <a:pt x="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60" name="line-302">
            <a:extLst xmlns:a="http://schemas.openxmlformats.org/drawingml/2006/main">
              <a:ext uri="{FF2B5EF4-FFF2-40B4-BE49-F238E27FC236}">
                <a16:creationId xmlns:a16="http://schemas.microsoft.com/office/drawing/2014/main" id="{34ED5AE6-37FA-492B-B695-56ABCB08A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0845" y="4867232"/>
            <a:ext cx="41430" cy="85768"/>
          </a:xfrm>
          <a:custGeom xmlns:a="http://schemas.openxmlformats.org/drawingml/2006/main">
            <a:pathLst>
              <a:path w="41430" h="85768">
                <a:moveTo>
                  <a:pt x="0" y="0"/>
                </a:moveTo>
                <a:lnTo>
                  <a:pt x="4143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61" name="line-303">
            <a:extLst xmlns:a="http://schemas.openxmlformats.org/drawingml/2006/main">
              <a:ext uri="{FF2B5EF4-FFF2-40B4-BE49-F238E27FC236}">
                <a16:creationId xmlns:a16="http://schemas.microsoft.com/office/drawing/2014/main" id="{886A42BB-BFAC-4366-9E98-7680A2762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867232"/>
            <a:ext cx="41430" cy="85768"/>
          </a:xfrm>
          <a:custGeom xmlns:a="http://schemas.openxmlformats.org/drawingml/2006/main">
            <a:pathLst>
              <a:path w="41430" h="85768">
                <a:moveTo>
                  <a:pt x="41430" y="0"/>
                </a:moveTo>
                <a:lnTo>
                  <a:pt x="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62" name="object-304">
            <a:extLst xmlns:a="http://schemas.openxmlformats.org/drawingml/2006/main">
              <a:ext uri="{FF2B5EF4-FFF2-40B4-BE49-F238E27FC236}">
                <a16:creationId xmlns:a16="http://schemas.microsoft.com/office/drawing/2014/main" id="{3E514A9A-2323-4F96-9782-4C155CA96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4076700"/>
            <a:ext cx="21431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00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运行中则建立连接</a:t>
            </a:r>
          </a:p>
        </p:txBody>
      </p:sp>
      <p:sp>
        <p:nvSpPr>
          <p:cNvPr id="63" name="object-305">
            <a:extLst xmlns:a="http://schemas.openxmlformats.org/drawingml/2006/main">
              <a:ext uri="{FF2B5EF4-FFF2-40B4-BE49-F238E27FC236}">
                <a16:creationId xmlns:a16="http://schemas.microsoft.com/office/drawing/2014/main" id="{65B61A11-1F35-43F3-9410-ADAABE910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953000"/>
            <a:ext cx="29241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耳机输出</a:t>
            </a:r>
          </a:p>
        </p:txBody>
      </p:sp>
      <p:sp>
        <p:nvSpPr>
          <p:cNvPr id="64" name="object-306">
            <a:extLst xmlns:a="http://schemas.openxmlformats.org/drawingml/2006/main">
              <a:ext uri="{FF2B5EF4-FFF2-40B4-BE49-F238E27FC236}">
                <a16:creationId xmlns:a16="http://schemas.microsoft.com/office/drawing/2014/main" id="{4A1811C2-904B-4103-B7BA-7E3AE06B6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67000"/>
            <a:ext cx="3429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① 从旧设备侧摘除</a:t>
            </a:r>
          </a:p>
        </p:txBody>
      </p:sp>
      <p:sp>
        <p:nvSpPr>
          <p:cNvPr id="65" name="object-307">
            <a:extLst xmlns:a="http://schemas.openxmlformats.org/drawingml/2006/main">
              <a:ext uri="{FF2B5EF4-FFF2-40B4-BE49-F238E27FC236}">
                <a16:creationId xmlns:a16="http://schemas.microsoft.com/office/drawing/2014/main" id="{52A31651-CC10-41E4-9265-3DB44099D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667000"/>
            <a:ext cx="2667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7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② 交接输入会话</a:t>
            </a:r>
          </a:p>
        </p:txBody>
      </p:sp>
      <p:sp>
        <p:nvSpPr>
          <p:cNvPr id="66" name="object-308">
            <a:extLst xmlns:a="http://schemas.openxmlformats.org/drawingml/2006/main">
              <a:ext uri="{FF2B5EF4-FFF2-40B4-BE49-F238E27FC236}">
                <a16:creationId xmlns:a16="http://schemas.microsoft.com/office/drawing/2014/main" id="{79E598AB-4D9B-4355-B05B-2AB1FAAF4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67000"/>
            <a:ext cx="3429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③ 适配并接入目标侧</a:t>
            </a:r>
          </a:p>
        </p:txBody>
      </p:sp>
      <p:sp>
        <p:nvSpPr>
          <p:cNvPr id="67" name="object-309">
            <a:extLst xmlns:a="http://schemas.openxmlformats.org/drawingml/2006/main">
              <a:ext uri="{FF2B5EF4-FFF2-40B4-BE49-F238E27FC236}">
                <a16:creationId xmlns:a16="http://schemas.microsoft.com/office/drawing/2014/main" id="{A95639C8-9677-4168-A477-D385A99A9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962525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6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6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6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6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6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6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6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6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6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设备信息、帧粒度更新</a:t>
            </a:r>
          </a:p>
          <a:p xmlns:a="http://schemas.openxmlformats.org/drawingml/2006/main">
            <a:pPr algn="ctr">
              <a:defRPr sz="16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管理层更新会话归属</a:t>
            </a:r>
          </a:p>
        </p:txBody>
      </p:sp>
      <p:sp>
        <p:nvSpPr>
          <p:cNvPr id="68" name="line-310">
            <a:extLst xmlns:a="http://schemas.openxmlformats.org/drawingml/2006/main">
              <a:ext uri="{FF2B5EF4-FFF2-40B4-BE49-F238E27FC236}">
                <a16:creationId xmlns:a16="http://schemas.microsoft.com/office/drawing/2014/main" id="{8D1440B1-14C2-48DB-8524-1E28C1052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53750" cy="9525"/>
          </a:xfrm>
          <a:custGeom xmlns:a="http://schemas.openxmlformats.org/drawingml/2006/main">
            <a:pathLst>
              <a:path w="10953750" h="9525">
                <a:moveTo>
                  <a:pt x="0" y="0"/>
                </a:moveTo>
                <a:lnTo>
                  <a:pt x="1095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69" name="object-311">
            <a:extLst xmlns:a="http://schemas.openxmlformats.org/drawingml/2006/main">
              <a:ext uri="{FF2B5EF4-FFF2-40B4-BE49-F238E27FC236}">
                <a16:creationId xmlns:a16="http://schemas.microsoft.com/office/drawing/2014/main" id="{AEF59AE4-62AC-42F7-B9EC-9A430EFA3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76925"/>
            <a:ext cx="10858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会话继续存在，设备相关信息与处理连接随目标改变。</a:t>
            </a:r>
          </a:p>
        </p:txBody>
      </p:sp>
      <p:sp>
        <p:nvSpPr>
          <p:cNvPr id="70" name="object-312">
            <a:extLst xmlns:a="http://schemas.openxmlformats.org/drawingml/2006/main">
              <a:ext uri="{FF2B5EF4-FFF2-40B4-BE49-F238E27FC236}">
                <a16:creationId xmlns:a16="http://schemas.microsoft.com/office/drawing/2014/main" id="{9C7AC76F-0C6A-41A1-857D-C875AD081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迁移存在检查和异步交接；管理侧成功通知不等于目标设备声学输出已稳定。</a:t>
            </a:r>
          </a:p>
        </p:txBody>
      </p:sp>
      <p:sp>
        <p:nvSpPr>
          <p:cNvPr id="71" name="object-313">
            <a:extLst xmlns:a="http://schemas.openxmlformats.org/drawingml/2006/main">
              <a:ext uri="{FF2B5EF4-FFF2-40B4-BE49-F238E27FC236}">
                <a16:creationId xmlns:a16="http://schemas.microsoft.com/office/drawing/2014/main" id="{A71D5D09-890D-4F79-9244-27EB71AAD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1818257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object-314">
            <a:extLst xmlns:a="http://schemas.openxmlformats.org/drawingml/2006/main">
              <a:ext uri="{FF2B5EF4-FFF2-40B4-BE49-F238E27FC236}">
                <a16:creationId xmlns:a16="http://schemas.microsoft.com/office/drawing/2014/main" id="{CAB162E8-3E75-48EE-AC06-F76FAFE0B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953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一首歌，三个操作</a:t>
            </a:r>
          </a:p>
        </p:txBody>
      </p:sp>
      <p:sp>
        <p:nvSpPr>
          <p:cNvPr id="2" name="object-315">
            <a:extLst xmlns:a="http://schemas.openxmlformats.org/drawingml/2006/main">
              <a:ext uri="{FF2B5EF4-FFF2-40B4-BE49-F238E27FC236}">
                <a16:creationId xmlns:a16="http://schemas.microsoft.com/office/drawing/2014/main" id="{9FFB4974-364C-4CAE-9D13-D8672422D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2867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音频引擎把用户操作落实到声音处理</a:t>
            </a:r>
          </a:p>
        </p:txBody>
      </p:sp>
      <p:sp>
        <p:nvSpPr>
          <p:cNvPr id="3" name="object-316">
            <a:extLst xmlns:a="http://schemas.openxmlformats.org/drawingml/2006/main">
              <a:ext uri="{FF2B5EF4-FFF2-40B4-BE49-F238E27FC236}">
                <a16:creationId xmlns:a16="http://schemas.microsoft.com/office/drawing/2014/main" id="{6E3D8B1B-2611-4939-90C2-DA5073021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顺畅的体验，来自控制状态与持续数据处理之间的协调。</a:t>
            </a:r>
          </a:p>
        </p:txBody>
      </p:sp>
      <p:sp>
        <p:nvSpPr>
          <p:cNvPr id="4" name="object-317">
            <a:extLst xmlns:a="http://schemas.openxmlformats.org/drawingml/2006/main">
              <a:ext uri="{FF2B5EF4-FFF2-40B4-BE49-F238E27FC236}">
                <a16:creationId xmlns:a16="http://schemas.microsoft.com/office/drawing/2014/main" id="{6A5D9F8A-4D23-4C7A-9C5D-6A6B661A1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10858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9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9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9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9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9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9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9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9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9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9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同一个引擎，同时协调控制进度、数据处理和设备连接。</a:t>
            </a:r>
          </a:p>
        </p:txBody>
      </p:sp>
      <p:sp>
        <p:nvSpPr>
          <p:cNvPr id="5" name="object-318">
            <a:extLst xmlns:a="http://schemas.openxmlformats.org/drawingml/2006/main">
              <a:ext uri="{FF2B5EF4-FFF2-40B4-BE49-F238E27FC236}">
                <a16:creationId xmlns:a16="http://schemas.microsoft.com/office/drawing/2014/main" id="{2E8D4B58-0EC1-4E6B-8D8F-2EB8F061F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550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550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550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550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550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550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550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550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550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550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暂停</a:t>
            </a:r>
          </a:p>
        </p:txBody>
      </p:sp>
      <p:sp>
        <p:nvSpPr>
          <p:cNvPr id="6" name="line-319">
            <a:extLst xmlns:a="http://schemas.openxmlformats.org/drawingml/2006/main">
              <a:ext uri="{FF2B5EF4-FFF2-40B4-BE49-F238E27FC236}">
                <a16:creationId xmlns:a16="http://schemas.microsoft.com/office/drawing/2014/main" id="{49E6C128-E793-4340-9411-625547A27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3286125" cy="9525"/>
          </a:xfrm>
          <a:custGeom xmlns:a="http://schemas.openxmlformats.org/drawingml/2006/main">
            <a:pathLst>
              <a:path w="3286125" h="9525">
                <a:moveTo>
                  <a:pt x="0" y="0"/>
                </a:moveTo>
                <a:lnTo>
                  <a:pt x="3286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C97835"/>
            </a:solidFill>
            <a:prstDash val="solid"/>
          </a:ln>
        </p:spPr>
      </p:sp>
      <p:sp>
        <p:nvSpPr>
          <p:cNvPr id="7" name="object-320">
            <a:extLst xmlns:a="http://schemas.openxmlformats.org/drawingml/2006/main">
              <a:ext uri="{FF2B5EF4-FFF2-40B4-BE49-F238E27FC236}">
                <a16:creationId xmlns:a16="http://schemas.microsoft.com/office/drawing/2014/main" id="{EBD0CDFC-9C9F-47C5-ADEF-40B186A45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等待淡出完成</a:t>
            </a:r>
          </a:p>
        </p:txBody>
      </p:sp>
      <p:sp>
        <p:nvSpPr>
          <p:cNvPr id="8" name="object-321">
            <a:extLst xmlns:a="http://schemas.openxmlformats.org/drawingml/2006/main">
              <a:ext uri="{FF2B5EF4-FFF2-40B4-BE49-F238E27FC236}">
                <a16:creationId xmlns:a16="http://schemas.microsoft.com/office/drawing/2014/main" id="{D83CF6BC-D150-497B-B701-1165D9410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3286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中间状态连接声音变化与收尾动作</a:t>
            </a:r>
          </a:p>
        </p:txBody>
      </p:sp>
      <p:sp>
        <p:nvSpPr>
          <p:cNvPr id="9" name="object-322">
            <a:extLst xmlns:a="http://schemas.openxmlformats.org/drawingml/2006/main">
              <a:ext uri="{FF2B5EF4-FFF2-40B4-BE49-F238E27FC236}">
                <a16:creationId xmlns:a16="http://schemas.microsoft.com/office/drawing/2014/main" id="{0C27AC5D-2FD2-4B07-A98C-4DD19983A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47975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55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55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55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55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55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55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55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55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55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55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恢复</a:t>
            </a:r>
          </a:p>
        </p:txBody>
      </p:sp>
      <p:sp>
        <p:nvSpPr>
          <p:cNvPr id="10" name="line-323">
            <a:extLst xmlns:a="http://schemas.openxmlformats.org/drawingml/2006/main">
              <a:ext uri="{FF2B5EF4-FFF2-40B4-BE49-F238E27FC236}">
                <a16:creationId xmlns:a16="http://schemas.microsoft.com/office/drawing/2014/main" id="{6B61AD7F-C878-48E0-A2DE-343EFA871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29000"/>
            <a:ext cx="3286125" cy="9525"/>
          </a:xfrm>
          <a:custGeom xmlns:a="http://schemas.openxmlformats.org/drawingml/2006/main">
            <a:pathLst>
              <a:path w="3286125" h="9525">
                <a:moveTo>
                  <a:pt x="0" y="0"/>
                </a:moveTo>
                <a:lnTo>
                  <a:pt x="3286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3379EB"/>
            </a:solidFill>
            <a:prstDash val="solid"/>
          </a:ln>
        </p:spPr>
      </p:sp>
      <p:sp>
        <p:nvSpPr>
          <p:cNvPr id="11" name="object-324">
            <a:extLst xmlns:a="http://schemas.openxmlformats.org/drawingml/2006/main">
              <a:ext uri="{FF2B5EF4-FFF2-40B4-BE49-F238E27FC236}">
                <a16:creationId xmlns:a16="http://schemas.microsoft.com/office/drawing/2014/main" id="{E7E5674C-C7B2-46B9-8CC8-FD305698E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3855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执行前看当前状态</a:t>
            </a:r>
          </a:p>
        </p:txBody>
      </p:sp>
      <p:sp>
        <p:nvSpPr>
          <p:cNvPr id="12" name="object-325">
            <a:extLst xmlns:a="http://schemas.openxmlformats.org/drawingml/2006/main">
              <a:ext uri="{FF2B5EF4-FFF2-40B4-BE49-F238E27FC236}">
                <a16:creationId xmlns:a16="http://schemas.microsoft.com/office/drawing/2014/main" id="{BAF5EDC5-3D3C-4CF4-B343-DB09AD45E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24325"/>
            <a:ext cx="3286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避免旧的完成通知破坏新播放</a:t>
            </a:r>
          </a:p>
        </p:txBody>
      </p:sp>
      <p:sp>
        <p:nvSpPr>
          <p:cNvPr id="13" name="object-326">
            <a:extLst xmlns:a="http://schemas.openxmlformats.org/drawingml/2006/main">
              <a:ext uri="{FF2B5EF4-FFF2-40B4-BE49-F238E27FC236}">
                <a16:creationId xmlns:a16="http://schemas.microsoft.com/office/drawing/2014/main" id="{3028A74E-54C0-48DF-AC24-6D6EEE42D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847975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5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5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5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5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5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5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5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5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5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5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切换设备</a:t>
            </a:r>
          </a:p>
        </p:txBody>
      </p:sp>
      <p:sp>
        <p:nvSpPr>
          <p:cNvPr id="14" name="line-327">
            <a:extLst xmlns:a="http://schemas.openxmlformats.org/drawingml/2006/main">
              <a:ext uri="{FF2B5EF4-FFF2-40B4-BE49-F238E27FC236}">
                <a16:creationId xmlns:a16="http://schemas.microsoft.com/office/drawing/2014/main" id="{50C03E74-C364-4AB7-B4C8-684A72EA4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429000"/>
            <a:ext cx="3286125" cy="9525"/>
          </a:xfrm>
          <a:custGeom xmlns:a="http://schemas.openxmlformats.org/drawingml/2006/main">
            <a:pathLst>
              <a:path w="3286125" h="9525">
                <a:moveTo>
                  <a:pt x="0" y="0"/>
                </a:moveTo>
                <a:lnTo>
                  <a:pt x="3286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9A92"/>
            </a:solidFill>
            <a:prstDash val="solid"/>
          </a:ln>
        </p:spPr>
      </p:sp>
      <p:sp>
        <p:nvSpPr>
          <p:cNvPr id="15" name="object-328">
            <a:extLst xmlns:a="http://schemas.openxmlformats.org/drawingml/2006/main">
              <a:ext uri="{FF2B5EF4-FFF2-40B4-BE49-F238E27FC236}">
                <a16:creationId xmlns:a16="http://schemas.microsoft.com/office/drawing/2014/main" id="{D9C71C97-5A1B-4156-9741-FE89C4AA9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63855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迁移会话并适配目标</a:t>
            </a:r>
          </a:p>
        </p:txBody>
      </p:sp>
      <p:sp>
        <p:nvSpPr>
          <p:cNvPr id="16" name="object-329">
            <a:extLst xmlns:a="http://schemas.openxmlformats.org/drawingml/2006/main">
              <a:ext uri="{FF2B5EF4-FFF2-40B4-BE49-F238E27FC236}">
                <a16:creationId xmlns:a16="http://schemas.microsoft.com/office/drawing/2014/main" id="{57E7B89D-F467-4ED6-B874-2261D1319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124325"/>
            <a:ext cx="3286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保持会话归属与处理链一致</a:t>
            </a:r>
          </a:p>
        </p:txBody>
      </p:sp>
      <p:sp>
        <p:nvSpPr>
          <p:cNvPr id="17" name="object-330">
            <a:extLst xmlns:a="http://schemas.openxmlformats.org/drawingml/2006/main">
              <a:ext uri="{FF2B5EF4-FFF2-40B4-BE49-F238E27FC236}">
                <a16:creationId xmlns:a16="http://schemas.microsoft.com/office/drawing/2014/main" id="{93D78698-CF28-4D5F-9BC8-0AF4AB8E3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6394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object-331">
            <a:extLst xmlns:a="http://schemas.openxmlformats.org/drawingml/2006/main">
              <a:ext uri="{FF2B5EF4-FFF2-40B4-BE49-F238E27FC236}">
                <a16:creationId xmlns:a16="http://schemas.microsoft.com/office/drawing/2014/main" id="{3F91D8C4-08FF-49CC-B948-283C7825A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38750"/>
            <a:ext cx="10429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控制请求与执行时机        音频数据与缓冲        会话与设备处理链</a:t>
            </a:r>
          </a:p>
        </p:txBody>
      </p:sp>
      <p:sp>
        <p:nvSpPr>
          <p:cNvPr id="19" name="line-332">
            <a:extLst xmlns:a="http://schemas.openxmlformats.org/drawingml/2006/main">
              <a:ext uri="{FF2B5EF4-FFF2-40B4-BE49-F238E27FC236}">
                <a16:creationId xmlns:a16="http://schemas.microsoft.com/office/drawing/2014/main" id="{8DE4ED72-2070-42AB-91D8-2FF70D7F3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53750" cy="9525"/>
          </a:xfrm>
          <a:custGeom xmlns:a="http://schemas.openxmlformats.org/drawingml/2006/main">
            <a:pathLst>
              <a:path w="10953750" h="9525">
                <a:moveTo>
                  <a:pt x="0" y="0"/>
                </a:moveTo>
                <a:lnTo>
                  <a:pt x="1095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20" name="object-333">
            <a:extLst xmlns:a="http://schemas.openxmlformats.org/drawingml/2006/main">
              <a:ext uri="{FF2B5EF4-FFF2-40B4-BE49-F238E27FC236}">
                <a16:creationId xmlns:a16="http://schemas.microsoft.com/office/drawing/2014/main" id="{901097DE-7BCD-4506-840F-EE9056BC6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76925"/>
            <a:ext cx="10858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理解这些协作，再比较 PA 与 HPAE 如何组织线程、请求和处理图。</a:t>
            </a:r>
          </a:p>
        </p:txBody>
      </p:sp>
      <p:sp>
        <p:nvSpPr>
          <p:cNvPr id="21" name="object-334">
            <a:extLst xmlns:a="http://schemas.openxmlformats.org/drawingml/2006/main">
              <a:ext uri="{FF2B5EF4-FFF2-40B4-BE49-F238E27FC236}">
                <a16:creationId xmlns:a16="http://schemas.microsoft.com/office/drawing/2014/main" id="{8B6E504C-7F02-4D14-A4DE-BB7F8F8B4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本段聚焦普通播放机制；性能与切换体验的量化结论需要设备测试。</a:t>
            </a:r>
          </a:p>
        </p:txBody>
      </p:sp>
      <p:sp>
        <p:nvSpPr>
          <p:cNvPr id="22" name="object-335">
            <a:extLst xmlns:a="http://schemas.openxmlformats.org/drawingml/2006/main">
              <a:ext uri="{FF2B5EF4-FFF2-40B4-BE49-F238E27FC236}">
                <a16:creationId xmlns:a16="http://schemas.microsoft.com/office/drawing/2014/main" id="{D75F142D-A3B7-4421-B4EC-5D40B1456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361163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2026-10-20T14:51:50.8820000Z</dcterms:created>
  <dcterms:modified xsi:type="dcterms:W3CDTF">2026-10-20T14:51:50.8820000Z</dcterms:modified>
</coreProperties>
</file>