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2b4170fd52c4a4c" /><Relationship Type="http://schemas.openxmlformats.org/officeDocument/2006/relationships/extended-properties" Target="/docProps/app.xml" Id="Rc406aba9534e430c" /><Relationship Type="http://schemas.openxmlformats.org/officeDocument/2006/relationships/officeDocument" Target="/ppt/presentation.xml" Id="R410c6c95236d4a0b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0581b19632954293"/>
  </p:sldMasterIdLst>
  <p:notesMasterIdLst>
    <p:notesMasterId xmlns:r="http://schemas.openxmlformats.org/officeDocument/2006/relationships" r:id="R87481e44b21e4d8b"/>
  </p:notesMasterIdLst>
  <p:sldIdLst>
    <p:sldId xmlns:r="http://schemas.openxmlformats.org/officeDocument/2006/relationships" id="256" r:id="Re00f6f1bed184789"/>
    <p:sldId xmlns:r="http://schemas.openxmlformats.org/officeDocument/2006/relationships" id="257" r:id="Rf60e785d8f5b4bf0"/>
    <p:sldId xmlns:r="http://schemas.openxmlformats.org/officeDocument/2006/relationships" id="258" r:id="Rc9bf0449471048e5"/>
    <p:sldId xmlns:r="http://schemas.openxmlformats.org/officeDocument/2006/relationships" id="259" r:id="R17d51e82688d4016"/>
    <p:sldId xmlns:r="http://schemas.openxmlformats.org/officeDocument/2006/relationships" id="260" r:id="R90ed09472fde454a"/>
    <p:sldId xmlns:r="http://schemas.openxmlformats.org/officeDocument/2006/relationships" id="261" r:id="R25b93712f0be434b"/>
    <p:sldId xmlns:r="http://schemas.openxmlformats.org/officeDocument/2006/relationships" id="262" r:id="R640849542c7e46d5"/>
    <p:sldId xmlns:r="http://schemas.openxmlformats.org/officeDocument/2006/relationships" id="263" r:id="Re919c33336454cbc"/>
    <p:sldId xmlns:r="http://schemas.openxmlformats.org/officeDocument/2006/relationships" id="264" r:id="R6a5745995a764fff"/>
    <p:sldId xmlns:r="http://schemas.openxmlformats.org/officeDocument/2006/relationships" id="265" r:id="R21b523c5e0624acf"/>
    <p:sldId xmlns:r="http://schemas.openxmlformats.org/officeDocument/2006/relationships" id="266" r:id="R672f668728b540e1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1056eaa46a2b411a" /><Relationship Type="http://schemas.openxmlformats.org/officeDocument/2006/relationships/slideMaster" Target="/ppt/slideMasters/slideMaster1.xml" Id="R0581b19632954293" /><Relationship Type="http://schemas.openxmlformats.org/officeDocument/2006/relationships/notesMaster" Target="/ppt/notesMasters/notesMaster1.xml" Id="R87481e44b21e4d8b" /><Relationship Type="http://schemas.openxmlformats.org/officeDocument/2006/relationships/presProps" Target="/ppt/presProps.xml" Id="Rf922b59652384245" /><Relationship Type="http://schemas.openxmlformats.org/officeDocument/2006/relationships/tableStyles" Target="/ppt/tableStyles.xml" Id="Rd2f54634fa4846e4" /><Relationship Type="http://schemas.openxmlformats.org/officeDocument/2006/relationships/slide" Target="/ppt/slides/slide1.xml" Id="Re00f6f1bed184789" /><Relationship Type="http://schemas.openxmlformats.org/officeDocument/2006/relationships/slide" Target="/ppt/slides/slide2.xml" Id="Rf60e785d8f5b4bf0" /><Relationship Type="http://schemas.openxmlformats.org/officeDocument/2006/relationships/slide" Target="/ppt/slides/slide3.xml" Id="Rc9bf0449471048e5" /><Relationship Type="http://schemas.openxmlformats.org/officeDocument/2006/relationships/slide" Target="/ppt/slides/slide4.xml" Id="R17d51e82688d4016" /><Relationship Type="http://schemas.openxmlformats.org/officeDocument/2006/relationships/slide" Target="/ppt/slides/slide5.xml" Id="R90ed09472fde454a" /><Relationship Type="http://schemas.openxmlformats.org/officeDocument/2006/relationships/slide" Target="/ppt/slides/slide6.xml" Id="R25b93712f0be434b" /><Relationship Type="http://schemas.openxmlformats.org/officeDocument/2006/relationships/slide" Target="/ppt/slides/slide7.xml" Id="R640849542c7e46d5" /><Relationship Type="http://schemas.openxmlformats.org/officeDocument/2006/relationships/slide" Target="/ppt/slides/slide8.xml" Id="Re919c33336454cbc" /><Relationship Type="http://schemas.openxmlformats.org/officeDocument/2006/relationships/slide" Target="/ppt/slides/slide9.xml" Id="R6a5745995a764fff" /><Relationship Type="http://schemas.openxmlformats.org/officeDocument/2006/relationships/slide" Target="/ppt/slides/slide10.xml" Id="R21b523c5e0624acf" /><Relationship Type="http://schemas.openxmlformats.org/officeDocument/2006/relationships/slide" Target="/ppt/slides/slide11.xml" Id="R672f668728b540e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688f557265274c4c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7b381a24c85040ef" /><Relationship Type="http://schemas.openxmlformats.org/officeDocument/2006/relationships/notesMaster" Target="/ppt/notesMasters/notesMaster1.xml" Id="Raf73a8436c2c443b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5af1fa8f6e124866" /><Relationship Type="http://schemas.openxmlformats.org/officeDocument/2006/relationships/notesMaster" Target="/ppt/notesMasters/notesMaster1.xml" Id="R203f720fc2804977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cbae2ec741b543a1" /><Relationship Type="http://schemas.openxmlformats.org/officeDocument/2006/relationships/notesMaster" Target="/ppt/notesMasters/notesMaster1.xml" Id="Rf7fa5cf7247041b4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ca55932b7a4e4d11" /><Relationship Type="http://schemas.openxmlformats.org/officeDocument/2006/relationships/notesMaster" Target="/ppt/notesMasters/notesMaster1.xml" Id="R889bba1f616546fb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4c12429ed7304d09" /><Relationship Type="http://schemas.openxmlformats.org/officeDocument/2006/relationships/notesMaster" Target="/ppt/notesMasters/notesMaster1.xml" Id="Rdd289cc72e364683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e2eb44a845554d83" /><Relationship Type="http://schemas.openxmlformats.org/officeDocument/2006/relationships/notesMaster" Target="/ppt/notesMasters/notesMaster1.xml" Id="Rb784c2486c3a4135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06a911b688d4495a" /><Relationship Type="http://schemas.openxmlformats.org/officeDocument/2006/relationships/notesMaster" Target="/ppt/notesMasters/notesMaster1.xml" Id="R0ce9497bdf7d4ce0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2efdfe231239436f" /><Relationship Type="http://schemas.openxmlformats.org/officeDocument/2006/relationships/notesMaster" Target="/ppt/notesMasters/notesMaster1.xml" Id="Rade3fa28ad9d42bf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5fa957dd0c7d4092" /><Relationship Type="http://schemas.openxmlformats.org/officeDocument/2006/relationships/notesMaster" Target="/ppt/notesMasters/notesMaster1.xml" Id="R9dd886d612254575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51e0a67ae39545b6" /><Relationship Type="http://schemas.openxmlformats.org/officeDocument/2006/relationships/notesMaster" Target="/ppt/notesMasters/notesMaster1.xml" Id="Rcded2e668a7b4c84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022ce95c1c0749e3" /><Relationship Type="http://schemas.openxmlformats.org/officeDocument/2006/relationships/notesMaster" Target="/ppt/notesMasters/notesMaster1.xml" Id="R02a79753524b4b6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一首歌，三个操作</a:t>
            </a:r>
          </a:p>
          <a:p xmlns:a="http://schemas.openxmlformats.org/drawingml/2006/main">
            <a:r>
              <a:t>时间：1.2分钟</a:t>
            </a:r>
          </a:p>
          <a:p xmlns:a="http://schemas.openxmlformats.org/drawingml/2006/main">
            <a:r>
              <a:t>本页目标：一首歌，三个操作</a:t>
            </a:r>
          </a:p>
          <a:p xmlns:a="http://schemas.openxmlformats.org/drawingml/2006/main">
            <a:r>
              <a:t>承接：音乐 A 始终表示同一路音乐播放会话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先做三个动作：暂停、恢复播放、切到耳机。每个都是一次点击，屏幕立刻响应，声音立刻跟上，谁都觉得理所当然。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现在把最直接的实现写出来。暂停，就是把数据流立即截断；恢复，就是原样接回；切耳机，就是从扬声器这边拔下来、插到耳机那边。真这么做会听到什么？暂停是一声“啪”，波形在半幅上被切断；恢复是一声“bang”，等着的数据按全音量冲出来；切耳机，歌断一拍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真实引擎这三步一步都不敢做。接下来，把这三个朴素做法逐个推翻，先看引擎做了什么，再看它把保证写在了哪里。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演示：初始只显示数据链；第一次点击显示暂停与恢复的朴素做法和会听到的声音；第二次点击显示切耳机的朴素做法与结尾句。</a:t>
            </a:r>
          </a:p>
          <a:p xmlns:a="http://schemas.openxmlformats.org/drawingml/2006/main">
            <a:r>
              <a:t>讲述安排：先看初始图，再按鼠标逐步揭示。每次点击后沿编号指图解释。</a:t>
            </a:r>
          </a:p>
          <a:p xmlns:a="http://schemas.openxmlformats.org/drawingml/2006/main">
            <a:r>
              <a:t>转场：</a:t>
            </a:r>
          </a:p>
          <a:p xmlns:a="http://schemas.openxmlformats.org/drawingml/2006/main">
            <a:r>
              <a:t>技术边界：处理链为简化示意；“会听到”为示意性描述，未做设备实测。</a:t>
            </a:r>
          </a:p>
          <a:p xmlns:a="http://schemas.openxmlformats.org/drawingml/2006/main">
            <a:r>
              <a:t>源码与依据：</a:t>
            </a:r>
          </a:p>
          <a:p xmlns:a="http://schemas.openxmlformats.org/drawingml/2006/main">
            <a:r>
              <a:t>https://gitcode.com/openharmony/multimedia_audio_framework/blob/0d073de5a30f33ab6716d9abd481d76eca843741/services/audio_engine/manager/src/hpae_renderer_manager.cpp#L919</a:t>
            </a:r>
          </a:p>
          <a:p xmlns:a="http://schemas.openxmlformats.org/drawingml/2006/main">
            <a:r>
              <a:t>https://gitcode.com/openharmony/multimedia_audio_framework/blob/0d073de5a30f33ab6716d9abd481d76eca843741/services/audio_engine/manager/src/hpae_renderer_manager.cpp#L1110</a:t>
            </a:r>
          </a:p>
          <a:p xmlns:a="http://schemas.openxmlformats.org/drawingml/2006/main">
            <a:r>
              <a:t>https://gitcode.com/openharmony/multimedia_audio_framework/blob/0d073de5a30f33ab6716d9abd481d76eca843741/services/audio_engine/manager/src/hpae_renderer_manager.cpp#L872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暂停时，先淡出，再断开</a:t>
            </a:r>
          </a:p>
          <a:p xmlns:a="http://schemas.openxmlformats.org/drawingml/2006/main">
            <a:r>
              <a:t>时间：1.7分钟</a:t>
            </a:r>
          </a:p>
          <a:p xmlns:a="http://schemas.openxmlformats.org/drawingml/2006/main">
            <a:r>
              <a:t>本页目标：暂停时，先淡出，再断开</a:t>
            </a:r>
          </a:p>
          <a:p xmlns:a="http://schemas.openxmlformats.org/drawingml/2006/main">
            <a:r>
              <a:t>承接：音乐 A 始终表示同一路音乐播放会话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暂停为什么会“啪”？切断的那一刻，波形幅度不是零。半幅上切一刀，扬声器收到一个突变，就是一声爆音。所以暂停的第一步不是切断，是降音量：增益逐渐降到零，让声音干净地淡出去。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看这条时间轴。暂停请求提出后不是立刻执行，先等设备侧。淡出开始之后，输入线还必须连着：淡出本身要靠处理链继续跑，先拆线，淡出就没法完成。增益一路降到零，淡出结束，收尾再排一次队等执行：暂停音效、断开输入、更新状态，都在这一步做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所以“声音没了”和“线拆了”是两个时刻，中间隔着一个等待窗口。记住这个窗口，下一页它就有用了。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演示：先看两种波形与暂停请求；第一次点击揭示淡出、完成排队和断开；第二次点击强调两个时刻。</a:t>
            </a:r>
          </a:p>
          <a:p xmlns:a="http://schemas.openxmlformats.org/drawingml/2006/main">
            <a:r>
              <a:t>讲述安排：先看初始图，再按鼠标逐步揭示。每次点击后沿编号指图解释。</a:t>
            </a:r>
          </a:p>
          <a:p xmlns:a="http://schemas.openxmlformats.org/drawingml/2006/main">
            <a:r>
              <a:t>转场：</a:t>
            </a:r>
          </a:p>
          <a:p xmlns:a="http://schemas.openxmlformats.org/drawingml/2006/main">
            <a:r>
              <a:t>技术边界：正常淡出路径；波形与时间均为示意，不代表设备实测。若缺少增益节点、设备未运行或处于相应旁路条件，实现也允许直接完成，本页专讲正常淡出路径。</a:t>
            </a:r>
          </a:p>
          <a:p xmlns:a="http://schemas.openxmlformats.org/drawingml/2006/main">
            <a:r>
              <a:t>源码与依据：</a:t>
            </a:r>
          </a:p>
          <a:p xmlns:a="http://schemas.openxmlformats.org/drawingml/2006/main">
            <a:r>
              <a:t>https://gitcode.com/openharmony/multimedia_audio_framework/blob/0d073de5a30f33ab6716d9abd481d76eca843741/services/audio_engine/manager/src/hpae_renderer_manager.cpp#L1110</a:t>
            </a:r>
          </a:p>
          <a:p xmlns:a="http://schemas.openxmlformats.org/drawingml/2006/main">
            <a:r>
              <a:t>https://gitcode.com/openharmony/multimedia_audio_framework/blob/0d073de5a30f33ab6716d9abd481d76eca843741/services/audio_engine/manager/src/hpae_renderer_manager.cpp#L1777</a:t>
            </a:r>
          </a:p>
          <a:p xmlns:a="http://schemas.openxmlformats.org/drawingml/2006/main">
            <a:r>
              <a:t>https://gitcode.com/openharmony/multimedia_audio_framework/blob/0d073de5a30f33ab6716d9abd481d76eca843741/services/audio_engine/manager/src/hpae_renderer_manager.cpp#L1868</a:t>
            </a:r>
          </a:p>
          <a:p xmlns:a="http://schemas.openxmlformats.org/drawingml/2006/main">
            <a:r>
              <a:t>https://gitcode.com/openharmony/multimedia_audio_framework/blob/0d073de5a30f33ab6716d9abd481d76eca843741/services/audio_engine/node/src/hpae_gain_node.cpp#L253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已经恢复播放，旧的暂停还会生效吗？</a:t>
            </a:r>
          </a:p>
          <a:p xmlns:a="http://schemas.openxmlformats.org/drawingml/2006/main">
            <a:r>
              <a:t>时间：1.8分钟</a:t>
            </a:r>
          </a:p>
          <a:p xmlns:a="http://schemas.openxmlformats.org/drawingml/2006/main">
            <a:r>
              <a:t>本页目标：已经恢复播放，旧的暂停还会生效吗？</a:t>
            </a:r>
          </a:p>
          <a:p xmlns:a="http://schemas.openxmlformats.org/drawingml/2006/main">
            <a:r>
              <a:t>承接：音乐 A 始终表示同一路音乐播放会话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上一页的窗口还开着：淡出结束后的收尾还在排队等执行。这时候用户的手比队列快，已经点了恢复。于是队列里排着两条：恢复在前，旧的暂停收尾在后。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按顺序执行。恢复先跑：状态回到正在播放，输入连着，淡入也安排上了。然后轮到旧的收尾。它如果不看状态、照原计划办，就会暂停音效、拆掉输入、把状态写回暂停。用户看到的是：我明明点了恢复，界面也显示在播，却没有声音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所以收尾动手前先查一眼：现在是不是已经在播放？是，这次收尾就地结束，不碰音效，不碰输入。一句“动手前先看当前状态”，把这次险情救了回来。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演示：初始只显示待执行请求及音乐 A；第一次点击执行恢复；第二次点击执行旧的收尾并显示检查结果与不检查的后果。</a:t>
            </a:r>
          </a:p>
          <a:p xmlns:a="http://schemas.openxmlformats.org/drawingml/2006/main">
            <a:r>
              <a:t>讲述安排：先看初始图，再按鼠标逐步揭示。每次点击后沿编号指图解释。</a:t>
            </a:r>
          </a:p>
          <a:p xmlns:a="http://schemas.openxmlformats.org/drawingml/2006/main">
            <a:r>
              <a:t>转场：</a:t>
            </a:r>
          </a:p>
          <a:p xmlns:a="http://schemas.openxmlformats.org/drawingml/2006/main">
            <a:r>
              <a:t>技术边界：一种请求交错；不表示每次快速点击都能触发。这里只讨论恢复后尚未再次暂停的情况；描述的是引擎执行顺序，不把界面点击等同于可任意并发的客户端调用。</a:t>
            </a:r>
          </a:p>
          <a:p xmlns:a="http://schemas.openxmlformats.org/drawingml/2006/main">
            <a:r>
              <a:t>源码与依据：</a:t>
            </a:r>
          </a:p>
          <a:p xmlns:a="http://schemas.openxmlformats.org/drawingml/2006/main">
            <a:r>
              <a:t>https://gitcode.com/openharmony/multimedia_audio_framework/blob/0d073de5a30f33ab6716d9abd481d76eca843741/services/audio_engine/manager/src/hpae_renderer_manager.cpp#L919</a:t>
            </a:r>
          </a:p>
          <a:p xmlns:a="http://schemas.openxmlformats.org/drawingml/2006/main">
            <a:r>
              <a:t>https://gitcode.com/openharmony/multimedia_audio_framework/blob/0d073de5a30f33ab6716d9abd481d76eca843741/services/audio_engine/manager/src/hpae_renderer_manager.cpp#L1777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淡入为什么要先于音效启动？</a:t>
            </a:r>
          </a:p>
          <a:p xmlns:a="http://schemas.openxmlformats.org/drawingml/2006/main">
            <a:r>
              <a:t>时间：1.3分钟</a:t>
            </a:r>
          </a:p>
          <a:p xmlns:a="http://schemas.openxmlformats.org/drawingml/2006/main">
            <a:r>
              <a:t>本页目标：淡入为什么要先于音效启动？</a:t>
            </a:r>
          </a:p>
          <a:p xmlns:a="http://schemas.openxmlformats.org/drawingml/2006/main">
            <a:r>
              <a:t>承接：音乐 A 始终表示同一路音乐播放会话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恢复这边也有同一个坑，方向相反。恢复时缓冲里往往已经躺着数据。处理链接通之后，如果先启动会话音效、等启动完成再设置淡入，麻烦就来了：音效启动不是瞬间完成的，这段窗口里，等着的数据按全增益处理。听到的不是淡入，是“bang”一下爆音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实际顺序反过来：接通之后立刻安排淡入，然后才启动音效。启动再慢，增益也已经被淡入曲线按住了。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注意这两行的比法：同一条时间轴，只差两个动作的先后。先后差一步，爆音还是淡入，就决定在这一步上。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演示：先展示设置偏晚的风险窗口；点击后展示实际顺序与增益示意。</a:t>
            </a:r>
          </a:p>
          <a:p xmlns:a="http://schemas.openxmlformats.org/drawingml/2006/main">
            <a:r>
              <a:t>讲述安排：先看初始图，再按鼠标逐步揭示。每次点击后沿编号指图解释。</a:t>
            </a:r>
          </a:p>
          <a:p xmlns:a="http://schemas.openxmlformats.org/drawingml/2006/main">
            <a:r>
              <a:t>转场：</a:t>
            </a:r>
          </a:p>
          <a:p xmlns:a="http://schemas.openxmlformats.org/drawingml/2006/main">
            <a:r>
              <a:t>技术边界：上行为假设的错误顺序，下行为实际顺序；增益曲线仅示意，不表达淡入时长。</a:t>
            </a:r>
          </a:p>
          <a:p xmlns:a="http://schemas.openxmlformats.org/drawingml/2006/main">
            <a:r>
              <a:t>源码与依据：</a:t>
            </a:r>
          </a:p>
          <a:p xmlns:a="http://schemas.openxmlformats.org/drawingml/2006/main">
            <a:r>
              <a:t>https://gitcode.com/openharmony/multimedia_audio_framework/blob/0d073de5a30f33ab6716d9abd481d76eca843741/services/audio_engine/manager/src/hpae_renderer_manager.cpp#L919</a:t>
            </a:r>
          </a:p>
          <a:p xmlns:a="http://schemas.openxmlformats.org/drawingml/2006/main">
            <a:r>
              <a:t>https://gitcode.com/openharmony/multimedia_audio_framework/blob/0d073de5a30f33ab6716d9abd481d76eca843741/services/audio_engine/node/src/hpae_gain_node.cpp#L284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切到耳机，哪些东西变了？</a:t>
            </a:r>
          </a:p>
          <a:p xmlns:a="http://schemas.openxmlformats.org/drawingml/2006/main">
            <a:r>
              <a:t>时间：2分钟</a:t>
            </a:r>
          </a:p>
          <a:p xmlns:a="http://schemas.openxmlformats.org/drawingml/2006/main">
            <a:r>
              <a:t>本页目标：切到耳机，哪些东西变了？</a:t>
            </a:r>
          </a:p>
          <a:p xmlns:a="http://schemas.openxmlformats.org/drawingml/2006/main">
            <a:r>
              <a:t>承接：音乐 A 始终表示同一路音乐播放会话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第三个动作切耳机，看起来最像“拔了插过去”，实际最麻烦。设备策略已经选定耳机，我们只看引擎怎么执行。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先说朴素做法：把这路音乐停掉，在耳机侧重开。能响，但丢的不只是一根连接：缓冲里的数据、当前的播放状态，全部重来，这路音乐的连续性断了。所以引擎的做法是交接：旧设备侧摘除连接，但握着同一个输入节点交出去。音乐 A 还是那个音乐 A。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目标侧接手之后还有两件事。一是改参数：设备信息改成耳机，处理粒度按目标的采样率和帧长调整，不同设备一轮吃的数据量不一样，不调，数据就和设备对不上拍。二是接链：目标侧处理簇就绪、条件满足，把正在播放的会话接入耳机侧处理链，归属随之更新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摘旧连接、调参数、接新链，三个阶段，一个都不能省。至于这些动作由谁、在哪条线程上执行——下一页见。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演示：先看切换前；第一次点击看交接、参数调整与朴素做法的代价；第二次点击看目标连接与归属变化。</a:t>
            </a:r>
          </a:p>
          <a:p xmlns:a="http://schemas.openxmlformats.org/drawingml/2006/main">
            <a:r>
              <a:t>讲述安排：先看初始图，再按鼠标逐步揭示。每次点击后沿编号指图解释。</a:t>
            </a:r>
          </a:p>
          <a:p xmlns:a="http://schemas.openxmlformats.org/drawingml/2006/main">
            <a:r>
              <a:t>转场：</a:t>
            </a:r>
          </a:p>
          <a:p xmlns:a="http://schemas.openxmlformats.org/drawingml/2006/main">
            <a:r>
              <a:t>技术边界：普通迁移路径示意；交接中不承诺零间隙，接入成功也不等于声学输出已稳定。目标不可用和状态变化会走其他分支。</a:t>
            </a:r>
          </a:p>
          <a:p xmlns:a="http://schemas.openxmlformats.org/drawingml/2006/main">
            <a:r>
              <a:t>源码与依据：</a:t>
            </a:r>
          </a:p>
          <a:p xmlns:a="http://schemas.openxmlformats.org/drawingml/2006/main">
            <a:r>
              <a:t>https://gitcode.com/openharmony/multimedia_audio_framework/blob/0d073de5a30f33ab6716d9abd481d76eca843741/services/audio_engine/manager/src/hpae_renderer_manager.cpp#L872</a:t>
            </a:r>
          </a:p>
          <a:p xmlns:a="http://schemas.openxmlformats.org/drawingml/2006/main">
            <a:r>
              <a:t>https://gitcode.com/openharmony/multimedia_audio_framework/blob/0d073de5a30f33ab6716d9abd481d76eca843741/services/audio_engine/manager/src/hpae_renderer_manager.cpp#L114</a:t>
            </a:r>
          </a:p>
          <a:p xmlns:a="http://schemas.openxmlformats.org/drawingml/2006/main">
            <a:r>
              <a:t>https://gitcode.com/openharmony/multimedia_audio_framework/blob/0d073de5a30f33ab6716d9abd481d76eca843741/services/audio_engine/manager/src/hpae_manager.cpp#L1181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这些请求，谁来执行？</a:t>
            </a:r>
          </a:p>
          <a:p xmlns:a="http://schemas.openxmlformats.org/drawingml/2006/main">
            <a:r>
              <a:t>时间：1.6分钟</a:t>
            </a:r>
          </a:p>
          <a:p xmlns:a="http://schemas.openxmlformats.org/drawingml/2006/main">
            <a:r>
              <a:t>本页目标：这些请求，谁来执行？</a:t>
            </a:r>
          </a:p>
          <a:p xmlns:a="http://schemas.openxmlformats.org/drawingml/2006/main">
            <a:r>
              <a:t>承接：音乐 A 始终表示同一路音乐播放会话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前四页反复出现两个词：“排队”和“等待执行”。现在看它们的物理载体。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每个控制动作——暂停、恢复、切设备，连淡出完成后的收尾——都被打包成一个小任务，丢进同一个队列。执行它们的是一条专用线程：被唤醒后，先把队列排空，把该办的控制动作办完；然后跑一轮音频处理。办完再睡，等下一次唤醒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这个安排有个直接好处：改处理图的人，就是跑数据的人。同一条线程串行，队列不需要锁，图变更不会跟数据处理撞车。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还有一件事值得看清楚：淡出完成不是靠定时器猜的。处理链在真实数据上一帧帧把增益降下来，降到零的那一刻，就地发回一个“淡出完成”。这个回调本身也是一个请求，排到队尾等执行。前面说“声音没了”和“线拆了”是两个时刻，中间隔的就是这一趟排队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量级也有数：短淡出按 5 毫秒设计，默认淡出在一轮数据之内完成。都是毫秒级的事，但一步都省不掉。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接下来三页，用这套角色把一次暂停、一次恢复交错、一次切耳机，完整走一遍时序。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演示：初始只显示线程循环；第一次点击显示请求队列与流向；第二次点击显示免锁原因、淡出闭环与量级。</a:t>
            </a:r>
          </a:p>
          <a:p xmlns:a="http://schemas.openxmlformats.org/drawingml/2006/main">
            <a:r>
              <a:t>讲述安排：先看初始图，再按鼠标逐步揭示。每次点击后沿编号指图解释。</a:t>
            </a:r>
          </a:p>
          <a:p xmlns:a="http://schemas.openxmlformats.org/drawingml/2006/main">
            <a:r>
              <a:t>转场：</a:t>
            </a:r>
          </a:p>
          <a:p xmlns:a="http://schemas.openxmlformats.org/drawingml/2006/main">
            <a:r>
              <a:t>技术边界：队列与线程按引擎结构示意；线程唤醒后先排空请求再跑一轮处理为源码逻辑，未做时延测量。短淡出常数见增益节点源码。</a:t>
            </a:r>
          </a:p>
          <a:p xmlns:a="http://schemas.openxmlformats.org/drawingml/2006/main">
            <a:r>
              <a:t>源码与依据：</a:t>
            </a:r>
          </a:p>
          <a:p xmlns:a="http://schemas.openxmlformats.org/drawingml/2006/main">
            <a:r>
              <a:t>https://gitcode.com/openharmony/multimedia_audio_framework/blob/0d073de5a30f33ab6716d9abd481d76eca843741/services/audio_engine/manager/src/hpae_renderer_manager.cpp#L1755</a:t>
            </a:r>
          </a:p>
          <a:p xmlns:a="http://schemas.openxmlformats.org/drawingml/2006/main">
            <a:r>
              <a:t>https://gitcode.com/openharmony/multimedia_audio_framework/blob/0d073de5a30f33ab6716d9abd481d76eca843741/services/audio_engine/manager/src/hpae_signal_process_thread.cpp#L83</a:t>
            </a:r>
          </a:p>
          <a:p xmlns:a="http://schemas.openxmlformats.org/drawingml/2006/main">
            <a:r>
              <a:t>https://gitcode.com/openharmony/multimedia_audio_framework/blob/0d073de5a30f33ab6716d9abd481d76eca843741/services/audio_engine/node/src/hpae_gain_node.cpp#L42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一次暂停，从头到尾</a:t>
            </a:r>
          </a:p>
          <a:p xmlns:a="http://schemas.openxmlformats.org/drawingml/2006/main">
            <a:r>
              <a:t>时间：1.5分钟</a:t>
            </a:r>
          </a:p>
          <a:p xmlns:a="http://schemas.openxmlformats.org/drawingml/2006/main">
            <a:r>
              <a:t>本页目标：一次暂停，从头到尾</a:t>
            </a:r>
          </a:p>
          <a:p xmlns:a="http://schemas.openxmlformats.org/drawingml/2006/main">
            <a:r>
              <a:t>承接：音乐 A 始终表示同一路音乐播放会话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把上一页的模型跑一遍：一次暂停，从头到尾。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应用发出暂停请求。渲染管理器不自己动手，把请求丢进队列。信号处理线程被唤醒，先排空队列：执行暂停请求——不碰连接，只在增益节点上挂一个淡出标志，会话状态改成“暂停中”。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然后线程照常跑音频处理。处理链看到淡出标志，就在真实数据上逐帧把增益降下来。降到零的那一刻，处理链就地发回“淡出完成”。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注意这个回调的去向：它回到渲染管理器，又变成一个请求进队列。线程下一轮排空队列时执行收尾：查状态、停音效、断输入、把状态改成“已暂停”，最后把状态回调给应用。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一次暂停，两个请求，中间夹着一段毫秒级的淡出。前面讲的时间轴，落到角色上就是这一条链。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演示：初始显示角色与生命线；第一次点击走完请求到淡出；第二次点击走完回调、收尾与状态回调。</a:t>
            </a:r>
          </a:p>
          <a:p xmlns:a="http://schemas.openxmlformats.org/drawingml/2006/main">
            <a:r>
              <a:t>讲述安排：先看初始图，再按鼠标逐步揭示。每次点击后沿编号指图解释。</a:t>
            </a:r>
          </a:p>
          <a:p xmlns:a="http://schemas.openxmlformats.org/drawingml/2006/main">
            <a:r>
              <a:t>转场：</a:t>
            </a:r>
          </a:p>
          <a:p xmlns:a="http://schemas.openxmlformats.org/drawingml/2006/main">
            <a:r>
              <a:t>技术边界：时序按源码调用关系简化：上层调用到渲染管理器的中间环节合并，线程执行与处理链的帧级细节合并；不表示实测时延。</a:t>
            </a:r>
          </a:p>
          <a:p xmlns:a="http://schemas.openxmlformats.org/drawingml/2006/main">
            <a:r>
              <a:t>源码与依据：</a:t>
            </a:r>
          </a:p>
          <a:p xmlns:a="http://schemas.openxmlformats.org/drawingml/2006/main">
            <a:r>
              <a:t>https://gitcode.com/openharmony/multimedia_audio_framework/blob/0d073de5a30f33ab6716d9abd481d76eca843741/services/audio_engine/manager/src/hpae_renderer_manager.cpp#L1110</a:t>
            </a:r>
          </a:p>
          <a:p xmlns:a="http://schemas.openxmlformats.org/drawingml/2006/main">
            <a:r>
              <a:t>https://gitcode.com/openharmony/multimedia_audio_framework/blob/0d073de5a30f33ab6716d9abd481d76eca843741/services/audio_engine/manager/src/hpae_renderer_manager.cpp#L1755</a:t>
            </a:r>
          </a:p>
          <a:p xmlns:a="http://schemas.openxmlformats.org/drawingml/2006/main">
            <a:r>
              <a:t>https://gitcode.com/openharmony/multimedia_audio_framework/blob/0d073de5a30f33ab6716d9abd481d76eca843741/services/audio_engine/node/src/hpae_gain_node.cpp#L232</a:t>
            </a:r>
          </a:p>
          <a:p xmlns:a="http://schemas.openxmlformats.org/drawingml/2006/main">
            <a:r>
              <a:t>https://gitcode.com/openharmony/multimedia_audio_framework/blob/0d073de5a30f33ab6716d9abd481d76eca843741/services/audio_engine/manager/src/hpae_renderer_manager.cpp#L1777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恢复抢先一步，时序会怎样？</a:t>
            </a:r>
          </a:p>
          <a:p xmlns:a="http://schemas.openxmlformats.org/drawingml/2006/main">
            <a:r>
              <a:t>时间：1.4分钟</a:t>
            </a:r>
          </a:p>
          <a:p xmlns:a="http://schemas.openxmlformats.org/drawingml/2006/main">
            <a:r>
              <a:t>本页目标：恢复抢先一步，时序会怎样？</a:t>
            </a:r>
          </a:p>
          <a:p xmlns:a="http://schemas.openxmlformats.org/drawingml/2006/main">
            <a:r>
              <a:t>承接：音乐 A 始终表示同一路音乐播放会话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同一套角色，换个剧本：收尾还在队里，用户已经点了恢复。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恢复请求进来，也进队列——排在了旧收尾前面。线程先执行它：状态改成“运行中”，接上输入，挂好淡入，启动音效，处理链带着淡入继续跑。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然后才轮到那条旧的暂停收尾。它执行的第一件事是查状态：已经在运行？好，这次收尾就地结束，不碰音效，不碰输入。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应用最终收到的状态回调是“运行中”。一次交错，被两条小规则消化：先到先执行，动手前看状态。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演示：初始显示队列里的旧收尾；第一次点击恢复请求入队并执行；第二次点击旧收尾执行检查并返回。</a:t>
            </a:r>
          </a:p>
          <a:p xmlns:a="http://schemas.openxmlformats.org/drawingml/2006/main">
            <a:r>
              <a:t>讲述安排：先看初始图，再按鼠标逐步揭示。每次点击后沿编号指图解释。</a:t>
            </a:r>
          </a:p>
          <a:p xmlns:a="http://schemas.openxmlformats.org/drawingml/2006/main">
            <a:r>
              <a:t>转场：</a:t>
            </a:r>
          </a:p>
          <a:p xmlns:a="http://schemas.openxmlformats.org/drawingml/2006/main">
            <a:r>
              <a:t>技术边界：一种请求交错；不表示每次快速点击都能触发。时序按源码调用关系简化。</a:t>
            </a:r>
          </a:p>
          <a:p xmlns:a="http://schemas.openxmlformats.org/drawingml/2006/main">
            <a:r>
              <a:t>源码与依据：</a:t>
            </a:r>
          </a:p>
          <a:p xmlns:a="http://schemas.openxmlformats.org/drawingml/2006/main">
            <a:r>
              <a:t>https://gitcode.com/openharmony/multimedia_audio_framework/blob/0d073de5a30f33ab6716d9abd481d76eca843741/services/audio_engine/manager/src/hpae_renderer_manager.cpp#L919</a:t>
            </a:r>
          </a:p>
          <a:p xmlns:a="http://schemas.openxmlformats.org/drawingml/2006/main">
            <a:r>
              <a:t>https://gitcode.com/openharmony/multimedia_audio_framework/blob/0d073de5a30f33ab6716d9abd481d76eca843741/services/audio_engine/manager/src/hpae_renderer_manager.cpp#L1755</a:t>
            </a:r>
          </a:p>
          <a:p xmlns:a="http://schemas.openxmlformats.org/drawingml/2006/main">
            <a:r>
              <a:t>https://gitcode.com/openharmony/multimedia_audio_framework/blob/0d073de5a30f33ab6716d9abd481d76eca843741/services/audio_engine/manager/src/hpae_renderer_manager.cpp#L1777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切到耳机：三方接力</a:t>
            </a:r>
          </a:p>
          <a:p xmlns:a="http://schemas.openxmlformats.org/drawingml/2006/main">
            <a:r>
              <a:t>时间：1.6分钟</a:t>
            </a:r>
          </a:p>
          <a:p xmlns:a="http://schemas.openxmlformats.org/drawingml/2006/main">
            <a:r>
              <a:t>本页目标：切到耳机：三方接力</a:t>
            </a:r>
          </a:p>
          <a:p xmlns:a="http://schemas.openxmlformats.org/drawingml/2006/main">
            <a:r>
              <a:t>承接：音乐 A 始终表示同一路音乐播放会话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切耳机是三方接力：设备策略、管理器、两侧渲染。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策略已经选定耳机。管理器向旧设备侧发起迁移。旧侧摘除这路音乐的连接，但输入节点带着自己的状态保留下来，交还给管理器——音乐 A 还是那个音乐 A。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管理器把节点交给目标侧。目标侧接手后：设备信息改成耳机，处理粒度按目标的帧长和采样率调整，处理簇就绪之后，只有正在运行的会话才接进新链。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最后归属更新，迁移完成。节点不换人，参数跟设备走——这就是“同一路音乐”在代码里的样子。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演示：初始显示三方角色；第一次点击旧侧摘除并交接节点；第二次点击目标侧接手、调参接入并更新归属。</a:t>
            </a:r>
          </a:p>
          <a:p xmlns:a="http://schemas.openxmlformats.org/drawingml/2006/main">
            <a:r>
              <a:t>讲述安排：先看初始图，再按鼠标逐步揭示。每次点击后沿编号指图解释。</a:t>
            </a:r>
          </a:p>
          <a:p xmlns:a="http://schemas.openxmlformats.org/drawingml/2006/main">
            <a:r>
              <a:t>转场：</a:t>
            </a:r>
          </a:p>
          <a:p xmlns:a="http://schemas.openxmlformats.org/drawingml/2006/main">
            <a:r>
              <a:t>技术边界：普通迁移路径；目标不可用与状态变化走其他分支。时序按源码调用关系简化。</a:t>
            </a:r>
          </a:p>
          <a:p xmlns:a="http://schemas.openxmlformats.org/drawingml/2006/main">
            <a:r>
              <a:t>源码与依据：</a:t>
            </a:r>
          </a:p>
          <a:p xmlns:a="http://schemas.openxmlformats.org/drawingml/2006/main">
            <a:r>
              <a:t>https://gitcode.com/openharmony/multimedia_audio_framework/blob/0d073de5a30f33ab6716d9abd481d76eca843741/services/audio_engine/manager/src/hpae_manager.cpp#L1065</a:t>
            </a:r>
          </a:p>
          <a:p xmlns:a="http://schemas.openxmlformats.org/drawingml/2006/main">
            <a:r>
              <a:t>https://gitcode.com/openharmony/multimedia_audio_framework/blob/0d073de5a30f33ab6716d9abd481d76eca843741/services/audio_engine/manager/src/hpae_renderer_manager.cpp#L872</a:t>
            </a:r>
          </a:p>
          <a:p xmlns:a="http://schemas.openxmlformats.org/drawingml/2006/main">
            <a:r>
              <a:t>https://gitcode.com/openharmony/multimedia_audio_framework/blob/0d073de5a30f33ab6716d9abd481d76eca843741/services/audio_engine/manager/src/hpae_manager.cpp#L1181</a:t>
            </a:r>
          </a:p>
          <a:p xmlns:a="http://schemas.openxmlformats.org/drawingml/2006/main">
            <a:r>
              <a:t>https://gitcode.com/openharmony/multimedia_audio_framework/blob/0d073de5a30f33ab6716d9abd481d76eca843741/services/audio_engine/manager/src/hpae_renderer_manager.cpp#L114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三个保证，落在代码的哪里？</a:t>
            </a:r>
          </a:p>
          <a:p xmlns:a="http://schemas.openxmlformats.org/drawingml/2006/main">
            <a:r>
              <a:t>时间：1.8分钟</a:t>
            </a:r>
          </a:p>
          <a:p xmlns:a="http://schemas.openxmlformats.org/drawingml/2006/main">
            <a:r>
              <a:t>本页目标：三个保证，落在代码的哪里？</a:t>
            </a:r>
          </a:p>
          <a:p xmlns:a="http://schemas.openxmlformats.org/drawingml/2006/main">
            <a:r>
              <a:t>承接：音乐 A 始终表示同一路音乐播放会话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把三个保证落到代码上看，每个都不大。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暂停：渐变不靠外部定时器，挂在增益节点的状态机上，处理链每跑一轮就顺便执行一次，在真实数据上把增益从一降到零。做完，才回调收尾。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恢复：恢复请求执行的第一步，就是把会话状态改成“运行中”，之后才接输入、挂淡入、启动音效。旧收尾执行时的第一行就是检查这个状态：已在运行，直接返回，不碰音效不碰输入。一次险情，一行检查。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淡入时机：接通之后立刻挂淡入，然后才启动会话音效。代码注释写得直白：音效启动要花时间，预缓冲的数据会在“接通到挂淡入”的窗口里按全音量漏出去。先挂淡入，窗口就封住了。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切耳机：输入节点带着自己的状态交接过去；目标侧拿到节点，先把设备信息改成自己，按自己的帧长和采样率调整处理粒度，最后只有“正在运行”的会话才接进新链。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一个状态标志、一行状态检查、一个先后顺序、一次参数调整。复杂性摊开看，就是这些小东西的叠加。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演示：第一次点击显示暂停与恢复的落点；第二次点击显示淡入时机与切耳机的落点。</a:t>
            </a:r>
          </a:p>
          <a:p xmlns:a="http://schemas.openxmlformats.org/drawingml/2006/main">
            <a:r>
              <a:t>讲述安排：先看初始图，再按鼠标逐步揭示。每次点击后沿编号指图解释。</a:t>
            </a:r>
          </a:p>
          <a:p xmlns:a="http://schemas.openxmlformats.org/drawingml/2006/main">
            <a:r>
              <a:t>转场：</a:t>
            </a:r>
          </a:p>
          <a:p xmlns:a="http://schemas.openxmlformats.org/drawingml/2006/main">
            <a:r>
              <a:t>技术边界：行为与代码位置对应源码树当前主干；描述的是这一路径的行为，不构成对其他版本或分支的描述。</a:t>
            </a:r>
          </a:p>
          <a:p xmlns:a="http://schemas.openxmlformats.org/drawingml/2006/main">
            <a:r>
              <a:t>源码与依据：</a:t>
            </a:r>
          </a:p>
          <a:p xmlns:a="http://schemas.openxmlformats.org/drawingml/2006/main">
            <a:r>
              <a:t>https://gitcode.com/openharmony/multimedia_audio_framework/blob/0d073de5a30f33ab6716d9abd481d76eca843741/services/audio_engine/node/src/hpae_gain_node.cpp#L207</a:t>
            </a:r>
          </a:p>
          <a:p xmlns:a="http://schemas.openxmlformats.org/drawingml/2006/main">
            <a:r>
              <a:t>https://gitcode.com/openharmony/multimedia_audio_framework/blob/0d073de5a30f33ab6716d9abd481d76eca843741/services/audio_engine/node/src/hpae_gain_node.cpp#L232</a:t>
            </a:r>
          </a:p>
          <a:p xmlns:a="http://schemas.openxmlformats.org/drawingml/2006/main">
            <a:r>
              <a:t>https://gitcode.com/openharmony/multimedia_audio_framework/blob/0d073de5a30f33ab6716d9abd481d76eca843741/services/audio_engine/manager/src/hpae_renderer_manager.cpp#L919</a:t>
            </a:r>
          </a:p>
          <a:p xmlns:a="http://schemas.openxmlformats.org/drawingml/2006/main">
            <a:r>
              <a:t>https://gitcode.com/openharmony/multimedia_audio_framework/blob/0d073de5a30f33ab6716d9abd481d76eca843741/services/audio_engine/manager/src/hpae_renderer_manager.cpp#L1777</a:t>
            </a:r>
          </a:p>
          <a:p xmlns:a="http://schemas.openxmlformats.org/drawingml/2006/main">
            <a:r>
              <a:t>https://gitcode.com/openharmony/multimedia_audio_framework/blob/0d073de5a30f33ab6716d9abd481d76eca843741/services/audio_engine/manager/src/hpae_renderer_manager.cpp#L114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再看这三个操作</a:t>
            </a:r>
          </a:p>
          <a:p xmlns:a="http://schemas.openxmlformats.org/drawingml/2006/main">
            <a:r>
              <a:t>时间：1.3分钟</a:t>
            </a:r>
          </a:p>
          <a:p xmlns:a="http://schemas.openxmlformats.org/drawingml/2006/main">
            <a:r>
              <a:t>本页目标：再看这三个操作</a:t>
            </a:r>
          </a:p>
          <a:p xmlns:a="http://schemas.openxmlformats.org/drawingml/2006/main">
            <a:r>
              <a:t>承接：音乐 A 始终表示同一路音乐播放会话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回到这一路音乐，把三个操作放在一起说。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暂停：让增益降完再拆输入，因为时间不能跳过去。恢复：旧请求执行前先看新状态，因为请求会排队、新旧会交错。切耳机：交接同一个会话、接入目标链，因为设备参数各不相同，而音乐必须是同一路。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还有一条底线压在所有这些上面：耳朵什么都不能听见。不能有爆音，不能有全音量冲出来的那一声，不能断拍，不能状态错乱。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时间、队列、状态、设备差异，再加耳朵，五样都得交代。这一部分看到的，就是 HPAE 交的答卷：一条线程、一个队列，和几个落在具体位置的小保证。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那么换一个引擎，同样的三个操作会是什么样？PA 是怎么组织这些事情的，跟这套做法差别在哪、各自换来什么？这就是下一部分的内容。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演示：先回到同一路音乐；第一次点击回顾三处具体动作；第二次点击收出五样约束。</a:t>
            </a:r>
          </a:p>
          <a:p xmlns:a="http://schemas.openxmlformats.org/drawingml/2006/main">
            <a:r>
              <a:t>讲述安排：先看初始图，再按鼠标逐步揭示。每次点击后沿编号指图解释。</a:t>
            </a:r>
          </a:p>
          <a:p xmlns:a="http://schemas.openxmlformats.org/drawingml/2006/main">
            <a:r>
              <a:t>转场：</a:t>
            </a:r>
          </a:p>
          <a:p xmlns:a="http://schemas.openxmlformats.org/drawingml/2006/main">
            <a:r>
              <a:t>技术边界：不把上述能力说成 HPAE 独有，也不从结构图推导未测量的时延或功耗幅度。</a:t>
            </a:r>
          </a:p>
          <a:p xmlns:a="http://schemas.openxmlformats.org/drawingml/2006/main">
            <a:r>
              <a:t>源码与依据：</a:t>
            </a:r>
          </a:p>
          <a:p xmlns:a="http://schemas.openxmlformats.org/drawingml/2006/main">
            <a:r>
              <a:t>https://gitcode.com/openharmony/multimedia_audio_framework/blob/0d073de5a30f33ab6716d9abd481d76eca843741/services/audio_engine/manager/src/hpae_renderer_manager.cpp#L1755</a:t>
            </a:r>
          </a:p>
          <a:p xmlns:a="http://schemas.openxmlformats.org/drawingml/2006/main">
            <a:r>
              <a:t>https://gitcode.com/openharmony/multimedia_audio_framework/blob/0d073de5a30f33ab6716d9abd481d76eca843741/services/audio_engine/manager/src/hpae_renderer_manager.cpp#L1110</a:t>
            </a:r>
          </a:p>
          <a:p xmlns:a="http://schemas.openxmlformats.org/drawingml/2006/main">
            <a:r>
              <a:t>https://gitcode.com/openharmony/multimedia_audio_framework/blob/0d073de5a30f33ab6716d9abd481d76eca843741/services/audio_engine/manager/src/hpae_renderer_manager.cpp#L872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df19505596749a5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e1592b634724859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890a503deeb4f95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c885d7ea9f14262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8a79ebfa6714b54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1901c78aa3b448d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9F361456-1F79-4B32-A712-9F6B9A2A4D8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8ACB872C-C74F-4D4D-A197-FF5C4170DE19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59A2BDAD-1B1F-4CE0-8DB2-DDF643FFB1A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C1F02080-0823-4616-9111-20DFD31B364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B1157A31-A4F1-42AF-9C4F-F99A1EF72C1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C8BCE4A8-F90F-46AA-98F4-9FE1AA0DBBC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D451867C-14BD-42B6-BE57-759B77FE09C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A53B2665-EC63-4A43-9502-CD34BB3FA7CD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C7427362-F80D-45CF-AEBB-8FE14A92FE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C7E5BC23-62D9-4105-A87E-52B5C8DE5F8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746945a87b944a5e" /><Relationship Type="http://schemas.openxmlformats.org/officeDocument/2006/relationships/slideLayout" Target="/ppt/slideLayouts/slideLayout1.xml" Id="R70405c7265e346b7" /><Relationship Type="http://schemas.openxmlformats.org/officeDocument/2006/relationships/slideLayout" Target="/ppt/slideLayouts/slideLayout2.xml" Id="Rd342b403d3a74c56" /><Relationship Type="http://schemas.openxmlformats.org/officeDocument/2006/relationships/slideLayout" Target="/ppt/slideLayouts/slideLayout3.xml" Id="R3ed5ddc4c5c1484a" /><Relationship Type="http://schemas.openxmlformats.org/officeDocument/2006/relationships/slideLayout" Target="/ppt/slideLayouts/slideLayout4.xml" Id="R83e0377ddb7f46f7" /><Relationship Type="http://schemas.openxmlformats.org/officeDocument/2006/relationships/slideLayout" Target="/ppt/slideLayouts/slideLayout5.xml" Id="R51427c94c20a4bbe" /><Relationship Type="http://schemas.openxmlformats.org/officeDocument/2006/relationships/slideLayout" Target="/ppt/slideLayouts/slideLayout6.xml" Id="R870b9ec9504e42af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0405c7265e346b7"/>
    <p:sldLayoutId xmlns:r="http://schemas.openxmlformats.org/officeDocument/2006/relationships" id="2147483650" r:id="Rd342b403d3a74c56"/>
    <p:sldLayoutId xmlns:r="http://schemas.openxmlformats.org/officeDocument/2006/relationships" id="2147483651" r:id="R3ed5ddc4c5c1484a"/>
    <p:sldLayoutId xmlns:r="http://schemas.openxmlformats.org/officeDocument/2006/relationships" id="2147483652" r:id="R83e0377ddb7f46f7"/>
    <p:sldLayoutId xmlns:r="http://schemas.openxmlformats.org/officeDocument/2006/relationships" id="2147483653" r:id="R51427c94c20a4bbe"/>
    <p:sldLayoutId xmlns:r="http://schemas.openxmlformats.org/officeDocument/2006/relationships" id="2147483654" r:id="R870b9ec9504e42af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e682bd40bea4511" /><Relationship Type="http://schemas.openxmlformats.org/officeDocument/2006/relationships/notesSlide" Target="/ppt/notesSlides/notesSlide1.xml" Id="R61fe12691848424d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8e7a5a11d8b4360" /><Relationship Type="http://schemas.openxmlformats.org/officeDocument/2006/relationships/notesSlide" Target="/ppt/notesSlides/notesSlide2.xml" Id="R6ff3892859244df4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a6841efe8f6457f" /><Relationship Type="http://schemas.openxmlformats.org/officeDocument/2006/relationships/notesSlide" Target="/ppt/notesSlides/notesSlide3.xml" Id="R8ccf664e311b4c13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1db18c5ed9147b7" /><Relationship Type="http://schemas.openxmlformats.org/officeDocument/2006/relationships/notesSlide" Target="/ppt/notesSlides/notesSlide4.xml" Id="R66ac2fcbbc8d432f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6f7db67e8a14b81" /><Relationship Type="http://schemas.openxmlformats.org/officeDocument/2006/relationships/notesSlide" Target="/ppt/notesSlides/notesSlide5.xml" Id="R35100b1be4f240d7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8ffc41d839644c8" /><Relationship Type="http://schemas.openxmlformats.org/officeDocument/2006/relationships/notesSlide" Target="/ppt/notesSlides/notesSlide6.xml" Id="R9daf4e5079864533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72672878f484b01" /><Relationship Type="http://schemas.openxmlformats.org/officeDocument/2006/relationships/notesSlide" Target="/ppt/notesSlides/notesSlide7.xml" Id="R7b726de25c474b0e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1828e1986c04588" /><Relationship Type="http://schemas.openxmlformats.org/officeDocument/2006/relationships/notesSlide" Target="/ppt/notesSlides/notesSlide8.xml" Id="Rfae555f5d22e4398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a8698ed1b914f23" /><Relationship Type="http://schemas.openxmlformats.org/officeDocument/2006/relationships/notesSlide" Target="/ppt/notesSlides/notesSlide9.xml" Id="Ra010ccb627644468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1f2c6b0733641a5" /><Relationship Type="http://schemas.openxmlformats.org/officeDocument/2006/relationships/notesSlide" Target="/ppt/notesSlides/notesSlide10.xml" Id="R58e06280bd7e42f1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f25129011a74767" /><Relationship Type="http://schemas.openxmlformats.org/officeDocument/2006/relationships/notesSlide" Target="/ppt/notesSlides/notesSlide11.xml" Id="R288f2cfecdba4969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8" name="object-0">
            <a:extLst xmlns:a="http://schemas.openxmlformats.org/drawingml/2006/main">
              <a:ext uri="{FF2B5EF4-FFF2-40B4-BE49-F238E27FC236}">
                <a16:creationId xmlns:a16="http://schemas.microsoft.com/office/drawing/2014/main" id="{263FC33F-C5EB-48A3-B768-76C462FE7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53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31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31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rPr>
              <a:t>一首歌，三个操作</a:t>
            </a:r>
          </a:p>
        </p:txBody>
      </p:sp>
      <p:sp>
        <p:nvSpPr>
          <p:cNvPr id="2" name="object-1">
            <a:extLst xmlns:a="http://schemas.openxmlformats.org/drawingml/2006/main">
              <a:ext uri="{FF2B5EF4-FFF2-40B4-BE49-F238E27FC236}">
                <a16:creationId xmlns:a16="http://schemas.microsoft.com/office/drawing/2014/main" id="{C8C4645C-2C43-4469-B412-4B1C532E0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23975"/>
            <a:ext cx="10668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2100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100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rPr>
              <a:t>暂停、恢复、切到耳机，三次点击，屏幕上都瞬间完成。</a:t>
            </a:r>
          </a:p>
        </p:txBody>
      </p:sp>
      <p:sp>
        <p:nvSpPr>
          <p:cNvPr id="3" name="object-2">
            <a:extLst xmlns:a="http://schemas.openxmlformats.org/drawingml/2006/main">
              <a:ext uri="{FF2B5EF4-FFF2-40B4-BE49-F238E27FC236}">
                <a16:creationId xmlns:a16="http://schemas.microsoft.com/office/drawing/2014/main" id="{CB2F661D-68AF-4BB8-9A0D-AA5F26933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0"/>
            <a:ext cx="133350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9A9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object-3">
            <a:extLst xmlns:a="http://schemas.openxmlformats.org/drawingml/2006/main">
              <a:ext uri="{FF2B5EF4-FFF2-40B4-BE49-F238E27FC236}">
                <a16:creationId xmlns:a16="http://schemas.microsoft.com/office/drawing/2014/main" id="{4982392F-4870-4532-8F38-8FB5191A8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390900"/>
            <a:ext cx="11049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ctr">
              <a:def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ctr">
              <a:def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音乐 A</a:t>
            </a:r>
          </a:p>
        </p:txBody>
      </p:sp>
      <p:sp>
        <p:nvSpPr>
          <p:cNvPr id="5" name="object-4">
            <a:extLst xmlns:a="http://schemas.openxmlformats.org/drawingml/2006/main">
              <a:ext uri="{FF2B5EF4-FFF2-40B4-BE49-F238E27FC236}">
                <a16:creationId xmlns:a16="http://schemas.microsoft.com/office/drawing/2014/main" id="{4292A231-DE0A-4706-A996-66E17AD3B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38575"/>
            <a:ext cx="1333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ctr">
              <a:defRPr sz="1500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ctr">
              <a:defRPr sz="1500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rPr>
              <a:t>同一路音乐</a:t>
            </a:r>
          </a:p>
          <a:p xmlns:a="http://schemas.openxmlformats.org/drawingml/2006/main">
            <a:pPr algn="ctr">
              <a:defRPr sz="1500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rPr>
              <a:t>后文称“会话”</a:t>
            </a:r>
          </a:p>
        </p:txBody>
      </p:sp>
      <p:sp>
        <p:nvSpPr>
          <p:cNvPr id="6" name="object-5">
            <a:extLst xmlns:a="http://schemas.openxmlformats.org/drawingml/2006/main">
              <a:ext uri="{FF2B5EF4-FFF2-40B4-BE49-F238E27FC236}">
                <a16:creationId xmlns:a16="http://schemas.microsoft.com/office/drawing/2014/main" id="{8061BC73-E21B-4F44-872A-284DCD4A7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3219450"/>
            <a:ext cx="1714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CE5EE"/>
            </a:solidFill>
            <a:prstDash val="solid"/>
          </a:ln>
        </p:spPr>
      </p:sp>
      <p:sp>
        <p:nvSpPr>
          <p:cNvPr id="7" name="object-6">
            <a:extLst xmlns:a="http://schemas.openxmlformats.org/drawingml/2006/main">
              <a:ext uri="{FF2B5EF4-FFF2-40B4-BE49-F238E27FC236}">
                <a16:creationId xmlns:a16="http://schemas.microsoft.com/office/drawing/2014/main" id="{1B066719-8183-4673-9FCF-03A9510DD4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3429000"/>
            <a:ext cx="2286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9A9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object-7">
            <a:extLst xmlns:a="http://schemas.openxmlformats.org/drawingml/2006/main">
              <a:ext uri="{FF2B5EF4-FFF2-40B4-BE49-F238E27FC236}">
                <a16:creationId xmlns:a16="http://schemas.microsoft.com/office/drawing/2014/main" id="{951B7B81-A217-4714-8CAB-4BE79DB41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6575" y="3429000"/>
            <a:ext cx="2286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9A9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object-8">
            <a:extLst xmlns:a="http://schemas.openxmlformats.org/drawingml/2006/main">
              <a:ext uri="{FF2B5EF4-FFF2-40B4-BE49-F238E27FC236}">
                <a16:creationId xmlns:a16="http://schemas.microsoft.com/office/drawing/2014/main" id="{CB4F12D5-E8C5-480F-BFE7-8AA91A54E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3429000"/>
            <a:ext cx="2286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9A9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object-9">
            <a:extLst xmlns:a="http://schemas.openxmlformats.org/drawingml/2006/main">
              <a:ext uri="{FF2B5EF4-FFF2-40B4-BE49-F238E27FC236}">
                <a16:creationId xmlns:a16="http://schemas.microsoft.com/office/drawing/2014/main" id="{C80BC3B2-1BA1-426E-BDFA-035A7A98D2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6175" y="3429000"/>
            <a:ext cx="2286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9A9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object-10">
            <a:extLst xmlns:a="http://schemas.openxmlformats.org/drawingml/2006/main">
              <a:ext uri="{FF2B5EF4-FFF2-40B4-BE49-F238E27FC236}">
                <a16:creationId xmlns:a16="http://schemas.microsoft.com/office/drawing/2014/main" id="{7AE7FF7C-B29F-4A7B-9DED-EE1B54896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4029075"/>
            <a:ext cx="1714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ctr">
              <a:defRPr sz="17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ctr">
              <a:defRPr sz="17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rPr>
              <a:t>待处理的数据</a:t>
            </a:r>
          </a:p>
        </p:txBody>
      </p:sp>
      <p:sp>
        <p:nvSpPr>
          <p:cNvPr id="12" name="object-11">
            <a:extLst xmlns:a="http://schemas.openxmlformats.org/drawingml/2006/main">
              <a:ext uri="{FF2B5EF4-FFF2-40B4-BE49-F238E27FC236}">
                <a16:creationId xmlns:a16="http://schemas.microsoft.com/office/drawing/2014/main" id="{94EBB166-9942-4097-B61F-84AD027A3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5875" y="3219450"/>
            <a:ext cx="17145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263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object-12">
            <a:extLst xmlns:a="http://schemas.openxmlformats.org/drawingml/2006/main">
              <a:ext uri="{FF2B5EF4-FFF2-40B4-BE49-F238E27FC236}">
                <a16:creationId xmlns:a16="http://schemas.microsoft.com/office/drawing/2014/main" id="{EF1F5DCE-6744-427E-B4CB-6B6244EA4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0175" y="3276600"/>
            <a:ext cx="14859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ctr">
              <a:defRPr sz="19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ctr">
              <a:defRPr sz="19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增益与音效</a:t>
            </a:r>
          </a:p>
        </p:txBody>
      </p:sp>
      <p:sp>
        <p:nvSpPr>
          <p:cNvPr id="14" name="object-13">
            <a:extLst xmlns:a="http://schemas.openxmlformats.org/drawingml/2006/main">
              <a:ext uri="{FF2B5EF4-FFF2-40B4-BE49-F238E27FC236}">
                <a16:creationId xmlns:a16="http://schemas.microsoft.com/office/drawing/2014/main" id="{0AD56B02-8FC2-421A-BF97-B6260C677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3219450"/>
            <a:ext cx="17145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263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object-14">
            <a:extLst xmlns:a="http://schemas.openxmlformats.org/drawingml/2006/main">
              <a:ext uri="{FF2B5EF4-FFF2-40B4-BE49-F238E27FC236}">
                <a16:creationId xmlns:a16="http://schemas.microsoft.com/office/drawing/2014/main" id="{64DE5AF4-60A1-41F6-B90C-F8F104908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3276600"/>
            <a:ext cx="14859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ctr">
              <a:defRPr sz="19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ctr">
              <a:defRPr sz="19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设备输出</a:t>
            </a:r>
          </a:p>
        </p:txBody>
      </p:sp>
      <p:sp>
        <p:nvSpPr>
          <p:cNvPr id="16" name="object-15">
            <a:extLst xmlns:a="http://schemas.openxmlformats.org/drawingml/2006/main">
              <a:ext uri="{FF2B5EF4-FFF2-40B4-BE49-F238E27FC236}">
                <a16:creationId xmlns:a16="http://schemas.microsoft.com/office/drawing/2014/main" id="{EA658940-8DA6-47EB-A612-B5A16649E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3343275"/>
            <a:ext cx="14763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2025" b="1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025" b="1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rPr>
              <a:t>扬声器</a:t>
            </a:r>
          </a:p>
        </p:txBody>
      </p:sp>
      <p:sp>
        <p:nvSpPr>
          <p:cNvPr id="17" name="line-16">
            <a:extLst xmlns:a="http://schemas.openxmlformats.org/drawingml/2006/main">
              <a:ext uri="{FF2B5EF4-FFF2-40B4-BE49-F238E27FC236}">
                <a16:creationId xmlns:a16="http://schemas.microsoft.com/office/drawing/2014/main" id="{83226428-3AB0-41CF-81A3-954BD765F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3552825"/>
            <a:ext cx="666750" cy="9525"/>
          </a:xfrm>
          <a:custGeom xmlns:a="http://schemas.openxmlformats.org/drawingml/2006/main">
            <a:pathLst>
              <a:path w="666750" h="9525">
                <a:moveTo>
                  <a:pt x="0" y="0"/>
                </a:moveTo>
                <a:lnTo>
                  <a:pt x="6667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119A92"/>
            </a:solidFill>
            <a:prstDash val="solid"/>
          </a:ln>
        </p:spPr>
      </p:sp>
      <p:sp>
        <p:nvSpPr>
          <p:cNvPr id="18" name="line-17">
            <a:extLst xmlns:a="http://schemas.openxmlformats.org/drawingml/2006/main">
              <a:ext uri="{FF2B5EF4-FFF2-40B4-BE49-F238E27FC236}">
                <a16:creationId xmlns:a16="http://schemas.microsoft.com/office/drawing/2014/main" id="{5DE54278-D32C-4831-9D2A-B38A1C53BC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4082" y="3552825"/>
            <a:ext cx="85768" cy="41430"/>
          </a:xfrm>
          <a:custGeom xmlns:a="http://schemas.openxmlformats.org/drawingml/2006/main">
            <a:pathLst>
              <a:path w="85768" h="41430">
                <a:moveTo>
                  <a:pt x="0" y="41430"/>
                </a:moveTo>
                <a:lnTo>
                  <a:pt x="85768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119A92"/>
            </a:solidFill>
            <a:prstDash val="solid"/>
          </a:ln>
        </p:spPr>
      </p:sp>
      <p:sp>
        <p:nvSpPr>
          <p:cNvPr id="19" name="line-18">
            <a:extLst xmlns:a="http://schemas.openxmlformats.org/drawingml/2006/main">
              <a:ext uri="{FF2B5EF4-FFF2-40B4-BE49-F238E27FC236}">
                <a16:creationId xmlns:a16="http://schemas.microsoft.com/office/drawing/2014/main" id="{98B8F242-E93C-4AE5-AB14-B38042D15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4082" y="3511395"/>
            <a:ext cx="85768" cy="41430"/>
          </a:xfrm>
          <a:custGeom xmlns:a="http://schemas.openxmlformats.org/drawingml/2006/main">
            <a:pathLst>
              <a:path w="85768" h="41430">
                <a:moveTo>
                  <a:pt x="0" y="0"/>
                </a:moveTo>
                <a:lnTo>
                  <a:pt x="85768" y="4143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119A92"/>
            </a:solidFill>
            <a:prstDash val="solid"/>
          </a:ln>
        </p:spPr>
      </p:sp>
      <p:sp>
        <p:nvSpPr>
          <p:cNvPr id="20" name="line-19">
            <a:extLst xmlns:a="http://schemas.openxmlformats.org/drawingml/2006/main">
              <a:ext uri="{FF2B5EF4-FFF2-40B4-BE49-F238E27FC236}">
                <a16:creationId xmlns:a16="http://schemas.microsoft.com/office/drawing/2014/main" id="{59074822-6793-4863-B7D5-563DB7DA6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3552825"/>
            <a:ext cx="771525" cy="9525"/>
          </a:xfrm>
          <a:custGeom xmlns:a="http://schemas.openxmlformats.org/drawingml/2006/main">
            <a:pathLst>
              <a:path w="771525" h="9525">
                <a:moveTo>
                  <a:pt x="0" y="0"/>
                </a:moveTo>
                <a:lnTo>
                  <a:pt x="7715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119A92"/>
            </a:solidFill>
            <a:prstDash val="solid"/>
          </a:ln>
        </p:spPr>
      </p:sp>
      <p:sp>
        <p:nvSpPr>
          <p:cNvPr id="21" name="line-20">
            <a:extLst xmlns:a="http://schemas.openxmlformats.org/drawingml/2006/main">
              <a:ext uri="{FF2B5EF4-FFF2-40B4-BE49-F238E27FC236}">
                <a16:creationId xmlns:a16="http://schemas.microsoft.com/office/drawing/2014/main" id="{7BBB0C31-D0DE-4041-996D-11000EEE7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07" y="3552825"/>
            <a:ext cx="85768" cy="41430"/>
          </a:xfrm>
          <a:custGeom xmlns:a="http://schemas.openxmlformats.org/drawingml/2006/main">
            <a:pathLst>
              <a:path w="85768" h="41430">
                <a:moveTo>
                  <a:pt x="0" y="41430"/>
                </a:moveTo>
                <a:lnTo>
                  <a:pt x="85768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119A92"/>
            </a:solidFill>
            <a:prstDash val="solid"/>
          </a:ln>
        </p:spPr>
      </p:sp>
      <p:sp>
        <p:nvSpPr>
          <p:cNvPr id="22" name="line-21">
            <a:extLst xmlns:a="http://schemas.openxmlformats.org/drawingml/2006/main">
              <a:ext uri="{FF2B5EF4-FFF2-40B4-BE49-F238E27FC236}">
                <a16:creationId xmlns:a16="http://schemas.microsoft.com/office/drawing/2014/main" id="{1A40A4E5-2CC8-4354-B960-80D230464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07" y="3511395"/>
            <a:ext cx="85768" cy="41430"/>
          </a:xfrm>
          <a:custGeom xmlns:a="http://schemas.openxmlformats.org/drawingml/2006/main">
            <a:pathLst>
              <a:path w="85768" h="41430">
                <a:moveTo>
                  <a:pt x="0" y="0"/>
                </a:moveTo>
                <a:lnTo>
                  <a:pt x="85768" y="4143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119A92"/>
            </a:solidFill>
            <a:prstDash val="solid"/>
          </a:ln>
        </p:spPr>
      </p:sp>
      <p:sp>
        <p:nvSpPr>
          <p:cNvPr id="23" name="line-22">
            <a:extLst xmlns:a="http://schemas.openxmlformats.org/drawingml/2006/main">
              <a:ext uri="{FF2B5EF4-FFF2-40B4-BE49-F238E27FC236}">
                <a16:creationId xmlns:a16="http://schemas.microsoft.com/office/drawing/2014/main" id="{344EE089-7C5A-43AC-9D48-B2EE2D9A3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0375" y="3552825"/>
            <a:ext cx="1038225" cy="9525"/>
          </a:xfrm>
          <a:custGeom xmlns:a="http://schemas.openxmlformats.org/drawingml/2006/main">
            <a:pathLst>
              <a:path w="1038225" h="9525">
                <a:moveTo>
                  <a:pt x="0" y="0"/>
                </a:moveTo>
                <a:lnTo>
                  <a:pt x="10382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119A92"/>
            </a:solidFill>
            <a:prstDash val="solid"/>
          </a:ln>
        </p:spPr>
      </p:sp>
      <p:sp>
        <p:nvSpPr>
          <p:cNvPr id="24" name="line-23">
            <a:extLst xmlns:a="http://schemas.openxmlformats.org/drawingml/2006/main">
              <a:ext uri="{FF2B5EF4-FFF2-40B4-BE49-F238E27FC236}">
                <a16:creationId xmlns:a16="http://schemas.microsoft.com/office/drawing/2014/main" id="{55586899-14AA-4F1A-A2DA-7E743DD5F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32" y="3552825"/>
            <a:ext cx="85768" cy="41430"/>
          </a:xfrm>
          <a:custGeom xmlns:a="http://schemas.openxmlformats.org/drawingml/2006/main">
            <a:pathLst>
              <a:path w="85768" h="41430">
                <a:moveTo>
                  <a:pt x="0" y="41430"/>
                </a:moveTo>
                <a:lnTo>
                  <a:pt x="85768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119A92"/>
            </a:solidFill>
            <a:prstDash val="solid"/>
          </a:ln>
        </p:spPr>
      </p:sp>
      <p:sp>
        <p:nvSpPr>
          <p:cNvPr id="25" name="line-24">
            <a:extLst xmlns:a="http://schemas.openxmlformats.org/drawingml/2006/main">
              <a:ext uri="{FF2B5EF4-FFF2-40B4-BE49-F238E27FC236}">
                <a16:creationId xmlns:a16="http://schemas.microsoft.com/office/drawing/2014/main" id="{BEF63D2C-66C7-4886-BCE9-C9D6D51BE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32" y="3511395"/>
            <a:ext cx="85768" cy="41430"/>
          </a:xfrm>
          <a:custGeom xmlns:a="http://schemas.openxmlformats.org/drawingml/2006/main">
            <a:pathLst>
              <a:path w="85768" h="41430">
                <a:moveTo>
                  <a:pt x="0" y="0"/>
                </a:moveTo>
                <a:lnTo>
                  <a:pt x="85768" y="4143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119A92"/>
            </a:solidFill>
            <a:prstDash val="solid"/>
          </a:ln>
        </p:spPr>
      </p:sp>
      <p:sp>
        <p:nvSpPr>
          <p:cNvPr id="26" name="line-25">
            <a:extLst xmlns:a="http://schemas.openxmlformats.org/drawingml/2006/main">
              <a:ext uri="{FF2B5EF4-FFF2-40B4-BE49-F238E27FC236}">
                <a16:creationId xmlns:a16="http://schemas.microsoft.com/office/drawing/2014/main" id="{399421C7-F0DB-4189-8210-5B6C666FF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3552825"/>
            <a:ext cx="476250" cy="9525"/>
          </a:xfrm>
          <a:custGeom xmlns:a="http://schemas.openxmlformats.org/drawingml/2006/main">
            <a:pathLst>
              <a:path w="476250" h="9525">
                <a:moveTo>
                  <a:pt x="0" y="0"/>
                </a:moveTo>
                <a:lnTo>
                  <a:pt x="4762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119A92"/>
            </a:solidFill>
            <a:prstDash val="solid"/>
          </a:ln>
        </p:spPr>
      </p:sp>
      <p:sp>
        <p:nvSpPr>
          <p:cNvPr id="27" name="line-26">
            <a:extLst xmlns:a="http://schemas.openxmlformats.org/drawingml/2006/main">
              <a:ext uri="{FF2B5EF4-FFF2-40B4-BE49-F238E27FC236}">
                <a16:creationId xmlns:a16="http://schemas.microsoft.com/office/drawing/2014/main" id="{4DA696EE-1486-40D0-A58F-F26EE935F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53582" y="3552825"/>
            <a:ext cx="85768" cy="41430"/>
          </a:xfrm>
          <a:custGeom xmlns:a="http://schemas.openxmlformats.org/drawingml/2006/main">
            <a:pathLst>
              <a:path w="85768" h="41430">
                <a:moveTo>
                  <a:pt x="0" y="41430"/>
                </a:moveTo>
                <a:lnTo>
                  <a:pt x="85768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119A92"/>
            </a:solidFill>
            <a:prstDash val="solid"/>
          </a:ln>
        </p:spPr>
      </p:sp>
      <p:sp>
        <p:nvSpPr>
          <p:cNvPr id="28" name="line-27">
            <a:extLst xmlns:a="http://schemas.openxmlformats.org/drawingml/2006/main">
              <a:ext uri="{FF2B5EF4-FFF2-40B4-BE49-F238E27FC236}">
                <a16:creationId xmlns:a16="http://schemas.microsoft.com/office/drawing/2014/main" id="{1044EDE4-FFD3-46D6-86AC-B540CB96F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53582" y="3511395"/>
            <a:ext cx="85768" cy="41430"/>
          </a:xfrm>
          <a:custGeom xmlns:a="http://schemas.openxmlformats.org/drawingml/2006/main">
            <a:pathLst>
              <a:path w="85768" h="41430">
                <a:moveTo>
                  <a:pt x="0" y="0"/>
                </a:moveTo>
                <a:lnTo>
                  <a:pt x="85768" y="4143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119A92"/>
            </a:solidFill>
            <a:prstDash val="solid"/>
          </a:ln>
        </p:spPr>
      </p:sp>
      <p:sp>
        <p:nvSpPr>
          <p:cNvPr id="29" name="reveal1-object-28">
            <a:extLst xmlns:a="http://schemas.openxmlformats.org/drawingml/2006/main">
              <a:ext uri="{FF2B5EF4-FFF2-40B4-BE49-F238E27FC236}">
                <a16:creationId xmlns:a16="http://schemas.microsoft.com/office/drawing/2014/main" id="{A74E681A-AABF-4C0E-BC12-672FA4561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171700"/>
            <a:ext cx="2857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ctr">
              <a:defRPr sz="2175" b="1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ctr">
              <a:defRPr sz="2175" b="1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rPr>
              <a:t>① 暂停   ② 恢复</a:t>
            </a:r>
          </a:p>
        </p:txBody>
      </p:sp>
      <p:sp>
        <p:nvSpPr>
          <p:cNvPr id="30" name="reveal1-line-29">
            <a:extLst xmlns:a="http://schemas.openxmlformats.org/drawingml/2006/main">
              <a:ext uri="{FF2B5EF4-FFF2-40B4-BE49-F238E27FC236}">
                <a16:creationId xmlns:a16="http://schemas.microsoft.com/office/drawing/2014/main" id="{75499EBF-34CC-456B-A81F-6E37FF5D7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25" y="2619375"/>
            <a:ext cx="9525" cy="44450"/>
          </a:xfrm>
          <a:custGeom xmlns:a="http://schemas.openxmlformats.org/drawingml/2006/main">
            <a:pathLst>
              <a:path w="9525" h="44450">
                <a:moveTo>
                  <a:pt x="0" y="0"/>
                </a:moveTo>
                <a:lnTo>
                  <a:pt x="0" y="4445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3379EB"/>
            </a:solidFill>
            <a:prstDash val="solid"/>
          </a:ln>
        </p:spPr>
      </p:sp>
      <p:sp>
        <p:nvSpPr>
          <p:cNvPr id="31" name="reveal1-line-30">
            <a:extLst xmlns:a="http://schemas.openxmlformats.org/drawingml/2006/main">
              <a:ext uri="{FF2B5EF4-FFF2-40B4-BE49-F238E27FC236}">
                <a16:creationId xmlns:a16="http://schemas.microsoft.com/office/drawing/2014/main" id="{4E6ED5FF-52A6-46C0-8A0F-2369DE8FE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25" y="2708275"/>
            <a:ext cx="9525" cy="44450"/>
          </a:xfrm>
          <a:custGeom xmlns:a="http://schemas.openxmlformats.org/drawingml/2006/main">
            <a:pathLst>
              <a:path w="9525" h="44450">
                <a:moveTo>
                  <a:pt x="0" y="0"/>
                </a:moveTo>
                <a:lnTo>
                  <a:pt x="0" y="4445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3379EB"/>
            </a:solidFill>
            <a:prstDash val="solid"/>
          </a:ln>
        </p:spPr>
      </p:sp>
      <p:sp>
        <p:nvSpPr>
          <p:cNvPr id="32" name="reveal1-line-31">
            <a:extLst xmlns:a="http://schemas.openxmlformats.org/drawingml/2006/main">
              <a:ext uri="{FF2B5EF4-FFF2-40B4-BE49-F238E27FC236}">
                <a16:creationId xmlns:a16="http://schemas.microsoft.com/office/drawing/2014/main" id="{C079C758-386F-439B-9BC9-80895A76F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25" y="2797175"/>
            <a:ext cx="9525" cy="44450"/>
          </a:xfrm>
          <a:custGeom xmlns:a="http://schemas.openxmlformats.org/drawingml/2006/main">
            <a:pathLst>
              <a:path w="9525" h="44450">
                <a:moveTo>
                  <a:pt x="0" y="0"/>
                </a:moveTo>
                <a:lnTo>
                  <a:pt x="0" y="4445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3379EB"/>
            </a:solidFill>
            <a:prstDash val="solid"/>
          </a:ln>
        </p:spPr>
      </p:sp>
      <p:sp>
        <p:nvSpPr>
          <p:cNvPr id="33" name="reveal1-line-32">
            <a:extLst xmlns:a="http://schemas.openxmlformats.org/drawingml/2006/main">
              <a:ext uri="{FF2B5EF4-FFF2-40B4-BE49-F238E27FC236}">
                <a16:creationId xmlns:a16="http://schemas.microsoft.com/office/drawing/2014/main" id="{7F1BC8C9-2883-4395-AEDC-BE2F18C5E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25" y="2886075"/>
            <a:ext cx="9525" cy="44450"/>
          </a:xfrm>
          <a:custGeom xmlns:a="http://schemas.openxmlformats.org/drawingml/2006/main">
            <a:pathLst>
              <a:path w="9525" h="44450">
                <a:moveTo>
                  <a:pt x="0" y="0"/>
                </a:moveTo>
                <a:lnTo>
                  <a:pt x="0" y="4445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3379EB"/>
            </a:solidFill>
            <a:prstDash val="solid"/>
          </a:ln>
        </p:spPr>
      </p:sp>
      <p:sp>
        <p:nvSpPr>
          <p:cNvPr id="34" name="reveal1-line-33">
            <a:extLst xmlns:a="http://schemas.openxmlformats.org/drawingml/2006/main">
              <a:ext uri="{FF2B5EF4-FFF2-40B4-BE49-F238E27FC236}">
                <a16:creationId xmlns:a16="http://schemas.microsoft.com/office/drawing/2014/main" id="{4EB5CC41-5756-48B5-8438-8DB56CFEC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25" y="2974975"/>
            <a:ext cx="9525" cy="44450"/>
          </a:xfrm>
          <a:custGeom xmlns:a="http://schemas.openxmlformats.org/drawingml/2006/main">
            <a:pathLst>
              <a:path w="9525" h="44450">
                <a:moveTo>
                  <a:pt x="0" y="0"/>
                </a:moveTo>
                <a:lnTo>
                  <a:pt x="0" y="4445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3379EB"/>
            </a:solidFill>
            <a:prstDash val="solid"/>
          </a:ln>
        </p:spPr>
      </p:sp>
      <p:sp>
        <p:nvSpPr>
          <p:cNvPr id="35" name="reveal1-line-34">
            <a:extLst xmlns:a="http://schemas.openxmlformats.org/drawingml/2006/main">
              <a:ext uri="{FF2B5EF4-FFF2-40B4-BE49-F238E27FC236}">
                <a16:creationId xmlns:a16="http://schemas.microsoft.com/office/drawing/2014/main" id="{1CFCBC22-07A3-48B4-A200-9885C1A24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25" y="3063875"/>
            <a:ext cx="9525" cy="44450"/>
          </a:xfrm>
          <a:custGeom xmlns:a="http://schemas.openxmlformats.org/drawingml/2006/main">
            <a:pathLst>
              <a:path w="9525" h="44450">
                <a:moveTo>
                  <a:pt x="0" y="0"/>
                </a:moveTo>
                <a:lnTo>
                  <a:pt x="0" y="4445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3379EB"/>
            </a:solidFill>
            <a:prstDash val="solid"/>
          </a:ln>
        </p:spPr>
      </p:sp>
      <p:sp>
        <p:nvSpPr>
          <p:cNvPr id="36" name="reveal1-line-35">
            <a:extLst xmlns:a="http://schemas.openxmlformats.org/drawingml/2006/main">
              <a:ext uri="{FF2B5EF4-FFF2-40B4-BE49-F238E27FC236}">
                <a16:creationId xmlns:a16="http://schemas.microsoft.com/office/drawing/2014/main" id="{0A53A036-7DD0-4AC5-8248-9E0A74964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11695" y="3067007"/>
            <a:ext cx="41430" cy="85768"/>
          </a:xfrm>
          <a:custGeom xmlns:a="http://schemas.openxmlformats.org/drawingml/2006/main">
            <a:pathLst>
              <a:path w="41430" h="85768">
                <a:moveTo>
                  <a:pt x="0" y="0"/>
                </a:moveTo>
                <a:lnTo>
                  <a:pt x="41430" y="85768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3379EB"/>
            </a:solidFill>
            <a:prstDash val="solid"/>
          </a:ln>
        </p:spPr>
      </p:sp>
      <p:sp>
        <p:nvSpPr>
          <p:cNvPr id="37" name="reveal1-line-36">
            <a:extLst xmlns:a="http://schemas.openxmlformats.org/drawingml/2006/main">
              <a:ext uri="{FF2B5EF4-FFF2-40B4-BE49-F238E27FC236}">
                <a16:creationId xmlns:a16="http://schemas.microsoft.com/office/drawing/2014/main" id="{2CB88DD2-A4E9-4E24-94F8-B30A81C191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25" y="3067007"/>
            <a:ext cx="41430" cy="85768"/>
          </a:xfrm>
          <a:custGeom xmlns:a="http://schemas.openxmlformats.org/drawingml/2006/main">
            <a:pathLst>
              <a:path w="41430" h="85768">
                <a:moveTo>
                  <a:pt x="41430" y="0"/>
                </a:moveTo>
                <a:lnTo>
                  <a:pt x="0" y="85768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3379EB"/>
            </a:solidFill>
            <a:prstDash val="solid"/>
          </a:ln>
        </p:spPr>
      </p:sp>
      <p:sp>
        <p:nvSpPr>
          <p:cNvPr id="38" name="reveal1-object-37">
            <a:extLst xmlns:a="http://schemas.openxmlformats.org/drawingml/2006/main">
              <a:ext uri="{FF2B5EF4-FFF2-40B4-BE49-F238E27FC236}">
                <a16:creationId xmlns:a16="http://schemas.microsoft.com/office/drawing/2014/main" id="{FE56BAF0-F965-415B-83D0-B00A424DE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4838700"/>
            <a:ext cx="40957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ctr">
              <a:defRPr sz="1650" b="0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ctr">
              <a:defRPr sz="1650" b="0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rPr>
              <a:t>朴素做法：立即截断数据流，</a:t>
            </a:r>
          </a:p>
          <a:p xmlns:a="http://schemas.openxmlformats.org/drawingml/2006/main">
            <a:pPr algn="ctr">
              <a:defRPr sz="1650" b="0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rPr>
              <a:t>再原样接回。会听到：</a:t>
            </a:r>
          </a:p>
          <a:p xmlns:a="http://schemas.openxmlformats.org/drawingml/2006/main">
            <a:pPr algn="ctr">
              <a:defRPr sz="1650" b="0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rPr>
              <a:t>暂停“啪”、恢复“bang”。</a:t>
            </a:r>
          </a:p>
        </p:txBody>
      </p:sp>
      <p:sp>
        <p:nvSpPr>
          <p:cNvPr id="39" name="reveal2-object-38">
            <a:extLst xmlns:a="http://schemas.openxmlformats.org/drawingml/2006/main">
              <a:ext uri="{FF2B5EF4-FFF2-40B4-BE49-F238E27FC236}">
                <a16:creationId xmlns:a16="http://schemas.microsoft.com/office/drawing/2014/main" id="{8294A2E3-9DD6-457A-A1CD-1FE7AA255A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2171700"/>
            <a:ext cx="3048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ctr">
              <a:defRPr sz="2175" b="1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ctr">
              <a:defRPr sz="2175" b="1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rPr>
              <a:t>③ 切到耳机</a:t>
            </a:r>
          </a:p>
        </p:txBody>
      </p:sp>
      <p:sp>
        <p:nvSpPr>
          <p:cNvPr id="40" name="reveal2-line-39">
            <a:extLst xmlns:a="http://schemas.openxmlformats.org/drawingml/2006/main">
              <a:ext uri="{FF2B5EF4-FFF2-40B4-BE49-F238E27FC236}">
                <a16:creationId xmlns:a16="http://schemas.microsoft.com/office/drawing/2014/main" id="{44F24522-D519-45D7-80BD-9E34A6B83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2200" y="2628900"/>
            <a:ext cx="9525" cy="20638"/>
          </a:xfrm>
          <a:custGeom xmlns:a="http://schemas.openxmlformats.org/drawingml/2006/main">
            <a:pathLst>
              <a:path w="9525" h="20638">
                <a:moveTo>
                  <a:pt x="0" y="0"/>
                </a:moveTo>
                <a:lnTo>
                  <a:pt x="0" y="20638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3379EB"/>
            </a:solidFill>
            <a:prstDash val="solid"/>
          </a:ln>
        </p:spPr>
      </p:sp>
      <p:sp>
        <p:nvSpPr>
          <p:cNvPr id="41" name="reveal2-line-40">
            <a:extLst xmlns:a="http://schemas.openxmlformats.org/drawingml/2006/main">
              <a:ext uri="{FF2B5EF4-FFF2-40B4-BE49-F238E27FC236}">
                <a16:creationId xmlns:a16="http://schemas.microsoft.com/office/drawing/2014/main" id="{F0F9110A-36CF-43FF-97EC-BC7C656E6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2200" y="2670175"/>
            <a:ext cx="9525" cy="20638"/>
          </a:xfrm>
          <a:custGeom xmlns:a="http://schemas.openxmlformats.org/drawingml/2006/main">
            <a:pathLst>
              <a:path w="9525" h="20638">
                <a:moveTo>
                  <a:pt x="0" y="0"/>
                </a:moveTo>
                <a:lnTo>
                  <a:pt x="0" y="20638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3379EB"/>
            </a:solidFill>
            <a:prstDash val="solid"/>
          </a:ln>
        </p:spPr>
      </p:sp>
      <p:sp>
        <p:nvSpPr>
          <p:cNvPr id="42" name="reveal2-line-41">
            <a:extLst xmlns:a="http://schemas.openxmlformats.org/drawingml/2006/main">
              <a:ext uri="{FF2B5EF4-FFF2-40B4-BE49-F238E27FC236}">
                <a16:creationId xmlns:a16="http://schemas.microsoft.com/office/drawing/2014/main" id="{AE7E313B-62FD-45B1-9040-428050F3A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2200" y="2711450"/>
            <a:ext cx="9525" cy="20637"/>
          </a:xfrm>
          <a:custGeom xmlns:a="http://schemas.openxmlformats.org/drawingml/2006/main">
            <a:pathLst>
              <a:path w="9525" h="20637">
                <a:moveTo>
                  <a:pt x="0" y="0"/>
                </a:moveTo>
                <a:lnTo>
                  <a:pt x="0" y="20637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3379EB"/>
            </a:solidFill>
            <a:prstDash val="solid"/>
          </a:ln>
        </p:spPr>
      </p:sp>
      <p:sp>
        <p:nvSpPr>
          <p:cNvPr id="43" name="reveal2-line-42">
            <a:extLst xmlns:a="http://schemas.openxmlformats.org/drawingml/2006/main">
              <a:ext uri="{FF2B5EF4-FFF2-40B4-BE49-F238E27FC236}">
                <a16:creationId xmlns:a16="http://schemas.microsoft.com/office/drawing/2014/main" id="{C083656B-DDCF-4587-913D-010AC5029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2200" y="2752725"/>
            <a:ext cx="9525" cy="20638"/>
          </a:xfrm>
          <a:custGeom xmlns:a="http://schemas.openxmlformats.org/drawingml/2006/main">
            <a:pathLst>
              <a:path w="9525" h="20638">
                <a:moveTo>
                  <a:pt x="0" y="0"/>
                </a:moveTo>
                <a:lnTo>
                  <a:pt x="0" y="20638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3379EB"/>
            </a:solidFill>
            <a:prstDash val="solid"/>
          </a:ln>
        </p:spPr>
      </p:sp>
      <p:sp>
        <p:nvSpPr>
          <p:cNvPr id="44" name="reveal2-line-43">
            <a:extLst xmlns:a="http://schemas.openxmlformats.org/drawingml/2006/main">
              <a:ext uri="{FF2B5EF4-FFF2-40B4-BE49-F238E27FC236}">
                <a16:creationId xmlns:a16="http://schemas.microsoft.com/office/drawing/2014/main" id="{DC32BB70-6DF0-4AB7-BF41-C0946A4DD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2200" y="2794000"/>
            <a:ext cx="9525" cy="20638"/>
          </a:xfrm>
          <a:custGeom xmlns:a="http://schemas.openxmlformats.org/drawingml/2006/main">
            <a:pathLst>
              <a:path w="9525" h="20638">
                <a:moveTo>
                  <a:pt x="0" y="0"/>
                </a:moveTo>
                <a:lnTo>
                  <a:pt x="0" y="20638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3379EB"/>
            </a:solidFill>
            <a:prstDash val="solid"/>
          </a:ln>
        </p:spPr>
      </p:sp>
      <p:sp>
        <p:nvSpPr>
          <p:cNvPr id="45" name="reveal2-line-44">
            <a:extLst xmlns:a="http://schemas.openxmlformats.org/drawingml/2006/main">
              <a:ext uri="{FF2B5EF4-FFF2-40B4-BE49-F238E27FC236}">
                <a16:creationId xmlns:a16="http://schemas.microsoft.com/office/drawing/2014/main" id="{FA2EDAD3-41E5-41F2-BEBE-4A0534D5B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2200" y="2835275"/>
            <a:ext cx="9525" cy="20637"/>
          </a:xfrm>
          <a:custGeom xmlns:a="http://schemas.openxmlformats.org/drawingml/2006/main">
            <a:pathLst>
              <a:path w="9525" h="20637">
                <a:moveTo>
                  <a:pt x="0" y="0"/>
                </a:moveTo>
                <a:lnTo>
                  <a:pt x="0" y="20637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3379EB"/>
            </a:solidFill>
            <a:prstDash val="solid"/>
          </a:ln>
        </p:spPr>
      </p:sp>
      <p:sp>
        <p:nvSpPr>
          <p:cNvPr id="46" name="reveal2-line-45">
            <a:extLst xmlns:a="http://schemas.openxmlformats.org/drawingml/2006/main">
              <a:ext uri="{FF2B5EF4-FFF2-40B4-BE49-F238E27FC236}">
                <a16:creationId xmlns:a16="http://schemas.microsoft.com/office/drawing/2014/main" id="{D0C38A57-A790-4B89-A75E-14259E089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0770" y="2790782"/>
            <a:ext cx="41430" cy="85768"/>
          </a:xfrm>
          <a:custGeom xmlns:a="http://schemas.openxmlformats.org/drawingml/2006/main">
            <a:pathLst>
              <a:path w="41430" h="85768">
                <a:moveTo>
                  <a:pt x="0" y="0"/>
                </a:moveTo>
                <a:lnTo>
                  <a:pt x="41430" y="85768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3379EB"/>
            </a:solidFill>
            <a:prstDash val="solid"/>
          </a:ln>
        </p:spPr>
      </p:sp>
      <p:sp>
        <p:nvSpPr>
          <p:cNvPr id="47" name="reveal2-line-46">
            <a:extLst xmlns:a="http://schemas.openxmlformats.org/drawingml/2006/main">
              <a:ext uri="{FF2B5EF4-FFF2-40B4-BE49-F238E27FC236}">
                <a16:creationId xmlns:a16="http://schemas.microsoft.com/office/drawing/2014/main" id="{8C484EA4-8794-4823-B5DA-76C5FEAE8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2200" y="2790782"/>
            <a:ext cx="41430" cy="85768"/>
          </a:xfrm>
          <a:custGeom xmlns:a="http://schemas.openxmlformats.org/drawingml/2006/main">
            <a:pathLst>
              <a:path w="41430" h="85768">
                <a:moveTo>
                  <a:pt x="41430" y="0"/>
                </a:moveTo>
                <a:lnTo>
                  <a:pt x="0" y="85768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3379EB"/>
            </a:solidFill>
            <a:prstDash val="solid"/>
          </a:ln>
        </p:spPr>
      </p:sp>
      <p:sp>
        <p:nvSpPr>
          <p:cNvPr id="48" name="reveal2-line-47">
            <a:extLst xmlns:a="http://schemas.openxmlformats.org/drawingml/2006/main">
              <a:ext uri="{FF2B5EF4-FFF2-40B4-BE49-F238E27FC236}">
                <a16:creationId xmlns:a16="http://schemas.microsoft.com/office/drawing/2014/main" id="{B2892B94-5A38-479B-869D-1CB9342BB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5838" y="2876550"/>
            <a:ext cx="106363" cy="9525"/>
          </a:xfrm>
          <a:custGeom xmlns:a="http://schemas.openxmlformats.org/drawingml/2006/main">
            <a:pathLst>
              <a:path w="106363" h="9525">
                <a:moveTo>
                  <a:pt x="106363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3379EB"/>
            </a:solidFill>
            <a:prstDash val="solid"/>
          </a:ln>
        </p:spPr>
      </p:sp>
      <p:sp>
        <p:nvSpPr>
          <p:cNvPr id="49" name="reveal2-line-48">
            <a:extLst xmlns:a="http://schemas.openxmlformats.org/drawingml/2006/main">
              <a:ext uri="{FF2B5EF4-FFF2-40B4-BE49-F238E27FC236}">
                <a16:creationId xmlns:a16="http://schemas.microsoft.com/office/drawing/2014/main" id="{126E9390-F9C3-4493-84A8-34E46B7FB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3113" y="2876550"/>
            <a:ext cx="106363" cy="9525"/>
          </a:xfrm>
          <a:custGeom xmlns:a="http://schemas.openxmlformats.org/drawingml/2006/main">
            <a:pathLst>
              <a:path w="106363" h="9525">
                <a:moveTo>
                  <a:pt x="106363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3379EB"/>
            </a:solidFill>
            <a:prstDash val="solid"/>
          </a:ln>
        </p:spPr>
      </p:sp>
      <p:sp>
        <p:nvSpPr>
          <p:cNvPr id="50" name="reveal2-line-49">
            <a:extLst xmlns:a="http://schemas.openxmlformats.org/drawingml/2006/main">
              <a:ext uri="{FF2B5EF4-FFF2-40B4-BE49-F238E27FC236}">
                <a16:creationId xmlns:a16="http://schemas.microsoft.com/office/drawing/2014/main" id="{A1E85AEF-C1C3-4ECC-9B7C-FE6C46CB1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50388" y="2876550"/>
            <a:ext cx="106363" cy="9525"/>
          </a:xfrm>
          <a:custGeom xmlns:a="http://schemas.openxmlformats.org/drawingml/2006/main">
            <a:pathLst>
              <a:path w="106363" h="9525">
                <a:moveTo>
                  <a:pt x="106363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3379EB"/>
            </a:solidFill>
            <a:prstDash val="solid"/>
          </a:ln>
        </p:spPr>
      </p:sp>
      <p:sp>
        <p:nvSpPr>
          <p:cNvPr id="51" name="reveal2-line-50">
            <a:extLst xmlns:a="http://schemas.openxmlformats.org/drawingml/2006/main">
              <a:ext uri="{FF2B5EF4-FFF2-40B4-BE49-F238E27FC236}">
                <a16:creationId xmlns:a16="http://schemas.microsoft.com/office/drawing/2014/main" id="{455C5642-B684-4AE3-ABE6-06D7C4917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7663" y="2876550"/>
            <a:ext cx="106362" cy="9525"/>
          </a:xfrm>
          <a:custGeom xmlns:a="http://schemas.openxmlformats.org/drawingml/2006/main">
            <a:pathLst>
              <a:path w="106362" h="9525">
                <a:moveTo>
                  <a:pt x="106362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3379EB"/>
            </a:solidFill>
            <a:prstDash val="solid"/>
          </a:ln>
        </p:spPr>
      </p:sp>
      <p:sp>
        <p:nvSpPr>
          <p:cNvPr id="52" name="reveal2-line-51">
            <a:extLst xmlns:a="http://schemas.openxmlformats.org/drawingml/2006/main">
              <a:ext uri="{FF2B5EF4-FFF2-40B4-BE49-F238E27FC236}">
                <a16:creationId xmlns:a16="http://schemas.microsoft.com/office/drawing/2014/main" id="{4C2253EF-36FE-460D-84A2-258D14C2F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4938" y="2876550"/>
            <a:ext cx="106362" cy="9525"/>
          </a:xfrm>
          <a:custGeom xmlns:a="http://schemas.openxmlformats.org/drawingml/2006/main">
            <a:pathLst>
              <a:path w="106362" h="9525">
                <a:moveTo>
                  <a:pt x="106362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3379EB"/>
            </a:solidFill>
            <a:prstDash val="solid"/>
          </a:ln>
        </p:spPr>
      </p:sp>
      <p:sp>
        <p:nvSpPr>
          <p:cNvPr id="53" name="reveal2-line-52">
            <a:extLst xmlns:a="http://schemas.openxmlformats.org/drawingml/2006/main">
              <a:ext uri="{FF2B5EF4-FFF2-40B4-BE49-F238E27FC236}">
                <a16:creationId xmlns:a16="http://schemas.microsoft.com/office/drawing/2014/main" id="{0006A327-1C0A-41BA-9D0C-2DA56FC72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2213" y="2876550"/>
            <a:ext cx="106363" cy="9525"/>
          </a:xfrm>
          <a:custGeom xmlns:a="http://schemas.openxmlformats.org/drawingml/2006/main">
            <a:pathLst>
              <a:path w="106363" h="9525">
                <a:moveTo>
                  <a:pt x="106363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3379EB"/>
            </a:solidFill>
            <a:prstDash val="solid"/>
          </a:ln>
        </p:spPr>
      </p:sp>
      <p:sp>
        <p:nvSpPr>
          <p:cNvPr id="54" name="reveal2-line-53">
            <a:extLst xmlns:a="http://schemas.openxmlformats.org/drawingml/2006/main">
              <a:ext uri="{FF2B5EF4-FFF2-40B4-BE49-F238E27FC236}">
                <a16:creationId xmlns:a16="http://schemas.microsoft.com/office/drawing/2014/main" id="{3EC84793-3408-459A-A370-DE9DF4229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2835120"/>
            <a:ext cx="85768" cy="41430"/>
          </a:xfrm>
          <a:custGeom xmlns:a="http://schemas.openxmlformats.org/drawingml/2006/main">
            <a:pathLst>
              <a:path w="85768" h="41430">
                <a:moveTo>
                  <a:pt x="85768" y="0"/>
                </a:moveTo>
                <a:lnTo>
                  <a:pt x="0" y="4143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3379EB"/>
            </a:solidFill>
            <a:prstDash val="solid"/>
          </a:ln>
        </p:spPr>
      </p:sp>
      <p:sp>
        <p:nvSpPr>
          <p:cNvPr id="55" name="reveal2-line-54">
            <a:extLst xmlns:a="http://schemas.openxmlformats.org/drawingml/2006/main">
              <a:ext uri="{FF2B5EF4-FFF2-40B4-BE49-F238E27FC236}">
                <a16:creationId xmlns:a16="http://schemas.microsoft.com/office/drawing/2014/main" id="{F1178B98-F951-4A56-9DEB-6E2EB4200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2876550"/>
            <a:ext cx="85768" cy="41430"/>
          </a:xfrm>
          <a:custGeom xmlns:a="http://schemas.openxmlformats.org/drawingml/2006/main">
            <a:pathLst>
              <a:path w="85768" h="41430">
                <a:moveTo>
                  <a:pt x="85768" y="4143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3379EB"/>
            </a:solidFill>
            <a:prstDash val="solid"/>
          </a:ln>
        </p:spPr>
      </p:sp>
      <p:sp>
        <p:nvSpPr>
          <p:cNvPr id="56" name="reveal2-line-55">
            <a:extLst xmlns:a="http://schemas.openxmlformats.org/drawingml/2006/main">
              <a:ext uri="{FF2B5EF4-FFF2-40B4-BE49-F238E27FC236}">
                <a16:creationId xmlns:a16="http://schemas.microsoft.com/office/drawing/2014/main" id="{D78B3652-133B-480C-82FB-2C9454DAE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2876550"/>
            <a:ext cx="9525" cy="23019"/>
          </a:xfrm>
          <a:custGeom xmlns:a="http://schemas.openxmlformats.org/drawingml/2006/main">
            <a:pathLst>
              <a:path w="9525" h="23019">
                <a:moveTo>
                  <a:pt x="0" y="0"/>
                </a:moveTo>
                <a:lnTo>
                  <a:pt x="0" y="23019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3379EB"/>
            </a:solidFill>
            <a:prstDash val="solid"/>
          </a:ln>
        </p:spPr>
      </p:sp>
      <p:sp>
        <p:nvSpPr>
          <p:cNvPr id="57" name="reveal2-line-56">
            <a:extLst xmlns:a="http://schemas.openxmlformats.org/drawingml/2006/main">
              <a:ext uri="{FF2B5EF4-FFF2-40B4-BE49-F238E27FC236}">
                <a16:creationId xmlns:a16="http://schemas.microsoft.com/office/drawing/2014/main" id="{9C134D6D-2F25-4882-A348-B7800D1EA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2922588"/>
            <a:ext cx="9525" cy="23019"/>
          </a:xfrm>
          <a:custGeom xmlns:a="http://schemas.openxmlformats.org/drawingml/2006/main">
            <a:pathLst>
              <a:path w="9525" h="23019">
                <a:moveTo>
                  <a:pt x="0" y="0"/>
                </a:moveTo>
                <a:lnTo>
                  <a:pt x="0" y="23019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3379EB"/>
            </a:solidFill>
            <a:prstDash val="solid"/>
          </a:ln>
        </p:spPr>
      </p:sp>
      <p:sp>
        <p:nvSpPr>
          <p:cNvPr id="58" name="reveal2-line-57">
            <a:extLst xmlns:a="http://schemas.openxmlformats.org/drawingml/2006/main">
              <a:ext uri="{FF2B5EF4-FFF2-40B4-BE49-F238E27FC236}">
                <a16:creationId xmlns:a16="http://schemas.microsoft.com/office/drawing/2014/main" id="{FA39F0DA-B324-4B25-B075-9C752718D8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2968625"/>
            <a:ext cx="9525" cy="23019"/>
          </a:xfrm>
          <a:custGeom xmlns:a="http://schemas.openxmlformats.org/drawingml/2006/main">
            <a:pathLst>
              <a:path w="9525" h="23019">
                <a:moveTo>
                  <a:pt x="0" y="0"/>
                </a:moveTo>
                <a:lnTo>
                  <a:pt x="0" y="23019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3379EB"/>
            </a:solidFill>
            <a:prstDash val="solid"/>
          </a:ln>
        </p:spPr>
      </p:sp>
      <p:sp>
        <p:nvSpPr>
          <p:cNvPr id="59" name="reveal2-line-58">
            <a:extLst xmlns:a="http://schemas.openxmlformats.org/drawingml/2006/main">
              <a:ext uri="{FF2B5EF4-FFF2-40B4-BE49-F238E27FC236}">
                <a16:creationId xmlns:a16="http://schemas.microsoft.com/office/drawing/2014/main" id="{E9AA4507-FE7B-4EBA-8FE8-A1690048E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3014663"/>
            <a:ext cx="9525" cy="23019"/>
          </a:xfrm>
          <a:custGeom xmlns:a="http://schemas.openxmlformats.org/drawingml/2006/main">
            <a:pathLst>
              <a:path w="9525" h="23019">
                <a:moveTo>
                  <a:pt x="0" y="0"/>
                </a:moveTo>
                <a:lnTo>
                  <a:pt x="0" y="23019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3379EB"/>
            </a:solidFill>
            <a:prstDash val="solid"/>
          </a:ln>
        </p:spPr>
      </p:sp>
      <p:sp>
        <p:nvSpPr>
          <p:cNvPr id="60" name="reveal2-line-59">
            <a:extLst xmlns:a="http://schemas.openxmlformats.org/drawingml/2006/main">
              <a:ext uri="{FF2B5EF4-FFF2-40B4-BE49-F238E27FC236}">
                <a16:creationId xmlns:a16="http://schemas.microsoft.com/office/drawing/2014/main" id="{E1C1B31B-9AD2-452E-825E-E7F8E5181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3060700"/>
            <a:ext cx="9525" cy="23019"/>
          </a:xfrm>
          <a:custGeom xmlns:a="http://schemas.openxmlformats.org/drawingml/2006/main">
            <a:pathLst>
              <a:path w="9525" h="23019">
                <a:moveTo>
                  <a:pt x="0" y="0"/>
                </a:moveTo>
                <a:lnTo>
                  <a:pt x="0" y="23019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3379EB"/>
            </a:solidFill>
            <a:prstDash val="solid"/>
          </a:ln>
        </p:spPr>
      </p:sp>
      <p:sp>
        <p:nvSpPr>
          <p:cNvPr id="61" name="reveal2-line-60">
            <a:extLst xmlns:a="http://schemas.openxmlformats.org/drawingml/2006/main">
              <a:ext uri="{FF2B5EF4-FFF2-40B4-BE49-F238E27FC236}">
                <a16:creationId xmlns:a16="http://schemas.microsoft.com/office/drawing/2014/main" id="{C41E6A23-E626-4179-ADF1-A7CA7E691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3106738"/>
            <a:ext cx="9525" cy="23019"/>
          </a:xfrm>
          <a:custGeom xmlns:a="http://schemas.openxmlformats.org/drawingml/2006/main">
            <a:pathLst>
              <a:path w="9525" h="23019">
                <a:moveTo>
                  <a:pt x="0" y="0"/>
                </a:moveTo>
                <a:lnTo>
                  <a:pt x="0" y="23019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3379EB"/>
            </a:solidFill>
            <a:prstDash val="solid"/>
          </a:ln>
        </p:spPr>
      </p:sp>
      <p:sp>
        <p:nvSpPr>
          <p:cNvPr id="62" name="reveal2-line-61">
            <a:extLst xmlns:a="http://schemas.openxmlformats.org/drawingml/2006/main">
              <a:ext uri="{FF2B5EF4-FFF2-40B4-BE49-F238E27FC236}">
                <a16:creationId xmlns:a16="http://schemas.microsoft.com/office/drawing/2014/main" id="{ECA71A26-8769-4846-A9A3-870E4FF61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4420" y="3067007"/>
            <a:ext cx="41430" cy="85768"/>
          </a:xfrm>
          <a:custGeom xmlns:a="http://schemas.openxmlformats.org/drawingml/2006/main">
            <a:pathLst>
              <a:path w="41430" h="85768">
                <a:moveTo>
                  <a:pt x="0" y="0"/>
                </a:moveTo>
                <a:lnTo>
                  <a:pt x="41430" y="85768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3379EB"/>
            </a:solidFill>
            <a:prstDash val="solid"/>
          </a:ln>
        </p:spPr>
      </p:sp>
      <p:sp>
        <p:nvSpPr>
          <p:cNvPr id="63" name="reveal2-line-62">
            <a:extLst xmlns:a="http://schemas.openxmlformats.org/drawingml/2006/main">
              <a:ext uri="{FF2B5EF4-FFF2-40B4-BE49-F238E27FC236}">
                <a16:creationId xmlns:a16="http://schemas.microsoft.com/office/drawing/2014/main" id="{4D8D2697-E0BD-4EB4-981E-6F2754857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3067007"/>
            <a:ext cx="41430" cy="85768"/>
          </a:xfrm>
          <a:custGeom xmlns:a="http://schemas.openxmlformats.org/drawingml/2006/main">
            <a:pathLst>
              <a:path w="41430" h="85768">
                <a:moveTo>
                  <a:pt x="41430" y="0"/>
                </a:moveTo>
                <a:lnTo>
                  <a:pt x="0" y="85768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3379EB"/>
            </a:solidFill>
            <a:prstDash val="solid"/>
          </a:ln>
        </p:spPr>
      </p:sp>
      <p:sp>
        <p:nvSpPr>
          <p:cNvPr id="64" name="reveal2-object-63">
            <a:extLst xmlns:a="http://schemas.openxmlformats.org/drawingml/2006/main">
              <a:ext uri="{FF2B5EF4-FFF2-40B4-BE49-F238E27FC236}">
                <a16:creationId xmlns:a16="http://schemas.microsoft.com/office/drawing/2014/main" id="{E65A7EAC-5215-4931-9985-206CD26D8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4838700"/>
            <a:ext cx="31432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ctr">
              <a:defRPr sz="1650" b="0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ctr">
              <a:defRPr sz="1650" b="0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rPr>
              <a:t>朴素做法：从扬声器拔下，</a:t>
            </a:r>
          </a:p>
          <a:p xmlns:a="http://schemas.openxmlformats.org/drawingml/2006/main">
            <a:pPr algn="ctr">
              <a:defRPr sz="1650" b="0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rPr>
              <a:t>直接插到耳机上。会听到：</a:t>
            </a:r>
          </a:p>
          <a:p xmlns:a="http://schemas.openxmlformats.org/drawingml/2006/main">
            <a:pPr algn="ctr">
              <a:defRPr sz="1650" b="0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rPr>
              <a:t>歌断一拍。</a:t>
            </a:r>
          </a:p>
        </p:txBody>
      </p:sp>
      <p:sp>
        <p:nvSpPr>
          <p:cNvPr id="65" name="reveal2-object-64">
            <a:extLst xmlns:a="http://schemas.openxmlformats.org/drawingml/2006/main">
              <a:ext uri="{FF2B5EF4-FFF2-40B4-BE49-F238E27FC236}">
                <a16:creationId xmlns:a16="http://schemas.microsoft.com/office/drawing/2014/main" id="{8A513EF1-EAA6-4C82-B856-61D9CAFBC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48350"/>
            <a:ext cx="10858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2025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025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rPr>
              <a:t>接下来，把三个朴素做法逐个推翻，再看引擎怎么把它们落实。</a:t>
            </a:r>
          </a:p>
        </p:txBody>
      </p:sp>
      <p:sp>
        <p:nvSpPr>
          <p:cNvPr id="66" name="object-65">
            <a:extLst xmlns:a="http://schemas.openxmlformats.org/drawingml/2006/main">
              <a:ext uri="{FF2B5EF4-FFF2-40B4-BE49-F238E27FC236}">
                <a16:creationId xmlns:a16="http://schemas.microsoft.com/office/drawing/2014/main" id="{C6D7ADB9-1701-471D-A8CE-C548479D3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4125"/>
            <a:ext cx="10191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12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rPr>
              <a:t>实线表示数据；虚线表示控制。处理链为简化示意。</a:t>
            </a:r>
          </a:p>
        </p:txBody>
      </p:sp>
      <p:sp>
        <p:nvSpPr>
          <p:cNvPr id="67" name="object-66">
            <a:extLst xmlns:a="http://schemas.openxmlformats.org/drawingml/2006/main">
              <a:ext uri="{FF2B5EF4-FFF2-40B4-BE49-F238E27FC236}">
                <a16:creationId xmlns:a16="http://schemas.microsoft.com/office/drawing/2014/main" id="{BD0E988C-387C-47B5-A597-53CC3AF60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0425" y="6334125"/>
            <a:ext cx="5429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r">
              <a:defRPr sz="14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4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471724089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1"/>
      <p:bldP spid="30" grpId="1"/>
      <p:bldP spid="31" grpId="1"/>
      <p:bldP spid="32" grpId="1"/>
      <p:bldP spid="33" grpId="1"/>
      <p:bldP spid="34" grpId="1"/>
      <p:bldP spid="35" grpId="1"/>
      <p:bldP spid="36" grpId="1"/>
      <p:bldP spid="37" grpId="1"/>
      <p:bldP spid="38" grpId="1"/>
      <p:bldP spid="39" grpId="2"/>
      <p:bldP spid="40" grpId="2"/>
      <p:bldP spid="41" grpId="2"/>
      <p:bldP spid="42" grpId="2"/>
      <p:bldP spid="43" grpId="2"/>
      <p:bldP spid="44" grpId="2"/>
      <p:bldP spid="45" grpId="2"/>
      <p:bldP spid="46" grpId="2"/>
      <p:bldP spid="47" grpId="2"/>
      <p:bldP spid="48" grpId="2"/>
      <p:bldP spid="49" grpId="2"/>
      <p:bldP spid="50" grpId="2"/>
      <p:bldP spid="51" grpId="2"/>
      <p:bldP spid="52" grpId="2"/>
      <p:bldP spid="53" grpId="2"/>
      <p:bldP spid="54" grpId="2"/>
      <p:bldP spid="55" grpId="2"/>
      <p:bldP spid="56" grpId="2"/>
      <p:bldP spid="57" grpId="2"/>
      <p:bldP spid="58" grpId="2"/>
      <p:bldP spid="59" grpId="2"/>
      <p:bldP spid="60" grpId="2"/>
      <p:bldP spid="61" grpId="2"/>
      <p:bldP spid="62" grpId="2"/>
      <p:bldP spid="63" grpId="2"/>
      <p:bldP spid="64" grpId="2"/>
      <p:bldP spid="65" grpId="2"/>
    </p:bldLst>
  </p:timing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9" name="object-67">
            <a:extLst xmlns:a="http://schemas.openxmlformats.org/drawingml/2006/main">
              <a:ext uri="{FF2B5EF4-FFF2-40B4-BE49-F238E27FC236}">
                <a16:creationId xmlns:a16="http://schemas.microsoft.com/office/drawing/2014/main" id="{26EA6C75-E450-40C0-B831-F468D2EE0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53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31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31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rPr>
              <a:t>暂停时，先淡出，再断开</a:t>
            </a:r>
          </a:p>
        </p:txBody>
      </p:sp>
      <p:sp>
        <p:nvSpPr>
          <p:cNvPr id="2" name="object-68">
            <a:extLst xmlns:a="http://schemas.openxmlformats.org/drawingml/2006/main">
              <a:ext uri="{FF2B5EF4-FFF2-40B4-BE49-F238E27FC236}">
                <a16:creationId xmlns:a16="http://schemas.microsoft.com/office/drawing/2014/main" id="{968F3123-CC38-4FB8-A50F-7FEC1325C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33500"/>
            <a:ext cx="2571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1875" b="1">
                <a:solidFill>
                  <a:srgbClr val="C9783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875" b="1">
                <a:solidFill>
                  <a:srgbClr val="C9783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C97835"/>
                </a:solidFill>
                <a:latin typeface="Microsoft YaHei"/>
                <a:ea typeface="Microsoft YaHei"/>
                <a:cs typeface="Microsoft YaHei"/>
              </a:rPr>
              <a:t>直接截断</a:t>
            </a:r>
          </a:p>
        </p:txBody>
      </p:sp>
      <p:sp>
        <p:nvSpPr>
          <p:cNvPr id="3" name="line-69">
            <a:extLst xmlns:a="http://schemas.openxmlformats.org/drawingml/2006/main">
              <a:ext uri="{FF2B5EF4-FFF2-40B4-BE49-F238E27FC236}">
                <a16:creationId xmlns:a16="http://schemas.microsoft.com/office/drawing/2014/main" id="{4558165F-EB58-4265-BCCE-9F6B3C73DD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1583570"/>
            <a:ext cx="25003" cy="37758"/>
          </a:xfrm>
          <a:custGeom xmlns:a="http://schemas.openxmlformats.org/drawingml/2006/main">
            <a:pathLst>
              <a:path w="25003" h="37758">
                <a:moveTo>
                  <a:pt x="0" y="37758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97835"/>
            </a:solidFill>
            <a:prstDash val="solid"/>
          </a:ln>
        </p:spPr>
      </p:sp>
      <p:sp>
        <p:nvSpPr>
          <p:cNvPr id="4" name="line-70">
            <a:extLst xmlns:a="http://schemas.openxmlformats.org/drawingml/2006/main">
              <a:ext uri="{FF2B5EF4-FFF2-40B4-BE49-F238E27FC236}">
                <a16:creationId xmlns:a16="http://schemas.microsoft.com/office/drawing/2014/main" id="{0DED8E82-9586-49CF-8650-E2E9AC1C5F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1003" y="1564223"/>
            <a:ext cx="25003" cy="19347"/>
          </a:xfrm>
          <a:custGeom xmlns:a="http://schemas.openxmlformats.org/drawingml/2006/main">
            <a:pathLst>
              <a:path w="25003" h="19347">
                <a:moveTo>
                  <a:pt x="0" y="19347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97835"/>
            </a:solidFill>
            <a:prstDash val="solid"/>
          </a:ln>
        </p:spPr>
      </p:sp>
      <p:sp>
        <p:nvSpPr>
          <p:cNvPr id="5" name="line-71">
            <a:extLst xmlns:a="http://schemas.openxmlformats.org/drawingml/2006/main">
              <a:ext uri="{FF2B5EF4-FFF2-40B4-BE49-F238E27FC236}">
                <a16:creationId xmlns:a16="http://schemas.microsoft.com/office/drawing/2014/main" id="{C311C60F-8E4D-4DFF-9752-37F3DC500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6006" y="1564223"/>
            <a:ext cx="25003" cy="9525"/>
          </a:xfrm>
          <a:custGeom xmlns:a="http://schemas.openxmlformats.org/drawingml/2006/main">
            <a:pathLst>
              <a:path w="25003" h="9525">
                <a:moveTo>
                  <a:pt x="0" y="0"/>
                </a:moveTo>
                <a:lnTo>
                  <a:pt x="25003" y="957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97835"/>
            </a:solidFill>
            <a:prstDash val="solid"/>
          </a:ln>
        </p:spPr>
      </p:sp>
      <p:sp>
        <p:nvSpPr>
          <p:cNvPr id="6" name="line-72">
            <a:extLst xmlns:a="http://schemas.openxmlformats.org/drawingml/2006/main">
              <a:ext uri="{FF2B5EF4-FFF2-40B4-BE49-F238E27FC236}">
                <a16:creationId xmlns:a16="http://schemas.microsoft.com/office/drawing/2014/main" id="{87AD4AD3-B440-4624-8619-F96CF4A44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1009" y="1565181"/>
            <a:ext cx="25003" cy="21168"/>
          </a:xfrm>
          <a:custGeom xmlns:a="http://schemas.openxmlformats.org/drawingml/2006/main">
            <a:pathLst>
              <a:path w="25003" h="21168">
                <a:moveTo>
                  <a:pt x="0" y="0"/>
                </a:moveTo>
                <a:lnTo>
                  <a:pt x="25003" y="21168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97835"/>
            </a:solidFill>
            <a:prstDash val="solid"/>
          </a:ln>
        </p:spPr>
      </p:sp>
      <p:sp>
        <p:nvSpPr>
          <p:cNvPr id="7" name="line-73">
            <a:extLst xmlns:a="http://schemas.openxmlformats.org/drawingml/2006/main">
              <a:ext uri="{FF2B5EF4-FFF2-40B4-BE49-F238E27FC236}">
                <a16:creationId xmlns:a16="http://schemas.microsoft.com/office/drawing/2014/main" id="{322A9E8A-04A6-44B7-AE85-D2BB60932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6013" y="1586349"/>
            <a:ext cx="25003" cy="39307"/>
          </a:xfrm>
          <a:custGeom xmlns:a="http://schemas.openxmlformats.org/drawingml/2006/main">
            <a:pathLst>
              <a:path w="25003" h="39307">
                <a:moveTo>
                  <a:pt x="0" y="0"/>
                </a:moveTo>
                <a:lnTo>
                  <a:pt x="25003" y="39307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97835"/>
            </a:solidFill>
            <a:prstDash val="solid"/>
          </a:ln>
        </p:spPr>
      </p:sp>
      <p:sp>
        <p:nvSpPr>
          <p:cNvPr id="8" name="line-74">
            <a:extLst xmlns:a="http://schemas.openxmlformats.org/drawingml/2006/main">
              <a:ext uri="{FF2B5EF4-FFF2-40B4-BE49-F238E27FC236}">
                <a16:creationId xmlns:a16="http://schemas.microsoft.com/office/drawing/2014/main" id="{E3D0447B-2385-401F-B6C1-84497A5BB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1016" y="1625655"/>
            <a:ext cx="25003" cy="53598"/>
          </a:xfrm>
          <a:custGeom xmlns:a="http://schemas.openxmlformats.org/drawingml/2006/main">
            <a:pathLst>
              <a:path w="25003" h="53598">
                <a:moveTo>
                  <a:pt x="0" y="0"/>
                </a:moveTo>
                <a:lnTo>
                  <a:pt x="25003" y="53598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97835"/>
            </a:solidFill>
            <a:prstDash val="solid"/>
          </a:ln>
        </p:spPr>
      </p:sp>
      <p:sp>
        <p:nvSpPr>
          <p:cNvPr id="9" name="line-75">
            <a:extLst xmlns:a="http://schemas.openxmlformats.org/drawingml/2006/main">
              <a:ext uri="{FF2B5EF4-FFF2-40B4-BE49-F238E27FC236}">
                <a16:creationId xmlns:a16="http://schemas.microsoft.com/office/drawing/2014/main" id="{018CB476-813A-414C-9827-515AD7E30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6019" y="1679253"/>
            <a:ext cx="25003" cy="62642"/>
          </a:xfrm>
          <a:custGeom xmlns:a="http://schemas.openxmlformats.org/drawingml/2006/main">
            <a:pathLst>
              <a:path w="25003" h="62642">
                <a:moveTo>
                  <a:pt x="0" y="0"/>
                </a:moveTo>
                <a:lnTo>
                  <a:pt x="25003" y="62642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97835"/>
            </a:solidFill>
            <a:prstDash val="solid"/>
          </a:ln>
        </p:spPr>
      </p:sp>
      <p:sp>
        <p:nvSpPr>
          <p:cNvPr id="10" name="line-76">
            <a:extLst xmlns:a="http://schemas.openxmlformats.org/drawingml/2006/main">
              <a:ext uri="{FF2B5EF4-FFF2-40B4-BE49-F238E27FC236}">
                <a16:creationId xmlns:a16="http://schemas.microsoft.com/office/drawing/2014/main" id="{4F9C0F97-192A-4BA3-A03D-9202D0BBA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61022" y="1741895"/>
            <a:ext cx="25003" cy="65555"/>
          </a:xfrm>
          <a:custGeom xmlns:a="http://schemas.openxmlformats.org/drawingml/2006/main">
            <a:pathLst>
              <a:path w="25003" h="65555">
                <a:moveTo>
                  <a:pt x="0" y="0"/>
                </a:moveTo>
                <a:lnTo>
                  <a:pt x="25003" y="65555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97835"/>
            </a:solidFill>
            <a:prstDash val="solid"/>
          </a:ln>
        </p:spPr>
      </p:sp>
      <p:sp>
        <p:nvSpPr>
          <p:cNvPr id="11" name="line-77">
            <a:extLst xmlns:a="http://schemas.openxmlformats.org/drawingml/2006/main">
              <a:ext uri="{FF2B5EF4-FFF2-40B4-BE49-F238E27FC236}">
                <a16:creationId xmlns:a16="http://schemas.microsoft.com/office/drawing/2014/main" id="{77BD97E8-2638-4BD3-A665-FB3AB397D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86025" y="1807449"/>
            <a:ext cx="25003" cy="62050"/>
          </a:xfrm>
          <a:custGeom xmlns:a="http://schemas.openxmlformats.org/drawingml/2006/main">
            <a:pathLst>
              <a:path w="25003" h="62050">
                <a:moveTo>
                  <a:pt x="0" y="0"/>
                </a:moveTo>
                <a:lnTo>
                  <a:pt x="25003" y="6205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97835"/>
            </a:solidFill>
            <a:prstDash val="solid"/>
          </a:ln>
        </p:spPr>
      </p:sp>
      <p:sp>
        <p:nvSpPr>
          <p:cNvPr id="12" name="line-78">
            <a:extLst xmlns:a="http://schemas.openxmlformats.org/drawingml/2006/main">
              <a:ext uri="{FF2B5EF4-FFF2-40B4-BE49-F238E27FC236}">
                <a16:creationId xmlns:a16="http://schemas.microsoft.com/office/drawing/2014/main" id="{11DF2210-530C-40D4-A25E-AD55955E9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1028" y="1869500"/>
            <a:ext cx="25003" cy="52472"/>
          </a:xfrm>
          <a:custGeom xmlns:a="http://schemas.openxmlformats.org/drawingml/2006/main">
            <a:pathLst>
              <a:path w="25003" h="52472">
                <a:moveTo>
                  <a:pt x="0" y="0"/>
                </a:moveTo>
                <a:lnTo>
                  <a:pt x="25003" y="52472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97835"/>
            </a:solidFill>
            <a:prstDash val="solid"/>
          </a:ln>
        </p:spPr>
      </p:sp>
      <p:sp>
        <p:nvSpPr>
          <p:cNvPr id="13" name="line-79">
            <a:extLst xmlns:a="http://schemas.openxmlformats.org/drawingml/2006/main">
              <a:ext uri="{FF2B5EF4-FFF2-40B4-BE49-F238E27FC236}">
                <a16:creationId xmlns:a16="http://schemas.microsoft.com/office/drawing/2014/main" id="{79ECFC7B-400D-449D-BDB7-F5E5BD818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6031" y="1921972"/>
            <a:ext cx="25003" cy="37758"/>
          </a:xfrm>
          <a:custGeom xmlns:a="http://schemas.openxmlformats.org/drawingml/2006/main">
            <a:pathLst>
              <a:path w="25003" h="37758">
                <a:moveTo>
                  <a:pt x="0" y="0"/>
                </a:moveTo>
                <a:lnTo>
                  <a:pt x="25003" y="37758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97835"/>
            </a:solidFill>
            <a:prstDash val="solid"/>
          </a:ln>
        </p:spPr>
      </p:sp>
      <p:sp>
        <p:nvSpPr>
          <p:cNvPr id="14" name="line-80">
            <a:extLst xmlns:a="http://schemas.openxmlformats.org/drawingml/2006/main">
              <a:ext uri="{FF2B5EF4-FFF2-40B4-BE49-F238E27FC236}">
                <a16:creationId xmlns:a16="http://schemas.microsoft.com/office/drawing/2014/main" id="{8DFA2D6E-208B-44D7-A672-F131B5BA1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1034" y="1959730"/>
            <a:ext cx="25003" cy="19347"/>
          </a:xfrm>
          <a:custGeom xmlns:a="http://schemas.openxmlformats.org/drawingml/2006/main">
            <a:pathLst>
              <a:path w="25003" h="19347">
                <a:moveTo>
                  <a:pt x="0" y="0"/>
                </a:moveTo>
                <a:lnTo>
                  <a:pt x="25003" y="19347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97835"/>
            </a:solidFill>
            <a:prstDash val="solid"/>
          </a:ln>
        </p:spPr>
      </p:sp>
      <p:sp>
        <p:nvSpPr>
          <p:cNvPr id="15" name="line-81">
            <a:extLst xmlns:a="http://schemas.openxmlformats.org/drawingml/2006/main">
              <a:ext uri="{FF2B5EF4-FFF2-40B4-BE49-F238E27FC236}">
                <a16:creationId xmlns:a16="http://schemas.microsoft.com/office/drawing/2014/main" id="{CD775E92-23F4-4361-A31E-BB814589D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6038" y="1978119"/>
            <a:ext cx="25003" cy="9525"/>
          </a:xfrm>
          <a:custGeom xmlns:a="http://schemas.openxmlformats.org/drawingml/2006/main">
            <a:pathLst>
              <a:path w="25003" h="9525">
                <a:moveTo>
                  <a:pt x="0" y="957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97835"/>
            </a:solidFill>
            <a:prstDash val="solid"/>
          </a:ln>
        </p:spPr>
      </p:sp>
      <p:sp>
        <p:nvSpPr>
          <p:cNvPr id="16" name="line-82">
            <a:extLst xmlns:a="http://schemas.openxmlformats.org/drawingml/2006/main">
              <a:ext uri="{FF2B5EF4-FFF2-40B4-BE49-F238E27FC236}">
                <a16:creationId xmlns:a16="http://schemas.microsoft.com/office/drawing/2014/main" id="{0C0C6760-6D93-41CF-8436-B11F0E242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1041" y="1956951"/>
            <a:ext cx="25003" cy="21168"/>
          </a:xfrm>
          <a:custGeom xmlns:a="http://schemas.openxmlformats.org/drawingml/2006/main">
            <a:pathLst>
              <a:path w="25003" h="21168">
                <a:moveTo>
                  <a:pt x="0" y="21168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97835"/>
            </a:solidFill>
            <a:prstDash val="solid"/>
          </a:ln>
        </p:spPr>
      </p:sp>
      <p:sp>
        <p:nvSpPr>
          <p:cNvPr id="17" name="line-83">
            <a:extLst xmlns:a="http://schemas.openxmlformats.org/drawingml/2006/main">
              <a:ext uri="{FF2B5EF4-FFF2-40B4-BE49-F238E27FC236}">
                <a16:creationId xmlns:a16="http://schemas.microsoft.com/office/drawing/2014/main" id="{BDB41895-F2F9-43B7-A2EB-7FC4D2B25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36044" y="1917645"/>
            <a:ext cx="25003" cy="39307"/>
          </a:xfrm>
          <a:custGeom xmlns:a="http://schemas.openxmlformats.org/drawingml/2006/main">
            <a:pathLst>
              <a:path w="25003" h="39307">
                <a:moveTo>
                  <a:pt x="0" y="39307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97835"/>
            </a:solidFill>
            <a:prstDash val="solid"/>
          </a:ln>
        </p:spPr>
      </p:sp>
      <p:sp>
        <p:nvSpPr>
          <p:cNvPr id="18" name="line-84">
            <a:extLst xmlns:a="http://schemas.openxmlformats.org/drawingml/2006/main">
              <a:ext uri="{FF2B5EF4-FFF2-40B4-BE49-F238E27FC236}">
                <a16:creationId xmlns:a16="http://schemas.microsoft.com/office/drawing/2014/main" id="{CE103BDA-AC8F-4D15-A46F-93EECAE17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1047" y="1864047"/>
            <a:ext cx="25003" cy="53598"/>
          </a:xfrm>
          <a:custGeom xmlns:a="http://schemas.openxmlformats.org/drawingml/2006/main">
            <a:pathLst>
              <a:path w="25003" h="53598">
                <a:moveTo>
                  <a:pt x="0" y="53598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97835"/>
            </a:solidFill>
            <a:prstDash val="solid"/>
          </a:ln>
        </p:spPr>
      </p:sp>
      <p:sp>
        <p:nvSpPr>
          <p:cNvPr id="19" name="line-85">
            <a:extLst xmlns:a="http://schemas.openxmlformats.org/drawingml/2006/main">
              <a:ext uri="{FF2B5EF4-FFF2-40B4-BE49-F238E27FC236}">
                <a16:creationId xmlns:a16="http://schemas.microsoft.com/office/drawing/2014/main" id="{05BCB344-8064-4F62-BA69-D1EE51DBA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1801405"/>
            <a:ext cx="25003" cy="62642"/>
          </a:xfrm>
          <a:custGeom xmlns:a="http://schemas.openxmlformats.org/drawingml/2006/main">
            <a:pathLst>
              <a:path w="25003" h="62642">
                <a:moveTo>
                  <a:pt x="0" y="62642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97835"/>
            </a:solidFill>
            <a:prstDash val="solid"/>
          </a:ln>
        </p:spPr>
      </p:sp>
      <p:sp>
        <p:nvSpPr>
          <p:cNvPr id="20" name="line-86">
            <a:extLst xmlns:a="http://schemas.openxmlformats.org/drawingml/2006/main">
              <a:ext uri="{FF2B5EF4-FFF2-40B4-BE49-F238E27FC236}">
                <a16:creationId xmlns:a16="http://schemas.microsoft.com/office/drawing/2014/main" id="{21BE6B4B-BBA5-4413-A24D-436FF2453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1053" y="1735851"/>
            <a:ext cx="25003" cy="65555"/>
          </a:xfrm>
          <a:custGeom xmlns:a="http://schemas.openxmlformats.org/drawingml/2006/main">
            <a:pathLst>
              <a:path w="25003" h="65555">
                <a:moveTo>
                  <a:pt x="0" y="65555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97835"/>
            </a:solidFill>
            <a:prstDash val="solid"/>
          </a:ln>
        </p:spPr>
      </p:sp>
      <p:sp>
        <p:nvSpPr>
          <p:cNvPr id="21" name="line-87">
            <a:extLst xmlns:a="http://schemas.openxmlformats.org/drawingml/2006/main">
              <a:ext uri="{FF2B5EF4-FFF2-40B4-BE49-F238E27FC236}">
                <a16:creationId xmlns:a16="http://schemas.microsoft.com/office/drawing/2014/main" id="{77BB877D-DCB6-4335-A7EA-4B977E87F5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36056" y="1673800"/>
            <a:ext cx="25003" cy="62050"/>
          </a:xfrm>
          <a:custGeom xmlns:a="http://schemas.openxmlformats.org/drawingml/2006/main">
            <a:pathLst>
              <a:path w="25003" h="62050">
                <a:moveTo>
                  <a:pt x="0" y="62050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97835"/>
            </a:solidFill>
            <a:prstDash val="solid"/>
          </a:ln>
        </p:spPr>
      </p:sp>
      <p:sp>
        <p:nvSpPr>
          <p:cNvPr id="22" name="line-88">
            <a:extLst xmlns:a="http://schemas.openxmlformats.org/drawingml/2006/main">
              <a:ext uri="{FF2B5EF4-FFF2-40B4-BE49-F238E27FC236}">
                <a16:creationId xmlns:a16="http://schemas.microsoft.com/office/drawing/2014/main" id="{B0330C21-F3B8-4EA5-AA4F-27F4437B1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1059" y="1621328"/>
            <a:ext cx="25003" cy="52472"/>
          </a:xfrm>
          <a:custGeom xmlns:a="http://schemas.openxmlformats.org/drawingml/2006/main">
            <a:pathLst>
              <a:path w="25003" h="52472">
                <a:moveTo>
                  <a:pt x="0" y="52472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97835"/>
            </a:solidFill>
            <a:prstDash val="solid"/>
          </a:ln>
        </p:spPr>
      </p:sp>
      <p:sp>
        <p:nvSpPr>
          <p:cNvPr id="23" name="line-89">
            <a:extLst xmlns:a="http://schemas.openxmlformats.org/drawingml/2006/main">
              <a:ext uri="{FF2B5EF4-FFF2-40B4-BE49-F238E27FC236}">
                <a16:creationId xmlns:a16="http://schemas.microsoft.com/office/drawing/2014/main" id="{59C8C7EC-8BF6-4352-B59B-0E3F88047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6063" y="1583570"/>
            <a:ext cx="25003" cy="37758"/>
          </a:xfrm>
          <a:custGeom xmlns:a="http://schemas.openxmlformats.org/drawingml/2006/main">
            <a:pathLst>
              <a:path w="25003" h="37758">
                <a:moveTo>
                  <a:pt x="0" y="37758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97835"/>
            </a:solidFill>
            <a:prstDash val="solid"/>
          </a:ln>
        </p:spPr>
      </p:sp>
      <p:sp>
        <p:nvSpPr>
          <p:cNvPr id="24" name="line-90">
            <a:extLst xmlns:a="http://schemas.openxmlformats.org/drawingml/2006/main">
              <a:ext uri="{FF2B5EF4-FFF2-40B4-BE49-F238E27FC236}">
                <a16:creationId xmlns:a16="http://schemas.microsoft.com/office/drawing/2014/main" id="{38C9AC57-2050-48D2-85E8-C81C4B8E5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1066" y="1564223"/>
            <a:ext cx="25003" cy="19347"/>
          </a:xfrm>
          <a:custGeom xmlns:a="http://schemas.openxmlformats.org/drawingml/2006/main">
            <a:pathLst>
              <a:path w="25003" h="19347">
                <a:moveTo>
                  <a:pt x="0" y="19347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97835"/>
            </a:solidFill>
            <a:prstDash val="solid"/>
          </a:ln>
        </p:spPr>
      </p:sp>
      <p:sp>
        <p:nvSpPr>
          <p:cNvPr id="25" name="line-91">
            <a:extLst xmlns:a="http://schemas.openxmlformats.org/drawingml/2006/main">
              <a:ext uri="{FF2B5EF4-FFF2-40B4-BE49-F238E27FC236}">
                <a16:creationId xmlns:a16="http://schemas.microsoft.com/office/drawing/2014/main" id="{DAD1D3AE-8E82-424F-B56F-F76365F1D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6069" y="1564223"/>
            <a:ext cx="25003" cy="9525"/>
          </a:xfrm>
          <a:custGeom xmlns:a="http://schemas.openxmlformats.org/drawingml/2006/main">
            <a:pathLst>
              <a:path w="25003" h="9525">
                <a:moveTo>
                  <a:pt x="0" y="0"/>
                </a:moveTo>
                <a:lnTo>
                  <a:pt x="25003" y="957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97835"/>
            </a:solidFill>
            <a:prstDash val="solid"/>
          </a:ln>
        </p:spPr>
      </p:sp>
      <p:sp>
        <p:nvSpPr>
          <p:cNvPr id="26" name="line-92">
            <a:extLst xmlns:a="http://schemas.openxmlformats.org/drawingml/2006/main">
              <a:ext uri="{FF2B5EF4-FFF2-40B4-BE49-F238E27FC236}">
                <a16:creationId xmlns:a16="http://schemas.microsoft.com/office/drawing/2014/main" id="{3BD6D484-2611-4C5E-B249-EBC4C01A1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1072" y="1565181"/>
            <a:ext cx="25003" cy="21168"/>
          </a:xfrm>
          <a:custGeom xmlns:a="http://schemas.openxmlformats.org/drawingml/2006/main">
            <a:pathLst>
              <a:path w="25003" h="21168">
                <a:moveTo>
                  <a:pt x="0" y="0"/>
                </a:moveTo>
                <a:lnTo>
                  <a:pt x="25003" y="21168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97835"/>
            </a:solidFill>
            <a:prstDash val="solid"/>
          </a:ln>
        </p:spPr>
      </p:sp>
      <p:sp>
        <p:nvSpPr>
          <p:cNvPr id="27" name="line-93">
            <a:extLst xmlns:a="http://schemas.openxmlformats.org/drawingml/2006/main">
              <a:ext uri="{FF2B5EF4-FFF2-40B4-BE49-F238E27FC236}">
                <a16:creationId xmlns:a16="http://schemas.microsoft.com/office/drawing/2014/main" id="{A1A06567-93F8-428B-AC16-58C7B4A4B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86075" y="1586349"/>
            <a:ext cx="25003" cy="39307"/>
          </a:xfrm>
          <a:custGeom xmlns:a="http://schemas.openxmlformats.org/drawingml/2006/main">
            <a:pathLst>
              <a:path w="25003" h="39307">
                <a:moveTo>
                  <a:pt x="0" y="0"/>
                </a:moveTo>
                <a:lnTo>
                  <a:pt x="25003" y="39307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97835"/>
            </a:solidFill>
            <a:prstDash val="solid"/>
          </a:ln>
        </p:spPr>
      </p:sp>
      <p:sp>
        <p:nvSpPr>
          <p:cNvPr id="28" name="line-94">
            <a:extLst xmlns:a="http://schemas.openxmlformats.org/drawingml/2006/main">
              <a:ext uri="{FF2B5EF4-FFF2-40B4-BE49-F238E27FC236}">
                <a16:creationId xmlns:a16="http://schemas.microsoft.com/office/drawing/2014/main" id="{6C5AA236-4C84-4169-8495-7DA0EBAC3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1078" y="1625655"/>
            <a:ext cx="25003" cy="53598"/>
          </a:xfrm>
          <a:custGeom xmlns:a="http://schemas.openxmlformats.org/drawingml/2006/main">
            <a:pathLst>
              <a:path w="25003" h="53598">
                <a:moveTo>
                  <a:pt x="0" y="0"/>
                </a:moveTo>
                <a:lnTo>
                  <a:pt x="25003" y="53598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97835"/>
            </a:solidFill>
            <a:prstDash val="solid"/>
          </a:ln>
        </p:spPr>
      </p:sp>
      <p:sp>
        <p:nvSpPr>
          <p:cNvPr id="29" name="line-95">
            <a:extLst xmlns:a="http://schemas.openxmlformats.org/drawingml/2006/main">
              <a:ext uri="{FF2B5EF4-FFF2-40B4-BE49-F238E27FC236}">
                <a16:creationId xmlns:a16="http://schemas.microsoft.com/office/drawing/2014/main" id="{0041E683-6684-4CD8-B36D-B53A41D796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6081" y="1679253"/>
            <a:ext cx="25003" cy="62642"/>
          </a:xfrm>
          <a:custGeom xmlns:a="http://schemas.openxmlformats.org/drawingml/2006/main">
            <a:pathLst>
              <a:path w="25003" h="62642">
                <a:moveTo>
                  <a:pt x="0" y="0"/>
                </a:moveTo>
                <a:lnTo>
                  <a:pt x="25003" y="62642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97835"/>
            </a:solidFill>
            <a:prstDash val="solid"/>
          </a:ln>
        </p:spPr>
      </p:sp>
      <p:sp>
        <p:nvSpPr>
          <p:cNvPr id="30" name="line-96">
            <a:extLst xmlns:a="http://schemas.openxmlformats.org/drawingml/2006/main">
              <a:ext uri="{FF2B5EF4-FFF2-40B4-BE49-F238E27FC236}">
                <a16:creationId xmlns:a16="http://schemas.microsoft.com/office/drawing/2014/main" id="{C8251FE0-3502-4F97-B926-FF5BF0CE3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1084" y="1741895"/>
            <a:ext cx="25003" cy="65555"/>
          </a:xfrm>
          <a:custGeom xmlns:a="http://schemas.openxmlformats.org/drawingml/2006/main">
            <a:pathLst>
              <a:path w="25003" h="65555">
                <a:moveTo>
                  <a:pt x="0" y="0"/>
                </a:moveTo>
                <a:lnTo>
                  <a:pt x="25003" y="65555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97835"/>
            </a:solidFill>
            <a:prstDash val="solid"/>
          </a:ln>
        </p:spPr>
      </p:sp>
      <p:sp>
        <p:nvSpPr>
          <p:cNvPr id="31" name="line-97">
            <a:extLst xmlns:a="http://schemas.openxmlformats.org/drawingml/2006/main">
              <a:ext uri="{FF2B5EF4-FFF2-40B4-BE49-F238E27FC236}">
                <a16:creationId xmlns:a16="http://schemas.microsoft.com/office/drawing/2014/main" id="{AF22FDF7-31A5-47EF-B1E2-B5A83CA2B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6088" y="1807449"/>
            <a:ext cx="25003" cy="62050"/>
          </a:xfrm>
          <a:custGeom xmlns:a="http://schemas.openxmlformats.org/drawingml/2006/main">
            <a:pathLst>
              <a:path w="25003" h="62050">
                <a:moveTo>
                  <a:pt x="0" y="0"/>
                </a:moveTo>
                <a:lnTo>
                  <a:pt x="25003" y="6205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97835"/>
            </a:solidFill>
            <a:prstDash val="solid"/>
          </a:ln>
        </p:spPr>
      </p:sp>
      <p:sp>
        <p:nvSpPr>
          <p:cNvPr id="32" name="line-98">
            <a:extLst xmlns:a="http://schemas.openxmlformats.org/drawingml/2006/main">
              <a:ext uri="{FF2B5EF4-FFF2-40B4-BE49-F238E27FC236}">
                <a16:creationId xmlns:a16="http://schemas.microsoft.com/office/drawing/2014/main" id="{972E0983-FBA5-4377-9A1C-A3B2BBF2D2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1091" y="1869500"/>
            <a:ext cx="25003" cy="52472"/>
          </a:xfrm>
          <a:custGeom xmlns:a="http://schemas.openxmlformats.org/drawingml/2006/main">
            <a:pathLst>
              <a:path w="25003" h="52472">
                <a:moveTo>
                  <a:pt x="0" y="0"/>
                </a:moveTo>
                <a:lnTo>
                  <a:pt x="25003" y="52472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97835"/>
            </a:solidFill>
            <a:prstDash val="solid"/>
          </a:ln>
        </p:spPr>
      </p:sp>
      <p:sp>
        <p:nvSpPr>
          <p:cNvPr id="33" name="line-99">
            <a:extLst xmlns:a="http://schemas.openxmlformats.org/drawingml/2006/main">
              <a:ext uri="{FF2B5EF4-FFF2-40B4-BE49-F238E27FC236}">
                <a16:creationId xmlns:a16="http://schemas.microsoft.com/office/drawing/2014/main" id="{63817AF0-9870-44AB-9600-0215AA067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6094" y="1921972"/>
            <a:ext cx="25003" cy="37758"/>
          </a:xfrm>
          <a:custGeom xmlns:a="http://schemas.openxmlformats.org/drawingml/2006/main">
            <a:pathLst>
              <a:path w="25003" h="37758">
                <a:moveTo>
                  <a:pt x="0" y="0"/>
                </a:moveTo>
                <a:lnTo>
                  <a:pt x="25003" y="37758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97835"/>
            </a:solidFill>
            <a:prstDash val="solid"/>
          </a:ln>
        </p:spPr>
      </p:sp>
      <p:sp>
        <p:nvSpPr>
          <p:cNvPr id="34" name="line-100">
            <a:extLst xmlns:a="http://schemas.openxmlformats.org/drawingml/2006/main">
              <a:ext uri="{FF2B5EF4-FFF2-40B4-BE49-F238E27FC236}">
                <a16:creationId xmlns:a16="http://schemas.microsoft.com/office/drawing/2014/main" id="{1CAAD828-2F26-4753-A2C9-122691D6A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1097" y="1959730"/>
            <a:ext cx="25003" cy="19347"/>
          </a:xfrm>
          <a:custGeom xmlns:a="http://schemas.openxmlformats.org/drawingml/2006/main">
            <a:pathLst>
              <a:path w="25003" h="19347">
                <a:moveTo>
                  <a:pt x="0" y="0"/>
                </a:moveTo>
                <a:lnTo>
                  <a:pt x="25003" y="19347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97835"/>
            </a:solidFill>
            <a:prstDash val="solid"/>
          </a:ln>
        </p:spPr>
      </p:sp>
      <p:sp>
        <p:nvSpPr>
          <p:cNvPr id="35" name="line-101">
            <a:extLst xmlns:a="http://schemas.openxmlformats.org/drawingml/2006/main">
              <a:ext uri="{FF2B5EF4-FFF2-40B4-BE49-F238E27FC236}">
                <a16:creationId xmlns:a16="http://schemas.microsoft.com/office/drawing/2014/main" id="{E6FDF1A3-1284-46C7-9B9A-C22D88E3C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1978119"/>
            <a:ext cx="25003" cy="9525"/>
          </a:xfrm>
          <a:custGeom xmlns:a="http://schemas.openxmlformats.org/drawingml/2006/main">
            <a:pathLst>
              <a:path w="25003" h="9525">
                <a:moveTo>
                  <a:pt x="0" y="957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97835"/>
            </a:solidFill>
            <a:prstDash val="solid"/>
          </a:ln>
        </p:spPr>
      </p:sp>
      <p:sp>
        <p:nvSpPr>
          <p:cNvPr id="36" name="line-102">
            <a:extLst xmlns:a="http://schemas.openxmlformats.org/drawingml/2006/main">
              <a:ext uri="{FF2B5EF4-FFF2-40B4-BE49-F238E27FC236}">
                <a16:creationId xmlns:a16="http://schemas.microsoft.com/office/drawing/2014/main" id="{641738E8-D6B5-4B62-8CB5-EE8B20E1C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1103" y="1956951"/>
            <a:ext cx="25003" cy="21168"/>
          </a:xfrm>
          <a:custGeom xmlns:a="http://schemas.openxmlformats.org/drawingml/2006/main">
            <a:pathLst>
              <a:path w="25003" h="21168">
                <a:moveTo>
                  <a:pt x="0" y="21168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97835"/>
            </a:solidFill>
            <a:prstDash val="solid"/>
          </a:ln>
        </p:spPr>
      </p:sp>
      <p:sp>
        <p:nvSpPr>
          <p:cNvPr id="37" name="line-103">
            <a:extLst xmlns:a="http://schemas.openxmlformats.org/drawingml/2006/main">
              <a:ext uri="{FF2B5EF4-FFF2-40B4-BE49-F238E27FC236}">
                <a16:creationId xmlns:a16="http://schemas.microsoft.com/office/drawing/2014/main" id="{E529B99F-9568-4D71-85FD-B85C5BAAD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6106" y="1917645"/>
            <a:ext cx="25003" cy="39307"/>
          </a:xfrm>
          <a:custGeom xmlns:a="http://schemas.openxmlformats.org/drawingml/2006/main">
            <a:pathLst>
              <a:path w="25003" h="39307">
                <a:moveTo>
                  <a:pt x="0" y="39307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97835"/>
            </a:solidFill>
            <a:prstDash val="solid"/>
          </a:ln>
        </p:spPr>
      </p:sp>
      <p:sp>
        <p:nvSpPr>
          <p:cNvPr id="38" name="line-104">
            <a:extLst xmlns:a="http://schemas.openxmlformats.org/drawingml/2006/main">
              <a:ext uri="{FF2B5EF4-FFF2-40B4-BE49-F238E27FC236}">
                <a16:creationId xmlns:a16="http://schemas.microsoft.com/office/drawing/2014/main" id="{05E197C4-C3F3-4380-ACE3-27EEBF697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1109" y="1864047"/>
            <a:ext cx="25003" cy="53598"/>
          </a:xfrm>
          <a:custGeom xmlns:a="http://schemas.openxmlformats.org/drawingml/2006/main">
            <a:pathLst>
              <a:path w="25003" h="53598">
                <a:moveTo>
                  <a:pt x="0" y="53598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97835"/>
            </a:solidFill>
            <a:prstDash val="solid"/>
          </a:ln>
        </p:spPr>
      </p:sp>
      <p:sp>
        <p:nvSpPr>
          <p:cNvPr id="39" name="line-105">
            <a:extLst xmlns:a="http://schemas.openxmlformats.org/drawingml/2006/main">
              <a:ext uri="{FF2B5EF4-FFF2-40B4-BE49-F238E27FC236}">
                <a16:creationId xmlns:a16="http://schemas.microsoft.com/office/drawing/2014/main" id="{AEFC76B8-1F9F-4803-A616-7E6E4FF92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6113" y="1801405"/>
            <a:ext cx="25003" cy="62642"/>
          </a:xfrm>
          <a:custGeom xmlns:a="http://schemas.openxmlformats.org/drawingml/2006/main">
            <a:pathLst>
              <a:path w="25003" h="62642">
                <a:moveTo>
                  <a:pt x="0" y="62642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97835"/>
            </a:solidFill>
            <a:prstDash val="solid"/>
          </a:ln>
        </p:spPr>
      </p:sp>
      <p:sp>
        <p:nvSpPr>
          <p:cNvPr id="40" name="line-106">
            <a:extLst xmlns:a="http://schemas.openxmlformats.org/drawingml/2006/main">
              <a:ext uri="{FF2B5EF4-FFF2-40B4-BE49-F238E27FC236}">
                <a16:creationId xmlns:a16="http://schemas.microsoft.com/office/drawing/2014/main" id="{E60CB215-2277-4838-8680-E84605981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1116" y="1735851"/>
            <a:ext cx="25003" cy="65555"/>
          </a:xfrm>
          <a:custGeom xmlns:a="http://schemas.openxmlformats.org/drawingml/2006/main">
            <a:pathLst>
              <a:path w="25003" h="65555">
                <a:moveTo>
                  <a:pt x="0" y="65555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97835"/>
            </a:solidFill>
            <a:prstDash val="solid"/>
          </a:ln>
        </p:spPr>
      </p:sp>
      <p:sp>
        <p:nvSpPr>
          <p:cNvPr id="41" name="line-107">
            <a:extLst xmlns:a="http://schemas.openxmlformats.org/drawingml/2006/main">
              <a:ext uri="{FF2B5EF4-FFF2-40B4-BE49-F238E27FC236}">
                <a16:creationId xmlns:a16="http://schemas.microsoft.com/office/drawing/2014/main" id="{6E1B38FF-F785-4761-A9FB-22C91647A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6119" y="1673800"/>
            <a:ext cx="25003" cy="62050"/>
          </a:xfrm>
          <a:custGeom xmlns:a="http://schemas.openxmlformats.org/drawingml/2006/main">
            <a:pathLst>
              <a:path w="25003" h="62050">
                <a:moveTo>
                  <a:pt x="0" y="62050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97835"/>
            </a:solidFill>
            <a:prstDash val="solid"/>
          </a:ln>
        </p:spPr>
      </p:sp>
      <p:sp>
        <p:nvSpPr>
          <p:cNvPr id="42" name="line-108">
            <a:extLst xmlns:a="http://schemas.openxmlformats.org/drawingml/2006/main">
              <a:ext uri="{FF2B5EF4-FFF2-40B4-BE49-F238E27FC236}">
                <a16:creationId xmlns:a16="http://schemas.microsoft.com/office/drawing/2014/main" id="{28441230-7CA1-4E6C-90CA-9F1C716A2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61122" y="1621328"/>
            <a:ext cx="25003" cy="52472"/>
          </a:xfrm>
          <a:custGeom xmlns:a="http://schemas.openxmlformats.org/drawingml/2006/main">
            <a:pathLst>
              <a:path w="25003" h="52472">
                <a:moveTo>
                  <a:pt x="0" y="52472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97835"/>
            </a:solidFill>
            <a:prstDash val="solid"/>
          </a:ln>
        </p:spPr>
      </p:sp>
      <p:sp>
        <p:nvSpPr>
          <p:cNvPr id="43" name="line-109">
            <a:extLst xmlns:a="http://schemas.openxmlformats.org/drawingml/2006/main">
              <a:ext uri="{FF2B5EF4-FFF2-40B4-BE49-F238E27FC236}">
                <a16:creationId xmlns:a16="http://schemas.microsoft.com/office/drawing/2014/main" id="{901DD2A4-F428-4758-AF1C-07BE1E67F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6125" y="1583570"/>
            <a:ext cx="25003" cy="37758"/>
          </a:xfrm>
          <a:custGeom xmlns:a="http://schemas.openxmlformats.org/drawingml/2006/main">
            <a:pathLst>
              <a:path w="25003" h="37758">
                <a:moveTo>
                  <a:pt x="0" y="37758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97835"/>
            </a:solidFill>
            <a:prstDash val="solid"/>
          </a:ln>
        </p:spPr>
      </p:sp>
      <p:sp>
        <p:nvSpPr>
          <p:cNvPr id="44" name="line-110">
            <a:extLst xmlns:a="http://schemas.openxmlformats.org/drawingml/2006/main">
              <a:ext uri="{FF2B5EF4-FFF2-40B4-BE49-F238E27FC236}">
                <a16:creationId xmlns:a16="http://schemas.microsoft.com/office/drawing/2014/main" id="{8150D52E-4FF8-4C8A-B44D-C0F702883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1128" y="1564223"/>
            <a:ext cx="25003" cy="19347"/>
          </a:xfrm>
          <a:custGeom xmlns:a="http://schemas.openxmlformats.org/drawingml/2006/main">
            <a:pathLst>
              <a:path w="25003" h="19347">
                <a:moveTo>
                  <a:pt x="0" y="19347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97835"/>
            </a:solidFill>
            <a:prstDash val="solid"/>
          </a:ln>
        </p:spPr>
      </p:sp>
      <p:sp>
        <p:nvSpPr>
          <p:cNvPr id="45" name="line-111">
            <a:extLst xmlns:a="http://schemas.openxmlformats.org/drawingml/2006/main">
              <a:ext uri="{FF2B5EF4-FFF2-40B4-BE49-F238E27FC236}">
                <a16:creationId xmlns:a16="http://schemas.microsoft.com/office/drawing/2014/main" id="{4A7854AC-8367-4C49-9285-E5F10EA36A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6131" y="1564223"/>
            <a:ext cx="25003" cy="9525"/>
          </a:xfrm>
          <a:custGeom xmlns:a="http://schemas.openxmlformats.org/drawingml/2006/main">
            <a:pathLst>
              <a:path w="25003" h="9525">
                <a:moveTo>
                  <a:pt x="0" y="0"/>
                </a:moveTo>
                <a:lnTo>
                  <a:pt x="25003" y="957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97835"/>
            </a:solidFill>
            <a:prstDash val="solid"/>
          </a:ln>
        </p:spPr>
      </p:sp>
      <p:sp>
        <p:nvSpPr>
          <p:cNvPr id="46" name="line-112">
            <a:extLst xmlns:a="http://schemas.openxmlformats.org/drawingml/2006/main">
              <a:ext uri="{FF2B5EF4-FFF2-40B4-BE49-F238E27FC236}">
                <a16:creationId xmlns:a16="http://schemas.microsoft.com/office/drawing/2014/main" id="{28712B46-82BF-4708-84A4-1B2458118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1134" y="1565181"/>
            <a:ext cx="25003" cy="21168"/>
          </a:xfrm>
          <a:custGeom xmlns:a="http://schemas.openxmlformats.org/drawingml/2006/main">
            <a:pathLst>
              <a:path w="25003" h="21168">
                <a:moveTo>
                  <a:pt x="0" y="0"/>
                </a:moveTo>
                <a:lnTo>
                  <a:pt x="25003" y="21168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97835"/>
            </a:solidFill>
            <a:prstDash val="solid"/>
          </a:ln>
        </p:spPr>
      </p:sp>
      <p:sp>
        <p:nvSpPr>
          <p:cNvPr id="47" name="line-113">
            <a:extLst xmlns:a="http://schemas.openxmlformats.org/drawingml/2006/main">
              <a:ext uri="{FF2B5EF4-FFF2-40B4-BE49-F238E27FC236}">
                <a16:creationId xmlns:a16="http://schemas.microsoft.com/office/drawing/2014/main" id="{B9C2C369-3192-49E9-953E-3FF82D3B5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6138" y="1586349"/>
            <a:ext cx="25003" cy="185301"/>
          </a:xfrm>
          <a:custGeom xmlns:a="http://schemas.openxmlformats.org/drawingml/2006/main">
            <a:pathLst>
              <a:path w="25003" h="185301">
                <a:moveTo>
                  <a:pt x="0" y="0"/>
                </a:moveTo>
                <a:lnTo>
                  <a:pt x="25003" y="185301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97835"/>
            </a:solidFill>
            <a:prstDash val="solid"/>
          </a:ln>
        </p:spPr>
      </p:sp>
      <p:sp>
        <p:nvSpPr>
          <p:cNvPr id="48" name="line-114">
            <a:extLst xmlns:a="http://schemas.openxmlformats.org/drawingml/2006/main">
              <a:ext uri="{FF2B5EF4-FFF2-40B4-BE49-F238E27FC236}">
                <a16:creationId xmlns:a16="http://schemas.microsoft.com/office/drawing/2014/main" id="{37BCE117-214C-40B3-BB56-28ED57E0D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1141" y="1771650"/>
            <a:ext cx="25003" cy="9525"/>
          </a:xfrm>
          <a:custGeom xmlns:a="http://schemas.openxmlformats.org/drawingml/2006/main">
            <a:pathLst>
              <a:path w="25003" h="9525">
                <a:moveTo>
                  <a:pt x="0" y="0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97835"/>
            </a:solidFill>
            <a:prstDash val="solid"/>
          </a:ln>
        </p:spPr>
      </p:sp>
      <p:sp>
        <p:nvSpPr>
          <p:cNvPr id="49" name="line-115">
            <a:extLst xmlns:a="http://schemas.openxmlformats.org/drawingml/2006/main">
              <a:ext uri="{FF2B5EF4-FFF2-40B4-BE49-F238E27FC236}">
                <a16:creationId xmlns:a16="http://schemas.microsoft.com/office/drawing/2014/main" id="{8078ABC0-EEAC-4957-8AFB-6F4C7EA23F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6144" y="1771650"/>
            <a:ext cx="25003" cy="9525"/>
          </a:xfrm>
          <a:custGeom xmlns:a="http://schemas.openxmlformats.org/drawingml/2006/main">
            <a:pathLst>
              <a:path w="25003" h="9525">
                <a:moveTo>
                  <a:pt x="0" y="0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97835"/>
            </a:solidFill>
            <a:prstDash val="solid"/>
          </a:ln>
        </p:spPr>
      </p:sp>
      <p:sp>
        <p:nvSpPr>
          <p:cNvPr id="50" name="line-116">
            <a:extLst xmlns:a="http://schemas.openxmlformats.org/drawingml/2006/main">
              <a:ext uri="{FF2B5EF4-FFF2-40B4-BE49-F238E27FC236}">
                <a16:creationId xmlns:a16="http://schemas.microsoft.com/office/drawing/2014/main" id="{3E32B1A9-C09D-47DB-8A4F-DA75E3844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1147" y="1771650"/>
            <a:ext cx="25003" cy="9525"/>
          </a:xfrm>
          <a:custGeom xmlns:a="http://schemas.openxmlformats.org/drawingml/2006/main">
            <a:pathLst>
              <a:path w="25003" h="9525">
                <a:moveTo>
                  <a:pt x="0" y="0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97835"/>
            </a:solidFill>
            <a:prstDash val="solid"/>
          </a:ln>
        </p:spPr>
      </p:sp>
      <p:sp>
        <p:nvSpPr>
          <p:cNvPr id="51" name="line-117">
            <a:extLst xmlns:a="http://schemas.openxmlformats.org/drawingml/2006/main">
              <a:ext uri="{FF2B5EF4-FFF2-40B4-BE49-F238E27FC236}">
                <a16:creationId xmlns:a16="http://schemas.microsoft.com/office/drawing/2014/main" id="{27D5A39D-A0BE-470E-A63F-AAF371636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1771650"/>
            <a:ext cx="25003" cy="9525"/>
          </a:xfrm>
          <a:custGeom xmlns:a="http://schemas.openxmlformats.org/drawingml/2006/main">
            <a:pathLst>
              <a:path w="25003" h="9525">
                <a:moveTo>
                  <a:pt x="0" y="0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97835"/>
            </a:solidFill>
            <a:prstDash val="solid"/>
          </a:ln>
        </p:spPr>
      </p:sp>
      <p:sp>
        <p:nvSpPr>
          <p:cNvPr id="52" name="line-118">
            <a:extLst xmlns:a="http://schemas.openxmlformats.org/drawingml/2006/main">
              <a:ext uri="{FF2B5EF4-FFF2-40B4-BE49-F238E27FC236}">
                <a16:creationId xmlns:a16="http://schemas.microsoft.com/office/drawing/2014/main" id="{E7C27642-5E47-45F7-B723-FEBC65D1D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11153" y="1771650"/>
            <a:ext cx="25003" cy="9525"/>
          </a:xfrm>
          <a:custGeom xmlns:a="http://schemas.openxmlformats.org/drawingml/2006/main">
            <a:pathLst>
              <a:path w="25003" h="9525">
                <a:moveTo>
                  <a:pt x="0" y="0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97835"/>
            </a:solidFill>
            <a:prstDash val="solid"/>
          </a:ln>
        </p:spPr>
      </p:sp>
      <p:sp>
        <p:nvSpPr>
          <p:cNvPr id="53" name="line-119">
            <a:extLst xmlns:a="http://schemas.openxmlformats.org/drawingml/2006/main">
              <a:ext uri="{FF2B5EF4-FFF2-40B4-BE49-F238E27FC236}">
                <a16:creationId xmlns:a16="http://schemas.microsoft.com/office/drawing/2014/main" id="{BBA6F798-0819-4192-A4B6-B0B0A62CE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6156" y="1771650"/>
            <a:ext cx="25003" cy="9525"/>
          </a:xfrm>
          <a:custGeom xmlns:a="http://schemas.openxmlformats.org/drawingml/2006/main">
            <a:pathLst>
              <a:path w="25003" h="9525">
                <a:moveTo>
                  <a:pt x="0" y="0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97835"/>
            </a:solidFill>
            <a:prstDash val="solid"/>
          </a:ln>
        </p:spPr>
      </p:sp>
      <p:sp>
        <p:nvSpPr>
          <p:cNvPr id="54" name="line-120">
            <a:extLst xmlns:a="http://schemas.openxmlformats.org/drawingml/2006/main">
              <a:ext uri="{FF2B5EF4-FFF2-40B4-BE49-F238E27FC236}">
                <a16:creationId xmlns:a16="http://schemas.microsoft.com/office/drawing/2014/main" id="{573048F1-40FF-4B1F-994C-E4BD6D63B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1159" y="1771650"/>
            <a:ext cx="25003" cy="9525"/>
          </a:xfrm>
          <a:custGeom xmlns:a="http://schemas.openxmlformats.org/drawingml/2006/main">
            <a:pathLst>
              <a:path w="25003" h="9525">
                <a:moveTo>
                  <a:pt x="0" y="0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97835"/>
            </a:solidFill>
            <a:prstDash val="solid"/>
          </a:ln>
        </p:spPr>
      </p:sp>
      <p:sp>
        <p:nvSpPr>
          <p:cNvPr id="55" name="line-121">
            <a:extLst xmlns:a="http://schemas.openxmlformats.org/drawingml/2006/main">
              <a:ext uri="{FF2B5EF4-FFF2-40B4-BE49-F238E27FC236}">
                <a16:creationId xmlns:a16="http://schemas.microsoft.com/office/drawing/2014/main" id="{0A1ED479-0405-4F49-9A1D-CBD9BFBB1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6163" y="1771650"/>
            <a:ext cx="25003" cy="9525"/>
          </a:xfrm>
          <a:custGeom xmlns:a="http://schemas.openxmlformats.org/drawingml/2006/main">
            <a:pathLst>
              <a:path w="25003" h="9525">
                <a:moveTo>
                  <a:pt x="0" y="0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97835"/>
            </a:solidFill>
            <a:prstDash val="solid"/>
          </a:ln>
        </p:spPr>
      </p:sp>
      <p:sp>
        <p:nvSpPr>
          <p:cNvPr id="56" name="line-122">
            <a:extLst xmlns:a="http://schemas.openxmlformats.org/drawingml/2006/main">
              <a:ext uri="{FF2B5EF4-FFF2-40B4-BE49-F238E27FC236}">
                <a16:creationId xmlns:a16="http://schemas.microsoft.com/office/drawing/2014/main" id="{8E2A37EA-66D3-4516-8779-73C4A5B0E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1166" y="1771650"/>
            <a:ext cx="25003" cy="9525"/>
          </a:xfrm>
          <a:custGeom xmlns:a="http://schemas.openxmlformats.org/drawingml/2006/main">
            <a:pathLst>
              <a:path w="25003" h="9525">
                <a:moveTo>
                  <a:pt x="0" y="0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97835"/>
            </a:solidFill>
            <a:prstDash val="solid"/>
          </a:ln>
        </p:spPr>
      </p:sp>
      <p:sp>
        <p:nvSpPr>
          <p:cNvPr id="57" name="line-123">
            <a:extLst xmlns:a="http://schemas.openxmlformats.org/drawingml/2006/main">
              <a:ext uri="{FF2B5EF4-FFF2-40B4-BE49-F238E27FC236}">
                <a16:creationId xmlns:a16="http://schemas.microsoft.com/office/drawing/2014/main" id="{CAE58D11-0C23-4BA6-9836-6A168DFB0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6169" y="1771650"/>
            <a:ext cx="25003" cy="9525"/>
          </a:xfrm>
          <a:custGeom xmlns:a="http://schemas.openxmlformats.org/drawingml/2006/main">
            <a:pathLst>
              <a:path w="25003" h="9525">
                <a:moveTo>
                  <a:pt x="0" y="0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97835"/>
            </a:solidFill>
            <a:prstDash val="solid"/>
          </a:ln>
        </p:spPr>
      </p:sp>
      <p:sp>
        <p:nvSpPr>
          <p:cNvPr id="58" name="line-124">
            <a:extLst xmlns:a="http://schemas.openxmlformats.org/drawingml/2006/main">
              <a:ext uri="{FF2B5EF4-FFF2-40B4-BE49-F238E27FC236}">
                <a16:creationId xmlns:a16="http://schemas.microsoft.com/office/drawing/2014/main" id="{68AF2C3A-69B4-419E-B488-6B7703653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1172" y="1771650"/>
            <a:ext cx="25003" cy="9525"/>
          </a:xfrm>
          <a:custGeom xmlns:a="http://schemas.openxmlformats.org/drawingml/2006/main">
            <a:pathLst>
              <a:path w="25003" h="9525">
                <a:moveTo>
                  <a:pt x="0" y="0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97835"/>
            </a:solidFill>
            <a:prstDash val="solid"/>
          </a:ln>
        </p:spPr>
      </p:sp>
      <p:sp>
        <p:nvSpPr>
          <p:cNvPr id="59" name="line-125">
            <a:extLst xmlns:a="http://schemas.openxmlformats.org/drawingml/2006/main">
              <a:ext uri="{FF2B5EF4-FFF2-40B4-BE49-F238E27FC236}">
                <a16:creationId xmlns:a16="http://schemas.microsoft.com/office/drawing/2014/main" id="{E04A937D-4E0A-4B4F-B92C-41E0B52C6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6175" y="1771650"/>
            <a:ext cx="25003" cy="9525"/>
          </a:xfrm>
          <a:custGeom xmlns:a="http://schemas.openxmlformats.org/drawingml/2006/main">
            <a:pathLst>
              <a:path w="25003" h="9525">
                <a:moveTo>
                  <a:pt x="0" y="0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97835"/>
            </a:solidFill>
            <a:prstDash val="solid"/>
          </a:ln>
        </p:spPr>
      </p:sp>
      <p:sp>
        <p:nvSpPr>
          <p:cNvPr id="60" name="line-126">
            <a:extLst xmlns:a="http://schemas.openxmlformats.org/drawingml/2006/main">
              <a:ext uri="{FF2B5EF4-FFF2-40B4-BE49-F238E27FC236}">
                <a16:creationId xmlns:a16="http://schemas.microsoft.com/office/drawing/2014/main" id="{B30ABE5C-3C5E-4D3D-A5C8-E61E4ECA9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1178" y="1771650"/>
            <a:ext cx="25003" cy="9525"/>
          </a:xfrm>
          <a:custGeom xmlns:a="http://schemas.openxmlformats.org/drawingml/2006/main">
            <a:pathLst>
              <a:path w="25003" h="9525">
                <a:moveTo>
                  <a:pt x="0" y="0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97835"/>
            </a:solidFill>
            <a:prstDash val="solid"/>
          </a:ln>
        </p:spPr>
      </p:sp>
      <p:sp>
        <p:nvSpPr>
          <p:cNvPr id="61" name="line-127">
            <a:extLst xmlns:a="http://schemas.openxmlformats.org/drawingml/2006/main">
              <a:ext uri="{FF2B5EF4-FFF2-40B4-BE49-F238E27FC236}">
                <a16:creationId xmlns:a16="http://schemas.microsoft.com/office/drawing/2014/main" id="{92373056-2866-4589-B688-DA2E56091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6181" y="1771650"/>
            <a:ext cx="25003" cy="9525"/>
          </a:xfrm>
          <a:custGeom xmlns:a="http://schemas.openxmlformats.org/drawingml/2006/main">
            <a:pathLst>
              <a:path w="25003" h="9525">
                <a:moveTo>
                  <a:pt x="0" y="0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97835"/>
            </a:solidFill>
            <a:prstDash val="solid"/>
          </a:ln>
        </p:spPr>
      </p:sp>
      <p:sp>
        <p:nvSpPr>
          <p:cNvPr id="62" name="line-128">
            <a:extLst xmlns:a="http://schemas.openxmlformats.org/drawingml/2006/main">
              <a:ext uri="{FF2B5EF4-FFF2-40B4-BE49-F238E27FC236}">
                <a16:creationId xmlns:a16="http://schemas.microsoft.com/office/drawing/2014/main" id="{FBE24391-91B6-4C2A-8650-380278584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1184" y="1771650"/>
            <a:ext cx="25003" cy="9525"/>
          </a:xfrm>
          <a:custGeom xmlns:a="http://schemas.openxmlformats.org/drawingml/2006/main">
            <a:pathLst>
              <a:path w="25003" h="9525">
                <a:moveTo>
                  <a:pt x="0" y="0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97835"/>
            </a:solidFill>
            <a:prstDash val="solid"/>
          </a:ln>
        </p:spPr>
      </p:sp>
      <p:sp>
        <p:nvSpPr>
          <p:cNvPr id="63" name="line-129">
            <a:extLst xmlns:a="http://schemas.openxmlformats.org/drawingml/2006/main">
              <a:ext uri="{FF2B5EF4-FFF2-40B4-BE49-F238E27FC236}">
                <a16:creationId xmlns:a16="http://schemas.microsoft.com/office/drawing/2014/main" id="{E4ED0654-19EC-43C1-9AD7-91178B0D9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6188" y="1771650"/>
            <a:ext cx="25003" cy="9525"/>
          </a:xfrm>
          <a:custGeom xmlns:a="http://schemas.openxmlformats.org/drawingml/2006/main">
            <a:pathLst>
              <a:path w="25003" h="9525">
                <a:moveTo>
                  <a:pt x="0" y="0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97835"/>
            </a:solidFill>
            <a:prstDash val="solid"/>
          </a:ln>
        </p:spPr>
      </p:sp>
      <p:sp>
        <p:nvSpPr>
          <p:cNvPr id="64" name="line-130">
            <a:extLst xmlns:a="http://schemas.openxmlformats.org/drawingml/2006/main">
              <a:ext uri="{FF2B5EF4-FFF2-40B4-BE49-F238E27FC236}">
                <a16:creationId xmlns:a16="http://schemas.microsoft.com/office/drawing/2014/main" id="{83CC0E5C-4597-419D-B1EF-D67807E1BC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1191" y="1771650"/>
            <a:ext cx="25003" cy="9525"/>
          </a:xfrm>
          <a:custGeom xmlns:a="http://schemas.openxmlformats.org/drawingml/2006/main">
            <a:pathLst>
              <a:path w="25003" h="9525">
                <a:moveTo>
                  <a:pt x="0" y="0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97835"/>
            </a:solidFill>
            <a:prstDash val="solid"/>
          </a:ln>
        </p:spPr>
      </p:sp>
      <p:sp>
        <p:nvSpPr>
          <p:cNvPr id="65" name="line-131">
            <a:extLst xmlns:a="http://schemas.openxmlformats.org/drawingml/2006/main">
              <a:ext uri="{FF2B5EF4-FFF2-40B4-BE49-F238E27FC236}">
                <a16:creationId xmlns:a16="http://schemas.microsoft.com/office/drawing/2014/main" id="{217D45E1-D3BA-4EB0-8537-056DF1F19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36194" y="1771650"/>
            <a:ext cx="25003" cy="9525"/>
          </a:xfrm>
          <a:custGeom xmlns:a="http://schemas.openxmlformats.org/drawingml/2006/main">
            <a:pathLst>
              <a:path w="25003" h="9525">
                <a:moveTo>
                  <a:pt x="0" y="0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97835"/>
            </a:solidFill>
            <a:prstDash val="solid"/>
          </a:ln>
        </p:spPr>
      </p:sp>
      <p:sp>
        <p:nvSpPr>
          <p:cNvPr id="66" name="line-132">
            <a:extLst xmlns:a="http://schemas.openxmlformats.org/drawingml/2006/main">
              <a:ext uri="{FF2B5EF4-FFF2-40B4-BE49-F238E27FC236}">
                <a16:creationId xmlns:a16="http://schemas.microsoft.com/office/drawing/2014/main" id="{27CA7425-9B78-4127-8A1B-44CA35ACE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1197" y="1771650"/>
            <a:ext cx="25003" cy="9525"/>
          </a:xfrm>
          <a:custGeom xmlns:a="http://schemas.openxmlformats.org/drawingml/2006/main">
            <a:pathLst>
              <a:path w="25003" h="9525">
                <a:moveTo>
                  <a:pt x="0" y="0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97835"/>
            </a:solidFill>
            <a:prstDash val="solid"/>
          </a:ln>
        </p:spPr>
      </p:sp>
      <p:sp>
        <p:nvSpPr>
          <p:cNvPr id="67" name="line-133">
            <a:extLst xmlns:a="http://schemas.openxmlformats.org/drawingml/2006/main">
              <a:ext uri="{FF2B5EF4-FFF2-40B4-BE49-F238E27FC236}">
                <a16:creationId xmlns:a16="http://schemas.microsoft.com/office/drawing/2014/main" id="{96B04AB3-3A8D-459C-B2FC-257B8E581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1771650"/>
            <a:ext cx="25003" cy="9525"/>
          </a:xfrm>
          <a:custGeom xmlns:a="http://schemas.openxmlformats.org/drawingml/2006/main">
            <a:pathLst>
              <a:path w="25003" h="9525">
                <a:moveTo>
                  <a:pt x="0" y="0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97835"/>
            </a:solidFill>
            <a:prstDash val="solid"/>
          </a:ln>
        </p:spPr>
      </p:sp>
      <p:sp>
        <p:nvSpPr>
          <p:cNvPr id="68" name="line-134">
            <a:extLst xmlns:a="http://schemas.openxmlformats.org/drawingml/2006/main">
              <a:ext uri="{FF2B5EF4-FFF2-40B4-BE49-F238E27FC236}">
                <a16:creationId xmlns:a16="http://schemas.microsoft.com/office/drawing/2014/main" id="{F6A52775-6738-4AB9-A670-6D79190191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11203" y="1771650"/>
            <a:ext cx="25003" cy="9525"/>
          </a:xfrm>
          <a:custGeom xmlns:a="http://schemas.openxmlformats.org/drawingml/2006/main">
            <a:pathLst>
              <a:path w="25003" h="9525">
                <a:moveTo>
                  <a:pt x="0" y="0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97835"/>
            </a:solidFill>
            <a:prstDash val="solid"/>
          </a:ln>
        </p:spPr>
      </p:sp>
      <p:sp>
        <p:nvSpPr>
          <p:cNvPr id="69" name="line-135">
            <a:extLst xmlns:a="http://schemas.openxmlformats.org/drawingml/2006/main">
              <a:ext uri="{FF2B5EF4-FFF2-40B4-BE49-F238E27FC236}">
                <a16:creationId xmlns:a16="http://schemas.microsoft.com/office/drawing/2014/main" id="{E60D1F2F-BCD6-4ED9-8A36-0EDF7A516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206" y="1771650"/>
            <a:ext cx="25003" cy="9525"/>
          </a:xfrm>
          <a:custGeom xmlns:a="http://schemas.openxmlformats.org/drawingml/2006/main">
            <a:pathLst>
              <a:path w="25003" h="9525">
                <a:moveTo>
                  <a:pt x="0" y="0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97835"/>
            </a:solidFill>
            <a:prstDash val="solid"/>
          </a:ln>
        </p:spPr>
      </p:sp>
      <p:sp>
        <p:nvSpPr>
          <p:cNvPr id="70" name="line-136">
            <a:extLst xmlns:a="http://schemas.openxmlformats.org/drawingml/2006/main">
              <a:ext uri="{FF2B5EF4-FFF2-40B4-BE49-F238E27FC236}">
                <a16:creationId xmlns:a16="http://schemas.microsoft.com/office/drawing/2014/main" id="{BA90C9C6-3361-4F0B-B64D-9E8E28E14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1209" y="1771650"/>
            <a:ext cx="25003" cy="9525"/>
          </a:xfrm>
          <a:custGeom xmlns:a="http://schemas.openxmlformats.org/drawingml/2006/main">
            <a:pathLst>
              <a:path w="25003" h="9525">
                <a:moveTo>
                  <a:pt x="0" y="0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97835"/>
            </a:solidFill>
            <a:prstDash val="solid"/>
          </a:ln>
        </p:spPr>
      </p:sp>
      <p:sp>
        <p:nvSpPr>
          <p:cNvPr id="71" name="line-137">
            <a:extLst xmlns:a="http://schemas.openxmlformats.org/drawingml/2006/main">
              <a:ext uri="{FF2B5EF4-FFF2-40B4-BE49-F238E27FC236}">
                <a16:creationId xmlns:a16="http://schemas.microsoft.com/office/drawing/2014/main" id="{030948C7-4FE8-499D-B7D0-5DA6AB2B6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6213" y="1771650"/>
            <a:ext cx="25003" cy="9525"/>
          </a:xfrm>
          <a:custGeom xmlns:a="http://schemas.openxmlformats.org/drawingml/2006/main">
            <a:pathLst>
              <a:path w="25003" h="9525">
                <a:moveTo>
                  <a:pt x="0" y="0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97835"/>
            </a:solidFill>
            <a:prstDash val="solid"/>
          </a:ln>
        </p:spPr>
      </p:sp>
      <p:sp>
        <p:nvSpPr>
          <p:cNvPr id="72" name="line-138">
            <a:extLst xmlns:a="http://schemas.openxmlformats.org/drawingml/2006/main">
              <a:ext uri="{FF2B5EF4-FFF2-40B4-BE49-F238E27FC236}">
                <a16:creationId xmlns:a16="http://schemas.microsoft.com/office/drawing/2014/main" id="{FB7551F9-E487-47DF-8816-CF2B71287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1216" y="1771650"/>
            <a:ext cx="25003" cy="9525"/>
          </a:xfrm>
          <a:custGeom xmlns:a="http://schemas.openxmlformats.org/drawingml/2006/main">
            <a:pathLst>
              <a:path w="25003" h="9525">
                <a:moveTo>
                  <a:pt x="0" y="0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97835"/>
            </a:solidFill>
            <a:prstDash val="solid"/>
          </a:ln>
        </p:spPr>
      </p:sp>
      <p:sp>
        <p:nvSpPr>
          <p:cNvPr id="73" name="line-139">
            <a:extLst xmlns:a="http://schemas.openxmlformats.org/drawingml/2006/main">
              <a:ext uri="{FF2B5EF4-FFF2-40B4-BE49-F238E27FC236}">
                <a16:creationId xmlns:a16="http://schemas.microsoft.com/office/drawing/2014/main" id="{90690757-AA0A-4DDB-95CF-24EADA26D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6219" y="1771650"/>
            <a:ext cx="25003" cy="9525"/>
          </a:xfrm>
          <a:custGeom xmlns:a="http://schemas.openxmlformats.org/drawingml/2006/main">
            <a:pathLst>
              <a:path w="25003" h="9525">
                <a:moveTo>
                  <a:pt x="0" y="0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97835"/>
            </a:solidFill>
            <a:prstDash val="solid"/>
          </a:ln>
        </p:spPr>
      </p:sp>
      <p:sp>
        <p:nvSpPr>
          <p:cNvPr id="74" name="line-140">
            <a:extLst xmlns:a="http://schemas.openxmlformats.org/drawingml/2006/main">
              <a:ext uri="{FF2B5EF4-FFF2-40B4-BE49-F238E27FC236}">
                <a16:creationId xmlns:a16="http://schemas.microsoft.com/office/drawing/2014/main" id="{EEE12A61-6538-44F3-9616-71B7B5B4A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1222" y="1771650"/>
            <a:ext cx="25003" cy="9525"/>
          </a:xfrm>
          <a:custGeom xmlns:a="http://schemas.openxmlformats.org/drawingml/2006/main">
            <a:pathLst>
              <a:path w="25003" h="9525">
                <a:moveTo>
                  <a:pt x="0" y="0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97835"/>
            </a:solidFill>
            <a:prstDash val="solid"/>
          </a:ln>
        </p:spPr>
      </p:sp>
      <p:sp>
        <p:nvSpPr>
          <p:cNvPr id="75" name="line-141">
            <a:extLst xmlns:a="http://schemas.openxmlformats.org/drawingml/2006/main">
              <a:ext uri="{FF2B5EF4-FFF2-40B4-BE49-F238E27FC236}">
                <a16:creationId xmlns:a16="http://schemas.microsoft.com/office/drawing/2014/main" id="{62D9554D-B051-42CC-B924-737DCB546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86225" y="1771650"/>
            <a:ext cx="25003" cy="9525"/>
          </a:xfrm>
          <a:custGeom xmlns:a="http://schemas.openxmlformats.org/drawingml/2006/main">
            <a:pathLst>
              <a:path w="25003" h="9525">
                <a:moveTo>
                  <a:pt x="0" y="0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97835"/>
            </a:solidFill>
            <a:prstDash val="solid"/>
          </a:ln>
        </p:spPr>
      </p:sp>
      <p:sp>
        <p:nvSpPr>
          <p:cNvPr id="76" name="line-142">
            <a:extLst xmlns:a="http://schemas.openxmlformats.org/drawingml/2006/main">
              <a:ext uri="{FF2B5EF4-FFF2-40B4-BE49-F238E27FC236}">
                <a16:creationId xmlns:a16="http://schemas.microsoft.com/office/drawing/2014/main" id="{9357B689-8F6C-4082-AC50-B25C4E9FB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1228" y="1771650"/>
            <a:ext cx="25003" cy="9525"/>
          </a:xfrm>
          <a:custGeom xmlns:a="http://schemas.openxmlformats.org/drawingml/2006/main">
            <a:pathLst>
              <a:path w="25003" h="9525">
                <a:moveTo>
                  <a:pt x="0" y="0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97835"/>
            </a:solidFill>
            <a:prstDash val="solid"/>
          </a:ln>
        </p:spPr>
      </p:sp>
      <p:sp>
        <p:nvSpPr>
          <p:cNvPr id="77" name="line-143">
            <a:extLst xmlns:a="http://schemas.openxmlformats.org/drawingml/2006/main">
              <a:ext uri="{FF2B5EF4-FFF2-40B4-BE49-F238E27FC236}">
                <a16:creationId xmlns:a16="http://schemas.microsoft.com/office/drawing/2014/main" id="{B10B1B08-51A1-42D3-8BEA-A987B963E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6231" y="1771650"/>
            <a:ext cx="25003" cy="9525"/>
          </a:xfrm>
          <a:custGeom xmlns:a="http://schemas.openxmlformats.org/drawingml/2006/main">
            <a:pathLst>
              <a:path w="25003" h="9525">
                <a:moveTo>
                  <a:pt x="0" y="0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97835"/>
            </a:solidFill>
            <a:prstDash val="solid"/>
          </a:ln>
        </p:spPr>
      </p:sp>
      <p:sp>
        <p:nvSpPr>
          <p:cNvPr id="78" name="line-144">
            <a:extLst xmlns:a="http://schemas.openxmlformats.org/drawingml/2006/main">
              <a:ext uri="{FF2B5EF4-FFF2-40B4-BE49-F238E27FC236}">
                <a16:creationId xmlns:a16="http://schemas.microsoft.com/office/drawing/2014/main" id="{4058F37A-2D30-402C-9403-0CEADB01D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1234" y="1771650"/>
            <a:ext cx="25003" cy="9525"/>
          </a:xfrm>
          <a:custGeom xmlns:a="http://schemas.openxmlformats.org/drawingml/2006/main">
            <a:pathLst>
              <a:path w="25003" h="9525">
                <a:moveTo>
                  <a:pt x="0" y="0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97835"/>
            </a:solidFill>
            <a:prstDash val="solid"/>
          </a:ln>
        </p:spPr>
      </p:sp>
      <p:sp>
        <p:nvSpPr>
          <p:cNvPr id="79" name="line-145">
            <a:extLst xmlns:a="http://schemas.openxmlformats.org/drawingml/2006/main">
              <a:ext uri="{FF2B5EF4-FFF2-40B4-BE49-F238E27FC236}">
                <a16:creationId xmlns:a16="http://schemas.microsoft.com/office/drawing/2014/main" id="{99CECBAE-348D-495B-B01E-1E27A27BA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86238" y="1771650"/>
            <a:ext cx="25003" cy="9525"/>
          </a:xfrm>
          <a:custGeom xmlns:a="http://schemas.openxmlformats.org/drawingml/2006/main">
            <a:pathLst>
              <a:path w="25003" h="9525">
                <a:moveTo>
                  <a:pt x="0" y="0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97835"/>
            </a:solidFill>
            <a:prstDash val="solid"/>
          </a:ln>
        </p:spPr>
      </p:sp>
      <p:sp>
        <p:nvSpPr>
          <p:cNvPr id="80" name="line-146">
            <a:extLst xmlns:a="http://schemas.openxmlformats.org/drawingml/2006/main">
              <a:ext uri="{FF2B5EF4-FFF2-40B4-BE49-F238E27FC236}">
                <a16:creationId xmlns:a16="http://schemas.microsoft.com/office/drawing/2014/main" id="{2B08319D-97D0-4B42-AC74-493812A1E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1241" y="1771650"/>
            <a:ext cx="25003" cy="9525"/>
          </a:xfrm>
          <a:custGeom xmlns:a="http://schemas.openxmlformats.org/drawingml/2006/main">
            <a:pathLst>
              <a:path w="25003" h="9525">
                <a:moveTo>
                  <a:pt x="0" y="0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97835"/>
            </a:solidFill>
            <a:prstDash val="solid"/>
          </a:ln>
        </p:spPr>
      </p:sp>
      <p:sp>
        <p:nvSpPr>
          <p:cNvPr id="81" name="line-147">
            <a:extLst xmlns:a="http://schemas.openxmlformats.org/drawingml/2006/main">
              <a:ext uri="{FF2B5EF4-FFF2-40B4-BE49-F238E27FC236}">
                <a16:creationId xmlns:a16="http://schemas.microsoft.com/office/drawing/2014/main" id="{59D5C410-0410-4E90-8B45-5EEF007C2F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6244" y="1771650"/>
            <a:ext cx="25003" cy="9525"/>
          </a:xfrm>
          <a:custGeom xmlns:a="http://schemas.openxmlformats.org/drawingml/2006/main">
            <a:pathLst>
              <a:path w="25003" h="9525">
                <a:moveTo>
                  <a:pt x="0" y="0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97835"/>
            </a:solidFill>
            <a:prstDash val="solid"/>
          </a:ln>
        </p:spPr>
      </p:sp>
      <p:sp>
        <p:nvSpPr>
          <p:cNvPr id="82" name="line-148">
            <a:extLst xmlns:a="http://schemas.openxmlformats.org/drawingml/2006/main">
              <a:ext uri="{FF2B5EF4-FFF2-40B4-BE49-F238E27FC236}">
                <a16:creationId xmlns:a16="http://schemas.microsoft.com/office/drawing/2014/main" id="{FB93AFE8-11C8-4DF1-83A5-2C6B15982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1247" y="1771650"/>
            <a:ext cx="25003" cy="9525"/>
          </a:xfrm>
          <a:custGeom xmlns:a="http://schemas.openxmlformats.org/drawingml/2006/main">
            <a:pathLst>
              <a:path w="25003" h="9525">
                <a:moveTo>
                  <a:pt x="0" y="0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97835"/>
            </a:solidFill>
            <a:prstDash val="solid"/>
          </a:ln>
        </p:spPr>
      </p:sp>
      <p:sp>
        <p:nvSpPr>
          <p:cNvPr id="83" name="object-149">
            <a:extLst xmlns:a="http://schemas.openxmlformats.org/drawingml/2006/main">
              <a:ext uri="{FF2B5EF4-FFF2-40B4-BE49-F238E27FC236}">
                <a16:creationId xmlns:a16="http://schemas.microsoft.com/office/drawing/2014/main" id="{BEEBE046-4261-4935-AF58-B0D260AEA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1504950"/>
            <a:ext cx="2476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1650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rPr>
              <a:t>在半幅上切断，</a:t>
            </a:r>
          </a:p>
          <a:p xmlns:a="http://schemas.openxmlformats.org/drawingml/2006/main">
            <a:pPr algn="l">
              <a:defRPr sz="1650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rPr>
              <a:t>会听到一声“啪”</a:t>
            </a:r>
          </a:p>
        </p:txBody>
      </p:sp>
      <p:sp>
        <p:nvSpPr>
          <p:cNvPr id="84" name="object-150">
            <a:extLst xmlns:a="http://schemas.openxmlformats.org/drawingml/2006/main">
              <a:ext uri="{FF2B5EF4-FFF2-40B4-BE49-F238E27FC236}">
                <a16:creationId xmlns:a16="http://schemas.microsoft.com/office/drawing/2014/main" id="{BE8685C4-3888-4256-BC8D-9FBE86196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5675" y="1333500"/>
            <a:ext cx="2857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1650" b="1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650" b="1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rPr>
              <a:t>逐渐降低增益，声音淡出去</a:t>
            </a:r>
          </a:p>
        </p:txBody>
      </p:sp>
      <p:sp>
        <p:nvSpPr>
          <p:cNvPr id="85" name="line-151">
            <a:extLst xmlns:a="http://schemas.openxmlformats.org/drawingml/2006/main">
              <a:ext uri="{FF2B5EF4-FFF2-40B4-BE49-F238E27FC236}">
                <a16:creationId xmlns:a16="http://schemas.microsoft.com/office/drawing/2014/main" id="{E5103F00-8532-42CE-9280-12AB320E6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1585921"/>
            <a:ext cx="25003" cy="35407"/>
          </a:xfrm>
          <a:custGeom xmlns:a="http://schemas.openxmlformats.org/drawingml/2006/main">
            <a:pathLst>
              <a:path w="25003" h="35407">
                <a:moveTo>
                  <a:pt x="0" y="35407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9A92"/>
            </a:solidFill>
            <a:prstDash val="solid"/>
          </a:ln>
        </p:spPr>
      </p:sp>
      <p:sp>
        <p:nvSpPr>
          <p:cNvPr id="86" name="line-152">
            <a:extLst xmlns:a="http://schemas.openxmlformats.org/drawingml/2006/main">
              <a:ext uri="{FF2B5EF4-FFF2-40B4-BE49-F238E27FC236}">
                <a16:creationId xmlns:a16="http://schemas.microsoft.com/office/drawing/2014/main" id="{7D4FFB45-4CC6-4B3D-9912-421802648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8553" y="1569409"/>
            <a:ext cx="25003" cy="16512"/>
          </a:xfrm>
          <a:custGeom xmlns:a="http://schemas.openxmlformats.org/drawingml/2006/main">
            <a:pathLst>
              <a:path w="25003" h="16512">
                <a:moveTo>
                  <a:pt x="0" y="16512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9A92"/>
            </a:solidFill>
            <a:prstDash val="solid"/>
          </a:ln>
        </p:spPr>
      </p:sp>
      <p:sp>
        <p:nvSpPr>
          <p:cNvPr id="87" name="line-153">
            <a:extLst xmlns:a="http://schemas.openxmlformats.org/drawingml/2006/main">
              <a:ext uri="{FF2B5EF4-FFF2-40B4-BE49-F238E27FC236}">
                <a16:creationId xmlns:a16="http://schemas.microsoft.com/office/drawing/2014/main" id="{7D551462-D59C-47AF-85C6-D8AF72ECA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03556" y="1569409"/>
            <a:ext cx="25003" cy="9525"/>
          </a:xfrm>
          <a:custGeom xmlns:a="http://schemas.openxmlformats.org/drawingml/2006/main">
            <a:pathLst>
              <a:path w="25003" h="9525">
                <a:moveTo>
                  <a:pt x="0" y="0"/>
                </a:moveTo>
                <a:lnTo>
                  <a:pt x="25003" y="3514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9A92"/>
            </a:solidFill>
            <a:prstDash val="solid"/>
          </a:ln>
        </p:spPr>
      </p:sp>
      <p:sp>
        <p:nvSpPr>
          <p:cNvPr id="88" name="line-154">
            <a:extLst xmlns:a="http://schemas.openxmlformats.org/drawingml/2006/main">
              <a:ext uri="{FF2B5EF4-FFF2-40B4-BE49-F238E27FC236}">
                <a16:creationId xmlns:a16="http://schemas.microsoft.com/office/drawing/2014/main" id="{C980F819-5FD5-490B-92A5-D0BCBA6BD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8559" y="1572923"/>
            <a:ext cx="25003" cy="22690"/>
          </a:xfrm>
          <a:custGeom xmlns:a="http://schemas.openxmlformats.org/drawingml/2006/main">
            <a:pathLst>
              <a:path w="25003" h="22690">
                <a:moveTo>
                  <a:pt x="0" y="0"/>
                </a:moveTo>
                <a:lnTo>
                  <a:pt x="25003" y="2269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9A92"/>
            </a:solidFill>
            <a:prstDash val="solid"/>
          </a:ln>
        </p:spPr>
      </p:sp>
      <p:sp>
        <p:nvSpPr>
          <p:cNvPr id="89" name="line-155">
            <a:extLst xmlns:a="http://schemas.openxmlformats.org/drawingml/2006/main">
              <a:ext uri="{FF2B5EF4-FFF2-40B4-BE49-F238E27FC236}">
                <a16:creationId xmlns:a16="http://schemas.microsoft.com/office/drawing/2014/main" id="{6915CB84-B11D-45A7-8C18-1115354C1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53563" y="1595614"/>
            <a:ext cx="25003" cy="39166"/>
          </a:xfrm>
          <a:custGeom xmlns:a="http://schemas.openxmlformats.org/drawingml/2006/main">
            <a:pathLst>
              <a:path w="25003" h="39166">
                <a:moveTo>
                  <a:pt x="0" y="0"/>
                </a:moveTo>
                <a:lnTo>
                  <a:pt x="25003" y="39166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9A92"/>
            </a:solidFill>
            <a:prstDash val="solid"/>
          </a:ln>
        </p:spPr>
      </p:sp>
      <p:sp>
        <p:nvSpPr>
          <p:cNvPr id="90" name="line-156">
            <a:extLst xmlns:a="http://schemas.openxmlformats.org/drawingml/2006/main">
              <a:ext uri="{FF2B5EF4-FFF2-40B4-BE49-F238E27FC236}">
                <a16:creationId xmlns:a16="http://schemas.microsoft.com/office/drawing/2014/main" id="{78AB5DD6-625E-4EB6-B16E-A038A7496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78566" y="1634780"/>
            <a:ext cx="25003" cy="51403"/>
          </a:xfrm>
          <a:custGeom xmlns:a="http://schemas.openxmlformats.org/drawingml/2006/main">
            <a:pathLst>
              <a:path w="25003" h="51403">
                <a:moveTo>
                  <a:pt x="0" y="0"/>
                </a:moveTo>
                <a:lnTo>
                  <a:pt x="25003" y="51403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9A92"/>
            </a:solidFill>
            <a:prstDash val="solid"/>
          </a:ln>
        </p:spPr>
      </p:sp>
      <p:sp>
        <p:nvSpPr>
          <p:cNvPr id="91" name="line-157">
            <a:extLst xmlns:a="http://schemas.openxmlformats.org/drawingml/2006/main">
              <a:ext uri="{FF2B5EF4-FFF2-40B4-BE49-F238E27FC236}">
                <a16:creationId xmlns:a16="http://schemas.microsoft.com/office/drawing/2014/main" id="{456F6846-106C-4C8E-B3BC-A94BBB839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3569" y="1686182"/>
            <a:ext cx="25003" cy="58316"/>
          </a:xfrm>
          <a:custGeom xmlns:a="http://schemas.openxmlformats.org/drawingml/2006/main">
            <a:pathLst>
              <a:path w="25003" h="58316">
                <a:moveTo>
                  <a:pt x="0" y="0"/>
                </a:moveTo>
                <a:lnTo>
                  <a:pt x="25003" y="58316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9A92"/>
            </a:solidFill>
            <a:prstDash val="solid"/>
          </a:ln>
        </p:spPr>
      </p:sp>
      <p:sp>
        <p:nvSpPr>
          <p:cNvPr id="92" name="line-158">
            <a:extLst xmlns:a="http://schemas.openxmlformats.org/drawingml/2006/main">
              <a:ext uri="{FF2B5EF4-FFF2-40B4-BE49-F238E27FC236}">
                <a16:creationId xmlns:a16="http://schemas.microsoft.com/office/drawing/2014/main" id="{2010A5DC-D5AF-44DE-BC15-95A5DE0BC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8572" y="1744498"/>
            <a:ext cx="25003" cy="59371"/>
          </a:xfrm>
          <a:custGeom xmlns:a="http://schemas.openxmlformats.org/drawingml/2006/main">
            <a:pathLst>
              <a:path w="25003" h="59371">
                <a:moveTo>
                  <a:pt x="0" y="0"/>
                </a:moveTo>
                <a:lnTo>
                  <a:pt x="25003" y="59371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9A92"/>
            </a:solidFill>
            <a:prstDash val="solid"/>
          </a:ln>
        </p:spPr>
      </p:sp>
      <p:sp>
        <p:nvSpPr>
          <p:cNvPr id="93" name="line-159">
            <a:extLst xmlns:a="http://schemas.openxmlformats.org/drawingml/2006/main">
              <a:ext uri="{FF2B5EF4-FFF2-40B4-BE49-F238E27FC236}">
                <a16:creationId xmlns:a16="http://schemas.microsoft.com/office/drawing/2014/main" id="{065D6C4F-AD82-4AD9-917F-0AC18C3EE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53575" y="1803869"/>
            <a:ext cx="25003" cy="54622"/>
          </a:xfrm>
          <a:custGeom xmlns:a="http://schemas.openxmlformats.org/drawingml/2006/main">
            <a:pathLst>
              <a:path w="25003" h="54622">
                <a:moveTo>
                  <a:pt x="0" y="0"/>
                </a:moveTo>
                <a:lnTo>
                  <a:pt x="25003" y="54622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9A92"/>
            </a:solidFill>
            <a:prstDash val="solid"/>
          </a:ln>
        </p:spPr>
      </p:sp>
      <p:sp>
        <p:nvSpPr>
          <p:cNvPr id="94" name="line-160">
            <a:extLst xmlns:a="http://schemas.openxmlformats.org/drawingml/2006/main">
              <a:ext uri="{FF2B5EF4-FFF2-40B4-BE49-F238E27FC236}">
                <a16:creationId xmlns:a16="http://schemas.microsoft.com/office/drawing/2014/main" id="{1F0FD30A-9712-4517-B13F-F9482B6AC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78578" y="1858492"/>
            <a:ext cx="25003" cy="44690"/>
          </a:xfrm>
          <a:custGeom xmlns:a="http://schemas.openxmlformats.org/drawingml/2006/main">
            <a:pathLst>
              <a:path w="25003" h="44690">
                <a:moveTo>
                  <a:pt x="0" y="0"/>
                </a:moveTo>
                <a:lnTo>
                  <a:pt x="25003" y="4469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9A92"/>
            </a:solidFill>
            <a:prstDash val="solid"/>
          </a:ln>
        </p:spPr>
      </p:sp>
      <p:sp>
        <p:nvSpPr>
          <p:cNvPr id="95" name="line-161">
            <a:extLst xmlns:a="http://schemas.openxmlformats.org/drawingml/2006/main">
              <a:ext uri="{FF2B5EF4-FFF2-40B4-BE49-F238E27FC236}">
                <a16:creationId xmlns:a16="http://schemas.microsoft.com/office/drawing/2014/main" id="{C9EF12A3-FECF-4AD6-B7C2-C6166254C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3581" y="1903182"/>
            <a:ext cx="25003" cy="30687"/>
          </a:xfrm>
          <a:custGeom xmlns:a="http://schemas.openxmlformats.org/drawingml/2006/main">
            <a:pathLst>
              <a:path w="25003" h="30687">
                <a:moveTo>
                  <a:pt x="0" y="0"/>
                </a:moveTo>
                <a:lnTo>
                  <a:pt x="25003" y="30687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9A92"/>
            </a:solidFill>
            <a:prstDash val="solid"/>
          </a:ln>
        </p:spPr>
      </p:sp>
      <p:sp>
        <p:nvSpPr>
          <p:cNvPr id="96" name="line-162">
            <a:extLst xmlns:a="http://schemas.openxmlformats.org/drawingml/2006/main">
              <a:ext uri="{FF2B5EF4-FFF2-40B4-BE49-F238E27FC236}">
                <a16:creationId xmlns:a16="http://schemas.microsoft.com/office/drawing/2014/main" id="{36B5D814-7915-4D01-9FD1-CC713B2BE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8584" y="1933869"/>
            <a:ext cx="25003" cy="14094"/>
          </a:xfrm>
          <a:custGeom xmlns:a="http://schemas.openxmlformats.org/drawingml/2006/main">
            <a:pathLst>
              <a:path w="25003" h="14094">
                <a:moveTo>
                  <a:pt x="0" y="0"/>
                </a:moveTo>
                <a:lnTo>
                  <a:pt x="25003" y="14094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9A92"/>
            </a:solidFill>
            <a:prstDash val="solid"/>
          </a:ln>
        </p:spPr>
      </p:sp>
      <p:sp>
        <p:nvSpPr>
          <p:cNvPr id="97" name="line-163">
            <a:extLst xmlns:a="http://schemas.openxmlformats.org/drawingml/2006/main">
              <a:ext uri="{FF2B5EF4-FFF2-40B4-BE49-F238E27FC236}">
                <a16:creationId xmlns:a16="http://schemas.microsoft.com/office/drawing/2014/main" id="{3080C974-9D96-40D6-88E2-1119104BD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3588" y="1944568"/>
            <a:ext cx="25003" cy="9525"/>
          </a:xfrm>
          <a:custGeom xmlns:a="http://schemas.openxmlformats.org/drawingml/2006/main">
            <a:pathLst>
              <a:path w="25003" h="9525">
                <a:moveTo>
                  <a:pt x="0" y="3395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9A92"/>
            </a:solidFill>
            <a:prstDash val="solid"/>
          </a:ln>
        </p:spPr>
      </p:sp>
      <p:sp>
        <p:nvSpPr>
          <p:cNvPr id="98" name="line-164">
            <a:extLst xmlns:a="http://schemas.openxmlformats.org/drawingml/2006/main">
              <a:ext uri="{FF2B5EF4-FFF2-40B4-BE49-F238E27FC236}">
                <a16:creationId xmlns:a16="http://schemas.microsoft.com/office/drawing/2014/main" id="{3842B02C-423D-44ED-8782-19C6A8850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8591" y="1924524"/>
            <a:ext cx="25003" cy="20044"/>
          </a:xfrm>
          <a:custGeom xmlns:a="http://schemas.openxmlformats.org/drawingml/2006/main">
            <a:pathLst>
              <a:path w="25003" h="20044">
                <a:moveTo>
                  <a:pt x="0" y="20044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9A92"/>
            </a:solidFill>
            <a:prstDash val="solid"/>
          </a:ln>
        </p:spPr>
      </p:sp>
      <p:sp>
        <p:nvSpPr>
          <p:cNvPr id="99" name="line-165">
            <a:extLst xmlns:a="http://schemas.openxmlformats.org/drawingml/2006/main">
              <a:ext uri="{FF2B5EF4-FFF2-40B4-BE49-F238E27FC236}">
                <a16:creationId xmlns:a16="http://schemas.microsoft.com/office/drawing/2014/main" id="{40351D21-B32B-4974-BF89-509D3A2F11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03594" y="1890271"/>
            <a:ext cx="25003" cy="34253"/>
          </a:xfrm>
          <a:custGeom xmlns:a="http://schemas.openxmlformats.org/drawingml/2006/main">
            <a:pathLst>
              <a:path w="25003" h="34253">
                <a:moveTo>
                  <a:pt x="0" y="34253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9A92"/>
            </a:solidFill>
            <a:prstDash val="solid"/>
          </a:ln>
        </p:spPr>
      </p:sp>
      <p:sp>
        <p:nvSpPr>
          <p:cNvPr id="100" name="line-166">
            <a:extLst xmlns:a="http://schemas.openxmlformats.org/drawingml/2006/main">
              <a:ext uri="{FF2B5EF4-FFF2-40B4-BE49-F238E27FC236}">
                <a16:creationId xmlns:a16="http://schemas.microsoft.com/office/drawing/2014/main" id="{65A62CC6-97E6-4A9F-AECD-D0247F5C2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28597" y="1845568"/>
            <a:ext cx="25003" cy="44703"/>
          </a:xfrm>
          <a:custGeom xmlns:a="http://schemas.openxmlformats.org/drawingml/2006/main">
            <a:pathLst>
              <a:path w="25003" h="44703">
                <a:moveTo>
                  <a:pt x="0" y="44703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9A92"/>
            </a:solidFill>
            <a:prstDash val="solid"/>
          </a:ln>
        </p:spPr>
      </p:sp>
      <p:sp>
        <p:nvSpPr>
          <p:cNvPr id="101" name="line-167">
            <a:extLst xmlns:a="http://schemas.openxmlformats.org/drawingml/2006/main">
              <a:ext uri="{FF2B5EF4-FFF2-40B4-BE49-F238E27FC236}">
                <a16:creationId xmlns:a16="http://schemas.microsoft.com/office/drawing/2014/main" id="{CF795318-9DA7-44B2-8546-A74C58BA1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1795082"/>
            <a:ext cx="25003" cy="50486"/>
          </a:xfrm>
          <a:custGeom xmlns:a="http://schemas.openxmlformats.org/drawingml/2006/main">
            <a:pathLst>
              <a:path w="25003" h="50486">
                <a:moveTo>
                  <a:pt x="0" y="50486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9A92"/>
            </a:solidFill>
            <a:prstDash val="solid"/>
          </a:ln>
        </p:spPr>
      </p:sp>
      <p:sp>
        <p:nvSpPr>
          <p:cNvPr id="102" name="line-168">
            <a:extLst xmlns:a="http://schemas.openxmlformats.org/drawingml/2006/main">
              <a:ext uri="{FF2B5EF4-FFF2-40B4-BE49-F238E27FC236}">
                <a16:creationId xmlns:a16="http://schemas.microsoft.com/office/drawing/2014/main" id="{8A7293D7-C7C0-4485-A86E-1B72CC980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8603" y="1743905"/>
            <a:ext cx="25003" cy="51177"/>
          </a:xfrm>
          <a:custGeom xmlns:a="http://schemas.openxmlformats.org/drawingml/2006/main">
            <a:pathLst>
              <a:path w="25003" h="51177">
                <a:moveTo>
                  <a:pt x="0" y="51177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9A92"/>
            </a:solidFill>
            <a:prstDash val="solid"/>
          </a:ln>
        </p:spPr>
      </p:sp>
      <p:sp>
        <p:nvSpPr>
          <p:cNvPr id="103" name="line-169">
            <a:extLst xmlns:a="http://schemas.openxmlformats.org/drawingml/2006/main">
              <a:ext uri="{FF2B5EF4-FFF2-40B4-BE49-F238E27FC236}">
                <a16:creationId xmlns:a16="http://schemas.microsoft.com/office/drawing/2014/main" id="{8813F93E-9A3C-4A4B-A5FE-B7E846DD2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3606" y="1697040"/>
            <a:ext cx="25003" cy="46866"/>
          </a:xfrm>
          <a:custGeom xmlns:a="http://schemas.openxmlformats.org/drawingml/2006/main">
            <a:pathLst>
              <a:path w="25003" h="46866">
                <a:moveTo>
                  <a:pt x="0" y="46866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9A92"/>
            </a:solidFill>
            <a:prstDash val="solid"/>
          </a:ln>
        </p:spPr>
      </p:sp>
      <p:sp>
        <p:nvSpPr>
          <p:cNvPr id="104" name="line-170">
            <a:extLst xmlns:a="http://schemas.openxmlformats.org/drawingml/2006/main">
              <a:ext uri="{FF2B5EF4-FFF2-40B4-BE49-F238E27FC236}">
                <a16:creationId xmlns:a16="http://schemas.microsoft.com/office/drawing/2014/main" id="{C479DD38-303B-48B9-AAA3-099DC5465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8609" y="1658909"/>
            <a:ext cx="25003" cy="38131"/>
          </a:xfrm>
          <a:custGeom xmlns:a="http://schemas.openxmlformats.org/drawingml/2006/main">
            <a:pathLst>
              <a:path w="25003" h="38131">
                <a:moveTo>
                  <a:pt x="0" y="38131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9A92"/>
            </a:solidFill>
            <a:prstDash val="solid"/>
          </a:ln>
        </p:spPr>
      </p:sp>
      <p:sp>
        <p:nvSpPr>
          <p:cNvPr id="105" name="line-171">
            <a:extLst xmlns:a="http://schemas.openxmlformats.org/drawingml/2006/main">
              <a:ext uri="{FF2B5EF4-FFF2-40B4-BE49-F238E27FC236}">
                <a16:creationId xmlns:a16="http://schemas.microsoft.com/office/drawing/2014/main" id="{0748E355-5DB2-41E3-B2D4-AD7CC9DE5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3613" y="1632941"/>
            <a:ext cx="25003" cy="25967"/>
          </a:xfrm>
          <a:custGeom xmlns:a="http://schemas.openxmlformats.org/drawingml/2006/main">
            <a:pathLst>
              <a:path w="25003" h="25967">
                <a:moveTo>
                  <a:pt x="0" y="25967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9A92"/>
            </a:solidFill>
            <a:prstDash val="solid"/>
          </a:ln>
        </p:spPr>
      </p:sp>
      <p:sp>
        <p:nvSpPr>
          <p:cNvPr id="106" name="line-172">
            <a:extLst xmlns:a="http://schemas.openxmlformats.org/drawingml/2006/main">
              <a:ext uri="{FF2B5EF4-FFF2-40B4-BE49-F238E27FC236}">
                <a16:creationId xmlns:a16="http://schemas.microsoft.com/office/drawing/2014/main" id="{80495368-5C3A-45B7-8AF3-7494FE164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8616" y="1621266"/>
            <a:ext cx="25003" cy="11676"/>
          </a:xfrm>
          <a:custGeom xmlns:a="http://schemas.openxmlformats.org/drawingml/2006/main">
            <a:pathLst>
              <a:path w="25003" h="11676">
                <a:moveTo>
                  <a:pt x="0" y="11676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9A92"/>
            </a:solidFill>
            <a:prstDash val="solid"/>
          </a:ln>
        </p:spPr>
      </p:sp>
      <p:sp>
        <p:nvSpPr>
          <p:cNvPr id="107" name="line-173">
            <a:extLst xmlns:a="http://schemas.openxmlformats.org/drawingml/2006/main">
              <a:ext uri="{FF2B5EF4-FFF2-40B4-BE49-F238E27FC236}">
                <a16:creationId xmlns:a16="http://schemas.microsoft.com/office/drawing/2014/main" id="{F29FA461-AB11-4470-BA9B-A52CF442B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3619" y="1621266"/>
            <a:ext cx="25003" cy="9525"/>
          </a:xfrm>
          <a:custGeom xmlns:a="http://schemas.openxmlformats.org/drawingml/2006/main">
            <a:pathLst>
              <a:path w="25003" h="9525">
                <a:moveTo>
                  <a:pt x="0" y="0"/>
                </a:moveTo>
                <a:lnTo>
                  <a:pt x="25003" y="3275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9A92"/>
            </a:solidFill>
            <a:prstDash val="solid"/>
          </a:ln>
        </p:spPr>
      </p:sp>
      <p:sp>
        <p:nvSpPr>
          <p:cNvPr id="108" name="line-174">
            <a:extLst xmlns:a="http://schemas.openxmlformats.org/drawingml/2006/main">
              <a:ext uri="{FF2B5EF4-FFF2-40B4-BE49-F238E27FC236}">
                <a16:creationId xmlns:a16="http://schemas.microsoft.com/office/drawing/2014/main" id="{6C812D37-4EE0-4235-A6EF-8FA0B0088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8622" y="1624541"/>
            <a:ext cx="25003" cy="17398"/>
          </a:xfrm>
          <a:custGeom xmlns:a="http://schemas.openxmlformats.org/drawingml/2006/main">
            <a:pathLst>
              <a:path w="25003" h="17398">
                <a:moveTo>
                  <a:pt x="0" y="0"/>
                </a:moveTo>
                <a:lnTo>
                  <a:pt x="25003" y="17398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9A92"/>
            </a:solidFill>
            <a:prstDash val="solid"/>
          </a:ln>
        </p:spPr>
      </p:sp>
      <p:sp>
        <p:nvSpPr>
          <p:cNvPr id="109" name="line-175">
            <a:extLst xmlns:a="http://schemas.openxmlformats.org/drawingml/2006/main">
              <a:ext uri="{FF2B5EF4-FFF2-40B4-BE49-F238E27FC236}">
                <a16:creationId xmlns:a16="http://schemas.microsoft.com/office/drawing/2014/main" id="{22E338A4-D239-4F97-9D0F-5AF476537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53625" y="1641939"/>
            <a:ext cx="25003" cy="29340"/>
          </a:xfrm>
          <a:custGeom xmlns:a="http://schemas.openxmlformats.org/drawingml/2006/main">
            <a:pathLst>
              <a:path w="25003" h="29340">
                <a:moveTo>
                  <a:pt x="0" y="0"/>
                </a:moveTo>
                <a:lnTo>
                  <a:pt x="25003" y="2934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9A92"/>
            </a:solidFill>
            <a:prstDash val="solid"/>
          </a:ln>
        </p:spPr>
      </p:sp>
      <p:sp>
        <p:nvSpPr>
          <p:cNvPr id="110" name="line-176">
            <a:extLst xmlns:a="http://schemas.openxmlformats.org/drawingml/2006/main">
              <a:ext uri="{FF2B5EF4-FFF2-40B4-BE49-F238E27FC236}">
                <a16:creationId xmlns:a16="http://schemas.microsoft.com/office/drawing/2014/main" id="{66FD98D5-41E7-4517-B51D-0083E01CE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78628" y="1671279"/>
            <a:ext cx="25003" cy="38003"/>
          </a:xfrm>
          <a:custGeom xmlns:a="http://schemas.openxmlformats.org/drawingml/2006/main">
            <a:pathLst>
              <a:path w="25003" h="38003">
                <a:moveTo>
                  <a:pt x="0" y="0"/>
                </a:moveTo>
                <a:lnTo>
                  <a:pt x="25003" y="38003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9A92"/>
            </a:solidFill>
            <a:prstDash val="solid"/>
          </a:ln>
        </p:spPr>
      </p:sp>
      <p:sp>
        <p:nvSpPr>
          <p:cNvPr id="111" name="line-177">
            <a:extLst xmlns:a="http://schemas.openxmlformats.org/drawingml/2006/main">
              <a:ext uri="{FF2B5EF4-FFF2-40B4-BE49-F238E27FC236}">
                <a16:creationId xmlns:a16="http://schemas.microsoft.com/office/drawing/2014/main" id="{DB0E6820-69BE-495F-940F-6C33D8382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3631" y="1709282"/>
            <a:ext cx="25003" cy="42655"/>
          </a:xfrm>
          <a:custGeom xmlns:a="http://schemas.openxmlformats.org/drawingml/2006/main">
            <a:pathLst>
              <a:path w="25003" h="42655">
                <a:moveTo>
                  <a:pt x="0" y="0"/>
                </a:moveTo>
                <a:lnTo>
                  <a:pt x="25003" y="42655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9A92"/>
            </a:solidFill>
            <a:prstDash val="solid"/>
          </a:ln>
        </p:spPr>
      </p:sp>
      <p:sp>
        <p:nvSpPr>
          <p:cNvPr id="112" name="line-178">
            <a:extLst xmlns:a="http://schemas.openxmlformats.org/drawingml/2006/main">
              <a:ext uri="{FF2B5EF4-FFF2-40B4-BE49-F238E27FC236}">
                <a16:creationId xmlns:a16="http://schemas.microsoft.com/office/drawing/2014/main" id="{67D60343-BC33-4055-B79B-CF164E636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8634" y="1751937"/>
            <a:ext cx="25003" cy="42982"/>
          </a:xfrm>
          <a:custGeom xmlns:a="http://schemas.openxmlformats.org/drawingml/2006/main">
            <a:pathLst>
              <a:path w="25003" h="42982">
                <a:moveTo>
                  <a:pt x="0" y="0"/>
                </a:moveTo>
                <a:lnTo>
                  <a:pt x="25003" y="42982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9A92"/>
            </a:solidFill>
            <a:prstDash val="solid"/>
          </a:ln>
        </p:spPr>
      </p:sp>
      <p:sp>
        <p:nvSpPr>
          <p:cNvPr id="113" name="line-179">
            <a:extLst xmlns:a="http://schemas.openxmlformats.org/drawingml/2006/main">
              <a:ext uri="{FF2B5EF4-FFF2-40B4-BE49-F238E27FC236}">
                <a16:creationId xmlns:a16="http://schemas.microsoft.com/office/drawing/2014/main" id="{1948172D-E2D6-4A6F-8F27-0078873F9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3638" y="1794920"/>
            <a:ext cx="25003" cy="39110"/>
          </a:xfrm>
          <a:custGeom xmlns:a="http://schemas.openxmlformats.org/drawingml/2006/main">
            <a:pathLst>
              <a:path w="25003" h="39110">
                <a:moveTo>
                  <a:pt x="0" y="0"/>
                </a:moveTo>
                <a:lnTo>
                  <a:pt x="25003" y="3911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9A92"/>
            </a:solidFill>
            <a:prstDash val="solid"/>
          </a:ln>
        </p:spPr>
      </p:sp>
      <p:sp>
        <p:nvSpPr>
          <p:cNvPr id="114" name="line-180">
            <a:extLst xmlns:a="http://schemas.openxmlformats.org/drawingml/2006/main">
              <a:ext uri="{FF2B5EF4-FFF2-40B4-BE49-F238E27FC236}">
                <a16:creationId xmlns:a16="http://schemas.microsoft.com/office/drawing/2014/main" id="{5E83F362-A33D-41D8-B473-CA1F661A5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78641" y="1834029"/>
            <a:ext cx="25003" cy="31572"/>
          </a:xfrm>
          <a:custGeom xmlns:a="http://schemas.openxmlformats.org/drawingml/2006/main">
            <a:pathLst>
              <a:path w="25003" h="31572">
                <a:moveTo>
                  <a:pt x="0" y="0"/>
                </a:moveTo>
                <a:lnTo>
                  <a:pt x="25003" y="31572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9A92"/>
            </a:solidFill>
            <a:prstDash val="solid"/>
          </a:ln>
        </p:spPr>
      </p:sp>
      <p:sp>
        <p:nvSpPr>
          <p:cNvPr id="115" name="line-181">
            <a:extLst xmlns:a="http://schemas.openxmlformats.org/drawingml/2006/main">
              <a:ext uri="{FF2B5EF4-FFF2-40B4-BE49-F238E27FC236}">
                <a16:creationId xmlns:a16="http://schemas.microsoft.com/office/drawing/2014/main" id="{8E920719-A1B4-45F5-A4A0-8F3327ADC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03644" y="1865601"/>
            <a:ext cx="25003" cy="21248"/>
          </a:xfrm>
          <a:custGeom xmlns:a="http://schemas.openxmlformats.org/drawingml/2006/main">
            <a:pathLst>
              <a:path w="25003" h="21248">
                <a:moveTo>
                  <a:pt x="0" y="0"/>
                </a:moveTo>
                <a:lnTo>
                  <a:pt x="25003" y="21248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9A92"/>
            </a:solidFill>
            <a:prstDash val="solid"/>
          </a:ln>
        </p:spPr>
      </p:sp>
      <p:sp>
        <p:nvSpPr>
          <p:cNvPr id="116" name="line-182">
            <a:extLst xmlns:a="http://schemas.openxmlformats.org/drawingml/2006/main">
              <a:ext uri="{FF2B5EF4-FFF2-40B4-BE49-F238E27FC236}">
                <a16:creationId xmlns:a16="http://schemas.microsoft.com/office/drawing/2014/main" id="{5944E2A4-3022-41F3-9C57-87BE1E32C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8647" y="1886849"/>
            <a:ext cx="25003" cy="9525"/>
          </a:xfrm>
          <a:custGeom xmlns:a="http://schemas.openxmlformats.org/drawingml/2006/main">
            <a:pathLst>
              <a:path w="25003" h="9525">
                <a:moveTo>
                  <a:pt x="0" y="0"/>
                </a:moveTo>
                <a:lnTo>
                  <a:pt x="25003" y="9257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9A92"/>
            </a:solidFill>
            <a:prstDash val="solid"/>
          </a:ln>
        </p:spPr>
      </p:sp>
      <p:sp>
        <p:nvSpPr>
          <p:cNvPr id="117" name="line-183">
            <a:extLst xmlns:a="http://schemas.openxmlformats.org/drawingml/2006/main">
              <a:ext uri="{FF2B5EF4-FFF2-40B4-BE49-F238E27FC236}">
                <a16:creationId xmlns:a16="http://schemas.microsoft.com/office/drawing/2014/main" id="{AD7E13F6-2F65-4A6D-B2FA-F3CECD021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53650" y="1892951"/>
            <a:ext cx="25003" cy="9525"/>
          </a:xfrm>
          <a:custGeom xmlns:a="http://schemas.openxmlformats.org/drawingml/2006/main">
            <a:pathLst>
              <a:path w="25003" h="9525">
                <a:moveTo>
                  <a:pt x="0" y="3155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9A92"/>
            </a:solidFill>
            <a:prstDash val="solid"/>
          </a:ln>
        </p:spPr>
      </p:sp>
      <p:sp>
        <p:nvSpPr>
          <p:cNvPr id="118" name="line-184">
            <a:extLst xmlns:a="http://schemas.openxmlformats.org/drawingml/2006/main">
              <a:ext uri="{FF2B5EF4-FFF2-40B4-BE49-F238E27FC236}">
                <a16:creationId xmlns:a16="http://schemas.microsoft.com/office/drawing/2014/main" id="{D522B024-0883-4BFF-A46C-EC33E8BFB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78653" y="1878198"/>
            <a:ext cx="25003" cy="14752"/>
          </a:xfrm>
          <a:custGeom xmlns:a="http://schemas.openxmlformats.org/drawingml/2006/main">
            <a:pathLst>
              <a:path w="25003" h="14752">
                <a:moveTo>
                  <a:pt x="0" y="14752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9A92"/>
            </a:solidFill>
            <a:prstDash val="solid"/>
          </a:ln>
        </p:spPr>
      </p:sp>
      <p:sp>
        <p:nvSpPr>
          <p:cNvPr id="119" name="line-185">
            <a:extLst xmlns:a="http://schemas.openxmlformats.org/drawingml/2006/main">
              <a:ext uri="{FF2B5EF4-FFF2-40B4-BE49-F238E27FC236}">
                <a16:creationId xmlns:a16="http://schemas.microsoft.com/office/drawing/2014/main" id="{006E33AF-0E1A-482B-932F-31ABCA1A8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03656" y="1853772"/>
            <a:ext cx="25003" cy="24426"/>
          </a:xfrm>
          <a:custGeom xmlns:a="http://schemas.openxmlformats.org/drawingml/2006/main">
            <a:pathLst>
              <a:path w="25003" h="24426">
                <a:moveTo>
                  <a:pt x="0" y="24426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9A92"/>
            </a:solidFill>
            <a:prstDash val="solid"/>
          </a:ln>
        </p:spPr>
      </p:sp>
      <p:sp>
        <p:nvSpPr>
          <p:cNvPr id="120" name="line-186">
            <a:extLst xmlns:a="http://schemas.openxmlformats.org/drawingml/2006/main">
              <a:ext uri="{FF2B5EF4-FFF2-40B4-BE49-F238E27FC236}">
                <a16:creationId xmlns:a16="http://schemas.microsoft.com/office/drawing/2014/main" id="{82CD27B9-8B1E-495C-927C-46C65C9EE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8659" y="1822469"/>
            <a:ext cx="25003" cy="31304"/>
          </a:xfrm>
          <a:custGeom xmlns:a="http://schemas.openxmlformats.org/drawingml/2006/main">
            <a:pathLst>
              <a:path w="25003" h="31304">
                <a:moveTo>
                  <a:pt x="0" y="31304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9A92"/>
            </a:solidFill>
            <a:prstDash val="solid"/>
          </a:ln>
        </p:spPr>
      </p:sp>
      <p:sp>
        <p:nvSpPr>
          <p:cNvPr id="121" name="line-187">
            <a:extLst xmlns:a="http://schemas.openxmlformats.org/drawingml/2006/main">
              <a:ext uri="{FF2B5EF4-FFF2-40B4-BE49-F238E27FC236}">
                <a16:creationId xmlns:a16="http://schemas.microsoft.com/office/drawing/2014/main" id="{C9763051-50DD-49C5-A30B-E2604C7F3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3663" y="1787643"/>
            <a:ext cx="25003" cy="34825"/>
          </a:xfrm>
          <a:custGeom xmlns:a="http://schemas.openxmlformats.org/drawingml/2006/main">
            <a:pathLst>
              <a:path w="25003" h="34825">
                <a:moveTo>
                  <a:pt x="0" y="34825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9A92"/>
            </a:solidFill>
            <a:prstDash val="solid"/>
          </a:ln>
        </p:spPr>
      </p:sp>
      <p:sp>
        <p:nvSpPr>
          <p:cNvPr id="122" name="line-188">
            <a:extLst xmlns:a="http://schemas.openxmlformats.org/drawingml/2006/main">
              <a:ext uri="{FF2B5EF4-FFF2-40B4-BE49-F238E27FC236}">
                <a16:creationId xmlns:a16="http://schemas.microsoft.com/office/drawing/2014/main" id="{00C0015B-46E0-479E-9517-CC21D5236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78666" y="1752855"/>
            <a:ext cx="25003" cy="34788"/>
          </a:xfrm>
          <a:custGeom xmlns:a="http://schemas.openxmlformats.org/drawingml/2006/main">
            <a:pathLst>
              <a:path w="25003" h="34788">
                <a:moveTo>
                  <a:pt x="0" y="34788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9A92"/>
            </a:solidFill>
            <a:prstDash val="solid"/>
          </a:ln>
        </p:spPr>
      </p:sp>
      <p:sp>
        <p:nvSpPr>
          <p:cNvPr id="123" name="line-189">
            <a:extLst xmlns:a="http://schemas.openxmlformats.org/drawingml/2006/main">
              <a:ext uri="{FF2B5EF4-FFF2-40B4-BE49-F238E27FC236}">
                <a16:creationId xmlns:a16="http://schemas.microsoft.com/office/drawing/2014/main" id="{9223B5D8-611D-4105-867A-B81FB88F3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3669" y="1721502"/>
            <a:ext cx="25003" cy="31353"/>
          </a:xfrm>
          <a:custGeom xmlns:a="http://schemas.openxmlformats.org/drawingml/2006/main">
            <a:pathLst>
              <a:path w="25003" h="31353">
                <a:moveTo>
                  <a:pt x="0" y="31353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9A92"/>
            </a:solidFill>
            <a:prstDash val="solid"/>
          </a:ln>
        </p:spPr>
      </p:sp>
      <p:sp>
        <p:nvSpPr>
          <p:cNvPr id="124" name="line-190">
            <a:extLst xmlns:a="http://schemas.openxmlformats.org/drawingml/2006/main">
              <a:ext uri="{FF2B5EF4-FFF2-40B4-BE49-F238E27FC236}">
                <a16:creationId xmlns:a16="http://schemas.microsoft.com/office/drawing/2014/main" id="{66634685-6270-4DAD-A05A-20CB8830F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28672" y="1696489"/>
            <a:ext cx="25003" cy="25013"/>
          </a:xfrm>
          <a:custGeom xmlns:a="http://schemas.openxmlformats.org/drawingml/2006/main">
            <a:pathLst>
              <a:path w="25003" h="25013">
                <a:moveTo>
                  <a:pt x="0" y="25013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9A92"/>
            </a:solidFill>
            <a:prstDash val="solid"/>
          </a:ln>
        </p:spPr>
      </p:sp>
      <p:sp>
        <p:nvSpPr>
          <p:cNvPr id="125" name="line-191">
            <a:extLst xmlns:a="http://schemas.openxmlformats.org/drawingml/2006/main">
              <a:ext uri="{FF2B5EF4-FFF2-40B4-BE49-F238E27FC236}">
                <a16:creationId xmlns:a16="http://schemas.microsoft.com/office/drawing/2014/main" id="{62A0FB25-5405-4ADF-B321-134627379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53675" y="1679961"/>
            <a:ext cx="25003" cy="16528"/>
          </a:xfrm>
          <a:custGeom xmlns:a="http://schemas.openxmlformats.org/drawingml/2006/main">
            <a:pathLst>
              <a:path w="25003" h="16528">
                <a:moveTo>
                  <a:pt x="0" y="16528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9A92"/>
            </a:solidFill>
            <a:prstDash val="solid"/>
          </a:ln>
        </p:spPr>
      </p:sp>
      <p:sp>
        <p:nvSpPr>
          <p:cNvPr id="126" name="line-192">
            <a:extLst xmlns:a="http://schemas.openxmlformats.org/drawingml/2006/main">
              <a:ext uri="{FF2B5EF4-FFF2-40B4-BE49-F238E27FC236}">
                <a16:creationId xmlns:a16="http://schemas.microsoft.com/office/drawing/2014/main" id="{C2DF4B99-824B-4795-B660-967B80A1E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78678" y="1673122"/>
            <a:ext cx="25003" cy="9525"/>
          </a:xfrm>
          <a:custGeom xmlns:a="http://schemas.openxmlformats.org/drawingml/2006/main">
            <a:pathLst>
              <a:path w="25003" h="9525">
                <a:moveTo>
                  <a:pt x="0" y="6839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9A92"/>
            </a:solidFill>
            <a:prstDash val="solid"/>
          </a:ln>
        </p:spPr>
      </p:sp>
      <p:sp>
        <p:nvSpPr>
          <p:cNvPr id="127" name="line-193">
            <a:extLst xmlns:a="http://schemas.openxmlformats.org/drawingml/2006/main">
              <a:ext uri="{FF2B5EF4-FFF2-40B4-BE49-F238E27FC236}">
                <a16:creationId xmlns:a16="http://schemas.microsoft.com/office/drawing/2014/main" id="{A6FA3E8F-689B-47E6-BF3E-6B98FF1D6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03681" y="1673122"/>
            <a:ext cx="25003" cy="9525"/>
          </a:xfrm>
          <a:custGeom xmlns:a="http://schemas.openxmlformats.org/drawingml/2006/main">
            <a:pathLst>
              <a:path w="25003" h="9525">
                <a:moveTo>
                  <a:pt x="0" y="0"/>
                </a:moveTo>
                <a:lnTo>
                  <a:pt x="25003" y="3036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9A92"/>
            </a:solidFill>
            <a:prstDash val="solid"/>
          </a:ln>
        </p:spPr>
      </p:sp>
      <p:sp>
        <p:nvSpPr>
          <p:cNvPr id="128" name="line-194">
            <a:extLst xmlns:a="http://schemas.openxmlformats.org/drawingml/2006/main">
              <a:ext uri="{FF2B5EF4-FFF2-40B4-BE49-F238E27FC236}">
                <a16:creationId xmlns:a16="http://schemas.microsoft.com/office/drawing/2014/main" id="{B69B3B5E-3186-4087-9EC4-D92B8BBFE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8684" y="1676158"/>
            <a:ext cx="25003" cy="12106"/>
          </a:xfrm>
          <a:custGeom xmlns:a="http://schemas.openxmlformats.org/drawingml/2006/main">
            <a:pathLst>
              <a:path w="25003" h="12106">
                <a:moveTo>
                  <a:pt x="0" y="0"/>
                </a:moveTo>
                <a:lnTo>
                  <a:pt x="25003" y="12106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9A92"/>
            </a:solidFill>
            <a:prstDash val="solid"/>
          </a:ln>
        </p:spPr>
      </p:sp>
      <p:sp>
        <p:nvSpPr>
          <p:cNvPr id="129" name="line-195">
            <a:extLst xmlns:a="http://schemas.openxmlformats.org/drawingml/2006/main">
              <a:ext uri="{FF2B5EF4-FFF2-40B4-BE49-F238E27FC236}">
                <a16:creationId xmlns:a16="http://schemas.microsoft.com/office/drawing/2014/main" id="{362C71B2-031D-41F1-AA38-A0791DE57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3688" y="1688264"/>
            <a:ext cx="25003" cy="19513"/>
          </a:xfrm>
          <a:custGeom xmlns:a="http://schemas.openxmlformats.org/drawingml/2006/main">
            <a:pathLst>
              <a:path w="25003" h="19513">
                <a:moveTo>
                  <a:pt x="0" y="0"/>
                </a:moveTo>
                <a:lnTo>
                  <a:pt x="25003" y="19513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9A92"/>
            </a:solidFill>
            <a:prstDash val="solid"/>
          </a:ln>
        </p:spPr>
      </p:sp>
      <p:sp>
        <p:nvSpPr>
          <p:cNvPr id="130" name="line-196">
            <a:extLst xmlns:a="http://schemas.openxmlformats.org/drawingml/2006/main">
              <a:ext uri="{FF2B5EF4-FFF2-40B4-BE49-F238E27FC236}">
                <a16:creationId xmlns:a16="http://schemas.microsoft.com/office/drawing/2014/main" id="{00BE30C1-86F6-4040-89ED-0C458B195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8691" y="1707777"/>
            <a:ext cx="25003" cy="24604"/>
          </a:xfrm>
          <a:custGeom xmlns:a="http://schemas.openxmlformats.org/drawingml/2006/main">
            <a:pathLst>
              <a:path w="25003" h="24604">
                <a:moveTo>
                  <a:pt x="0" y="0"/>
                </a:moveTo>
                <a:lnTo>
                  <a:pt x="25003" y="24604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9A92"/>
            </a:solidFill>
            <a:prstDash val="solid"/>
          </a:ln>
        </p:spPr>
      </p:sp>
      <p:sp>
        <p:nvSpPr>
          <p:cNvPr id="131" name="line-197">
            <a:extLst xmlns:a="http://schemas.openxmlformats.org/drawingml/2006/main">
              <a:ext uri="{FF2B5EF4-FFF2-40B4-BE49-F238E27FC236}">
                <a16:creationId xmlns:a16="http://schemas.microsoft.com/office/drawing/2014/main" id="{F1D2E47B-7047-4090-8799-53E315BB8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03694" y="1732381"/>
            <a:ext cx="25003" cy="26995"/>
          </a:xfrm>
          <a:custGeom xmlns:a="http://schemas.openxmlformats.org/drawingml/2006/main">
            <a:pathLst>
              <a:path w="25003" h="26995">
                <a:moveTo>
                  <a:pt x="0" y="0"/>
                </a:moveTo>
                <a:lnTo>
                  <a:pt x="25003" y="26995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9A92"/>
            </a:solidFill>
            <a:prstDash val="solid"/>
          </a:ln>
        </p:spPr>
      </p:sp>
      <p:sp>
        <p:nvSpPr>
          <p:cNvPr id="132" name="line-198">
            <a:extLst xmlns:a="http://schemas.openxmlformats.org/drawingml/2006/main">
              <a:ext uri="{FF2B5EF4-FFF2-40B4-BE49-F238E27FC236}">
                <a16:creationId xmlns:a16="http://schemas.microsoft.com/office/drawing/2014/main" id="{FDDDEA0A-C8E2-494F-8207-FE9691777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28697" y="1759376"/>
            <a:ext cx="25003" cy="26594"/>
          </a:xfrm>
          <a:custGeom xmlns:a="http://schemas.openxmlformats.org/drawingml/2006/main">
            <a:pathLst>
              <a:path w="25003" h="26594">
                <a:moveTo>
                  <a:pt x="0" y="0"/>
                </a:moveTo>
                <a:lnTo>
                  <a:pt x="25003" y="26594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9A92"/>
            </a:solidFill>
            <a:prstDash val="solid"/>
          </a:ln>
        </p:spPr>
      </p:sp>
      <p:sp>
        <p:nvSpPr>
          <p:cNvPr id="133" name="line-199">
            <a:extLst xmlns:a="http://schemas.openxmlformats.org/drawingml/2006/main">
              <a:ext uri="{FF2B5EF4-FFF2-40B4-BE49-F238E27FC236}">
                <a16:creationId xmlns:a16="http://schemas.microsoft.com/office/drawing/2014/main" id="{7DB08D12-F5FD-4C28-BD2D-6790C290F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53700" y="1785970"/>
            <a:ext cx="25003" cy="23597"/>
          </a:xfrm>
          <a:custGeom xmlns:a="http://schemas.openxmlformats.org/drawingml/2006/main">
            <a:pathLst>
              <a:path w="25003" h="23597">
                <a:moveTo>
                  <a:pt x="0" y="0"/>
                </a:moveTo>
                <a:lnTo>
                  <a:pt x="25003" y="23597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9A92"/>
            </a:solidFill>
            <a:prstDash val="solid"/>
          </a:ln>
        </p:spPr>
      </p:sp>
      <p:sp>
        <p:nvSpPr>
          <p:cNvPr id="134" name="line-200">
            <a:extLst xmlns:a="http://schemas.openxmlformats.org/drawingml/2006/main">
              <a:ext uri="{FF2B5EF4-FFF2-40B4-BE49-F238E27FC236}">
                <a16:creationId xmlns:a16="http://schemas.microsoft.com/office/drawing/2014/main" id="{9E21614D-93C9-45F1-B14F-574AEAF44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8703" y="1809567"/>
            <a:ext cx="25003" cy="18454"/>
          </a:xfrm>
          <a:custGeom xmlns:a="http://schemas.openxmlformats.org/drawingml/2006/main">
            <a:pathLst>
              <a:path w="25003" h="18454">
                <a:moveTo>
                  <a:pt x="0" y="0"/>
                </a:moveTo>
                <a:lnTo>
                  <a:pt x="25003" y="18454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9A92"/>
            </a:solidFill>
            <a:prstDash val="solid"/>
          </a:ln>
        </p:spPr>
      </p:sp>
      <p:sp>
        <p:nvSpPr>
          <p:cNvPr id="135" name="line-201">
            <a:extLst xmlns:a="http://schemas.openxmlformats.org/drawingml/2006/main">
              <a:ext uri="{FF2B5EF4-FFF2-40B4-BE49-F238E27FC236}">
                <a16:creationId xmlns:a16="http://schemas.microsoft.com/office/drawing/2014/main" id="{049B0BC3-FB87-43BF-B93D-A20AD1C27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3706" y="1828021"/>
            <a:ext cx="25003" cy="11808"/>
          </a:xfrm>
          <a:custGeom xmlns:a="http://schemas.openxmlformats.org/drawingml/2006/main">
            <a:pathLst>
              <a:path w="25003" h="11808">
                <a:moveTo>
                  <a:pt x="0" y="0"/>
                </a:moveTo>
                <a:lnTo>
                  <a:pt x="25003" y="11808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9A92"/>
            </a:solidFill>
            <a:prstDash val="solid"/>
          </a:ln>
        </p:spPr>
      </p:sp>
      <p:sp>
        <p:nvSpPr>
          <p:cNvPr id="136" name="line-202">
            <a:extLst xmlns:a="http://schemas.openxmlformats.org/drawingml/2006/main">
              <a:ext uri="{FF2B5EF4-FFF2-40B4-BE49-F238E27FC236}">
                <a16:creationId xmlns:a16="http://schemas.microsoft.com/office/drawing/2014/main" id="{B9A5C433-D047-4143-8DFF-45F007A08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8709" y="1839829"/>
            <a:ext cx="25003" cy="9525"/>
          </a:xfrm>
          <a:custGeom xmlns:a="http://schemas.openxmlformats.org/drawingml/2006/main">
            <a:pathLst>
              <a:path w="25003" h="9525">
                <a:moveTo>
                  <a:pt x="0" y="0"/>
                </a:moveTo>
                <a:lnTo>
                  <a:pt x="25003" y="442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9A92"/>
            </a:solidFill>
            <a:prstDash val="solid"/>
          </a:ln>
        </p:spPr>
      </p:sp>
      <p:sp>
        <p:nvSpPr>
          <p:cNvPr id="137" name="line-203">
            <a:extLst xmlns:a="http://schemas.openxmlformats.org/drawingml/2006/main">
              <a:ext uri="{FF2B5EF4-FFF2-40B4-BE49-F238E27FC236}">
                <a16:creationId xmlns:a16="http://schemas.microsoft.com/office/drawing/2014/main" id="{C9C5EEE6-41CC-48D7-86B8-1C5C0D99E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53713" y="1841333"/>
            <a:ext cx="25003" cy="9525"/>
          </a:xfrm>
          <a:custGeom xmlns:a="http://schemas.openxmlformats.org/drawingml/2006/main">
            <a:pathLst>
              <a:path w="25003" h="9525">
                <a:moveTo>
                  <a:pt x="0" y="2916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9A92"/>
            </a:solidFill>
            <a:prstDash val="solid"/>
          </a:ln>
        </p:spPr>
      </p:sp>
      <p:sp>
        <p:nvSpPr>
          <p:cNvPr id="138" name="line-204">
            <a:extLst xmlns:a="http://schemas.openxmlformats.org/drawingml/2006/main">
              <a:ext uri="{FF2B5EF4-FFF2-40B4-BE49-F238E27FC236}">
                <a16:creationId xmlns:a16="http://schemas.microsoft.com/office/drawing/2014/main" id="{E05EC34F-0434-401F-89AC-8A15DC477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78716" y="1831873"/>
            <a:ext cx="25003" cy="9525"/>
          </a:xfrm>
          <a:custGeom xmlns:a="http://schemas.openxmlformats.org/drawingml/2006/main">
            <a:pathLst>
              <a:path w="25003" h="9525">
                <a:moveTo>
                  <a:pt x="0" y="9460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9A92"/>
            </a:solidFill>
            <a:prstDash val="solid"/>
          </a:ln>
        </p:spPr>
      </p:sp>
      <p:sp>
        <p:nvSpPr>
          <p:cNvPr id="139" name="line-205">
            <a:extLst xmlns:a="http://schemas.openxmlformats.org/drawingml/2006/main">
              <a:ext uri="{FF2B5EF4-FFF2-40B4-BE49-F238E27FC236}">
                <a16:creationId xmlns:a16="http://schemas.microsoft.com/office/drawing/2014/main" id="{2300E986-FD24-4E82-AAE1-0388C57C7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03719" y="1817273"/>
            <a:ext cx="25003" cy="14600"/>
          </a:xfrm>
          <a:custGeom xmlns:a="http://schemas.openxmlformats.org/drawingml/2006/main">
            <a:pathLst>
              <a:path w="25003" h="14600">
                <a:moveTo>
                  <a:pt x="0" y="14600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9A92"/>
            </a:solidFill>
            <a:prstDash val="solid"/>
          </a:ln>
        </p:spPr>
      </p:sp>
      <p:sp>
        <p:nvSpPr>
          <p:cNvPr id="140" name="line-206">
            <a:extLst xmlns:a="http://schemas.openxmlformats.org/drawingml/2006/main">
              <a:ext uri="{FF2B5EF4-FFF2-40B4-BE49-F238E27FC236}">
                <a16:creationId xmlns:a16="http://schemas.microsoft.com/office/drawing/2014/main" id="{04CBD479-30A8-409C-862C-B24B7946B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28722" y="1799369"/>
            <a:ext cx="25003" cy="17904"/>
          </a:xfrm>
          <a:custGeom xmlns:a="http://schemas.openxmlformats.org/drawingml/2006/main">
            <a:pathLst>
              <a:path w="25003" h="17904">
                <a:moveTo>
                  <a:pt x="0" y="17904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9A92"/>
            </a:solidFill>
            <a:prstDash val="solid"/>
          </a:ln>
        </p:spPr>
      </p:sp>
      <p:sp>
        <p:nvSpPr>
          <p:cNvPr id="141" name="line-207">
            <a:extLst xmlns:a="http://schemas.openxmlformats.org/drawingml/2006/main">
              <a:ext uri="{FF2B5EF4-FFF2-40B4-BE49-F238E27FC236}">
                <a16:creationId xmlns:a16="http://schemas.microsoft.com/office/drawing/2014/main" id="{4A6B7996-4E88-45A1-8F65-4CBAFED2B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53725" y="1780205"/>
            <a:ext cx="25003" cy="19165"/>
          </a:xfrm>
          <a:custGeom xmlns:a="http://schemas.openxmlformats.org/drawingml/2006/main">
            <a:pathLst>
              <a:path w="25003" h="19165">
                <a:moveTo>
                  <a:pt x="0" y="19165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9A92"/>
            </a:solidFill>
            <a:prstDash val="solid"/>
          </a:ln>
        </p:spPr>
      </p:sp>
      <p:sp>
        <p:nvSpPr>
          <p:cNvPr id="142" name="line-208">
            <a:extLst xmlns:a="http://schemas.openxmlformats.org/drawingml/2006/main">
              <a:ext uri="{FF2B5EF4-FFF2-40B4-BE49-F238E27FC236}">
                <a16:creationId xmlns:a16="http://schemas.microsoft.com/office/drawing/2014/main" id="{D2A5959F-0AE0-452C-8A31-3153C7B4D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78728" y="1761805"/>
            <a:ext cx="25003" cy="18399"/>
          </a:xfrm>
          <a:custGeom xmlns:a="http://schemas.openxmlformats.org/drawingml/2006/main">
            <a:pathLst>
              <a:path w="25003" h="18399">
                <a:moveTo>
                  <a:pt x="0" y="18399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9A92"/>
            </a:solidFill>
            <a:prstDash val="solid"/>
          </a:ln>
        </p:spPr>
      </p:sp>
      <p:sp>
        <p:nvSpPr>
          <p:cNvPr id="143" name="line-209">
            <a:extLst xmlns:a="http://schemas.openxmlformats.org/drawingml/2006/main">
              <a:ext uri="{FF2B5EF4-FFF2-40B4-BE49-F238E27FC236}">
                <a16:creationId xmlns:a16="http://schemas.microsoft.com/office/drawing/2014/main" id="{7D928470-1A28-4155-AE46-86D27959B9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3731" y="1745964"/>
            <a:ext cx="25003" cy="15841"/>
          </a:xfrm>
          <a:custGeom xmlns:a="http://schemas.openxmlformats.org/drawingml/2006/main">
            <a:pathLst>
              <a:path w="25003" h="15841">
                <a:moveTo>
                  <a:pt x="0" y="15841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9A92"/>
            </a:solidFill>
            <a:prstDash val="solid"/>
          </a:ln>
        </p:spPr>
      </p:sp>
      <p:sp>
        <p:nvSpPr>
          <p:cNvPr id="144" name="line-210">
            <a:extLst xmlns:a="http://schemas.openxmlformats.org/drawingml/2006/main">
              <a:ext uri="{FF2B5EF4-FFF2-40B4-BE49-F238E27FC236}">
                <a16:creationId xmlns:a16="http://schemas.microsoft.com/office/drawing/2014/main" id="{D0D72FF0-A3F4-4C9A-AAE0-340ED4788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8734" y="1734070"/>
            <a:ext cx="25003" cy="11895"/>
          </a:xfrm>
          <a:custGeom xmlns:a="http://schemas.openxmlformats.org/drawingml/2006/main">
            <a:pathLst>
              <a:path w="25003" h="11895">
                <a:moveTo>
                  <a:pt x="0" y="11895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9A92"/>
            </a:solidFill>
            <a:prstDash val="solid"/>
          </a:ln>
        </p:spPr>
      </p:sp>
      <p:sp>
        <p:nvSpPr>
          <p:cNvPr id="145" name="line-211">
            <a:extLst xmlns:a="http://schemas.openxmlformats.org/drawingml/2006/main">
              <a:ext uri="{FF2B5EF4-FFF2-40B4-BE49-F238E27FC236}">
                <a16:creationId xmlns:a16="http://schemas.microsoft.com/office/drawing/2014/main" id="{EF6FAAFF-65F4-4EFC-9AB7-101C3E46D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3738" y="1726981"/>
            <a:ext cx="25003" cy="9525"/>
          </a:xfrm>
          <a:custGeom xmlns:a="http://schemas.openxmlformats.org/drawingml/2006/main">
            <a:pathLst>
              <a:path w="25003" h="9525">
                <a:moveTo>
                  <a:pt x="0" y="7088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9A92"/>
            </a:solidFill>
            <a:prstDash val="solid"/>
          </a:ln>
        </p:spPr>
      </p:sp>
      <p:sp>
        <p:nvSpPr>
          <p:cNvPr id="146" name="line-212">
            <a:extLst xmlns:a="http://schemas.openxmlformats.org/drawingml/2006/main">
              <a:ext uri="{FF2B5EF4-FFF2-40B4-BE49-F238E27FC236}">
                <a16:creationId xmlns:a16="http://schemas.microsoft.com/office/drawing/2014/main" id="{1573CB13-AA8A-4DB8-B95B-85D33B841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78741" y="1724979"/>
            <a:ext cx="25003" cy="9525"/>
          </a:xfrm>
          <a:custGeom xmlns:a="http://schemas.openxmlformats.org/drawingml/2006/main">
            <a:pathLst>
              <a:path w="25003" h="9525">
                <a:moveTo>
                  <a:pt x="0" y="2002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9A92"/>
            </a:solidFill>
            <a:prstDash val="solid"/>
          </a:ln>
        </p:spPr>
      </p:sp>
      <p:sp>
        <p:nvSpPr>
          <p:cNvPr id="147" name="line-213">
            <a:extLst xmlns:a="http://schemas.openxmlformats.org/drawingml/2006/main">
              <a:ext uri="{FF2B5EF4-FFF2-40B4-BE49-F238E27FC236}">
                <a16:creationId xmlns:a16="http://schemas.microsoft.com/office/drawing/2014/main" id="{2BC0DE26-9CF9-4EC7-A867-BA6AB9D46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03744" y="1724979"/>
            <a:ext cx="25003" cy="9525"/>
          </a:xfrm>
          <a:custGeom xmlns:a="http://schemas.openxmlformats.org/drawingml/2006/main">
            <a:pathLst>
              <a:path w="25003" h="9525">
                <a:moveTo>
                  <a:pt x="0" y="0"/>
                </a:moveTo>
                <a:lnTo>
                  <a:pt x="25003" y="2796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9A92"/>
            </a:solidFill>
            <a:prstDash val="solid"/>
          </a:ln>
        </p:spPr>
      </p:sp>
      <p:sp>
        <p:nvSpPr>
          <p:cNvPr id="148" name="line-214">
            <a:extLst xmlns:a="http://schemas.openxmlformats.org/drawingml/2006/main">
              <a:ext uri="{FF2B5EF4-FFF2-40B4-BE49-F238E27FC236}">
                <a16:creationId xmlns:a16="http://schemas.microsoft.com/office/drawing/2014/main" id="{89A77F6C-3098-4432-B288-4FC927C37A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28747" y="1727775"/>
            <a:ext cx="25003" cy="9525"/>
          </a:xfrm>
          <a:custGeom xmlns:a="http://schemas.openxmlformats.org/drawingml/2006/main">
            <a:pathLst>
              <a:path w="25003" h="9525">
                <a:moveTo>
                  <a:pt x="0" y="0"/>
                </a:moveTo>
                <a:lnTo>
                  <a:pt x="25003" y="6814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9A92"/>
            </a:solidFill>
            <a:prstDash val="solid"/>
          </a:ln>
        </p:spPr>
      </p:sp>
      <p:sp>
        <p:nvSpPr>
          <p:cNvPr id="149" name="line-215">
            <a:extLst xmlns:a="http://schemas.openxmlformats.org/drawingml/2006/main">
              <a:ext uri="{FF2B5EF4-FFF2-40B4-BE49-F238E27FC236}">
                <a16:creationId xmlns:a16="http://schemas.microsoft.com/office/drawing/2014/main" id="{BB9E51EF-698F-408B-8175-BA01B6C30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1734590"/>
            <a:ext cx="25003" cy="9686"/>
          </a:xfrm>
          <a:custGeom xmlns:a="http://schemas.openxmlformats.org/drawingml/2006/main">
            <a:pathLst>
              <a:path w="25003" h="9686">
                <a:moveTo>
                  <a:pt x="0" y="0"/>
                </a:moveTo>
                <a:lnTo>
                  <a:pt x="25003" y="9686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9A92"/>
            </a:solidFill>
            <a:prstDash val="solid"/>
          </a:ln>
        </p:spPr>
      </p:sp>
      <p:sp>
        <p:nvSpPr>
          <p:cNvPr id="150" name="line-216">
            <a:extLst xmlns:a="http://schemas.openxmlformats.org/drawingml/2006/main">
              <a:ext uri="{FF2B5EF4-FFF2-40B4-BE49-F238E27FC236}">
                <a16:creationId xmlns:a16="http://schemas.microsoft.com/office/drawing/2014/main" id="{E1F71D3B-F903-458C-8E92-306054512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8753" y="1744276"/>
            <a:ext cx="25003" cy="11205"/>
          </a:xfrm>
          <a:custGeom xmlns:a="http://schemas.openxmlformats.org/drawingml/2006/main">
            <a:pathLst>
              <a:path w="25003" h="11205">
                <a:moveTo>
                  <a:pt x="0" y="0"/>
                </a:moveTo>
                <a:lnTo>
                  <a:pt x="25003" y="11205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9A92"/>
            </a:solidFill>
            <a:prstDash val="solid"/>
          </a:ln>
        </p:spPr>
      </p:sp>
      <p:sp>
        <p:nvSpPr>
          <p:cNvPr id="151" name="line-217">
            <a:extLst xmlns:a="http://schemas.openxmlformats.org/drawingml/2006/main">
              <a:ext uri="{FF2B5EF4-FFF2-40B4-BE49-F238E27FC236}">
                <a16:creationId xmlns:a16="http://schemas.microsoft.com/office/drawing/2014/main" id="{3E9F129F-E45A-4F4A-BE5B-33B1E2A76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3756" y="1755480"/>
            <a:ext cx="25003" cy="11334"/>
          </a:xfrm>
          <a:custGeom xmlns:a="http://schemas.openxmlformats.org/drawingml/2006/main">
            <a:pathLst>
              <a:path w="25003" h="11334">
                <a:moveTo>
                  <a:pt x="0" y="0"/>
                </a:moveTo>
                <a:lnTo>
                  <a:pt x="25003" y="11334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9A92"/>
            </a:solidFill>
            <a:prstDash val="solid"/>
          </a:ln>
        </p:spPr>
      </p:sp>
      <p:sp>
        <p:nvSpPr>
          <p:cNvPr id="152" name="line-218">
            <a:extLst xmlns:a="http://schemas.openxmlformats.org/drawingml/2006/main">
              <a:ext uri="{FF2B5EF4-FFF2-40B4-BE49-F238E27FC236}">
                <a16:creationId xmlns:a16="http://schemas.microsoft.com/office/drawing/2014/main" id="{BBAD9129-854A-4576-A193-B95010026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8759" y="1766815"/>
            <a:ext cx="25003" cy="10205"/>
          </a:xfrm>
          <a:custGeom xmlns:a="http://schemas.openxmlformats.org/drawingml/2006/main">
            <a:pathLst>
              <a:path w="25003" h="10205">
                <a:moveTo>
                  <a:pt x="0" y="0"/>
                </a:moveTo>
                <a:lnTo>
                  <a:pt x="25003" y="10205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9A92"/>
            </a:solidFill>
            <a:prstDash val="solid"/>
          </a:ln>
        </p:spPr>
      </p:sp>
      <p:sp>
        <p:nvSpPr>
          <p:cNvPr id="153" name="line-219">
            <a:extLst xmlns:a="http://schemas.openxmlformats.org/drawingml/2006/main">
              <a:ext uri="{FF2B5EF4-FFF2-40B4-BE49-F238E27FC236}">
                <a16:creationId xmlns:a16="http://schemas.microsoft.com/office/drawing/2014/main" id="{1C3E26AE-42EA-48EC-B780-B18F59983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53763" y="1777020"/>
            <a:ext cx="25003" cy="9525"/>
          </a:xfrm>
          <a:custGeom xmlns:a="http://schemas.openxmlformats.org/drawingml/2006/main">
            <a:pathLst>
              <a:path w="25003" h="9525">
                <a:moveTo>
                  <a:pt x="0" y="0"/>
                </a:moveTo>
                <a:lnTo>
                  <a:pt x="25003" y="8084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9A92"/>
            </a:solidFill>
            <a:prstDash val="solid"/>
          </a:ln>
        </p:spPr>
      </p:sp>
      <p:sp>
        <p:nvSpPr>
          <p:cNvPr id="154" name="line-220">
            <a:extLst xmlns:a="http://schemas.openxmlformats.org/drawingml/2006/main">
              <a:ext uri="{FF2B5EF4-FFF2-40B4-BE49-F238E27FC236}">
                <a16:creationId xmlns:a16="http://schemas.microsoft.com/office/drawing/2014/main" id="{053B3F1D-18A9-4944-9730-C1FEC268C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78766" y="1785104"/>
            <a:ext cx="25003" cy="9525"/>
          </a:xfrm>
          <a:custGeom xmlns:a="http://schemas.openxmlformats.org/drawingml/2006/main">
            <a:pathLst>
              <a:path w="25003" h="9525">
                <a:moveTo>
                  <a:pt x="0" y="0"/>
                </a:moveTo>
                <a:lnTo>
                  <a:pt x="25003" y="5336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9A92"/>
            </a:solidFill>
            <a:prstDash val="solid"/>
          </a:ln>
        </p:spPr>
      </p:sp>
      <p:sp>
        <p:nvSpPr>
          <p:cNvPr id="155" name="line-221">
            <a:extLst xmlns:a="http://schemas.openxmlformats.org/drawingml/2006/main">
              <a:ext uri="{FF2B5EF4-FFF2-40B4-BE49-F238E27FC236}">
                <a16:creationId xmlns:a16="http://schemas.microsoft.com/office/drawing/2014/main" id="{61CE9807-7670-444C-AEDD-4DDA655A5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3769" y="1790440"/>
            <a:ext cx="25003" cy="9525"/>
          </a:xfrm>
          <a:custGeom xmlns:a="http://schemas.openxmlformats.org/drawingml/2006/main">
            <a:pathLst>
              <a:path w="25003" h="9525">
                <a:moveTo>
                  <a:pt x="0" y="0"/>
                </a:moveTo>
                <a:lnTo>
                  <a:pt x="25003" y="2369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9A92"/>
            </a:solidFill>
            <a:prstDash val="solid"/>
          </a:ln>
        </p:spPr>
      </p:sp>
      <p:sp>
        <p:nvSpPr>
          <p:cNvPr id="156" name="line-222">
            <a:extLst xmlns:a="http://schemas.openxmlformats.org/drawingml/2006/main">
              <a:ext uri="{FF2B5EF4-FFF2-40B4-BE49-F238E27FC236}">
                <a16:creationId xmlns:a16="http://schemas.microsoft.com/office/drawing/2014/main" id="{D6567370-675D-418F-8BF7-B8C5A4DFD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8772" y="1792393"/>
            <a:ext cx="25003" cy="9525"/>
          </a:xfrm>
          <a:custGeom xmlns:a="http://schemas.openxmlformats.org/drawingml/2006/main">
            <a:pathLst>
              <a:path w="25003" h="9525">
                <a:moveTo>
                  <a:pt x="0" y="416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9A92"/>
            </a:solidFill>
            <a:prstDash val="solid"/>
          </a:ln>
        </p:spPr>
      </p:sp>
      <p:sp>
        <p:nvSpPr>
          <p:cNvPr id="157" name="line-223">
            <a:extLst xmlns:a="http://schemas.openxmlformats.org/drawingml/2006/main">
              <a:ext uri="{FF2B5EF4-FFF2-40B4-BE49-F238E27FC236}">
                <a16:creationId xmlns:a16="http://schemas.microsoft.com/office/drawing/2014/main" id="{37E037EE-3832-4503-AAA8-A54F70C5E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3775" y="1789716"/>
            <a:ext cx="25003" cy="9525"/>
          </a:xfrm>
          <a:custGeom xmlns:a="http://schemas.openxmlformats.org/drawingml/2006/main">
            <a:pathLst>
              <a:path w="25003" h="9525">
                <a:moveTo>
                  <a:pt x="0" y="2677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9A92"/>
            </a:solidFill>
            <a:prstDash val="solid"/>
          </a:ln>
        </p:spPr>
      </p:sp>
      <p:sp>
        <p:nvSpPr>
          <p:cNvPr id="158" name="line-224">
            <a:extLst xmlns:a="http://schemas.openxmlformats.org/drawingml/2006/main">
              <a:ext uri="{FF2B5EF4-FFF2-40B4-BE49-F238E27FC236}">
                <a16:creationId xmlns:a16="http://schemas.microsoft.com/office/drawing/2014/main" id="{3D7F8875-23A0-4D2B-86D9-EBAE410A81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78778" y="1785548"/>
            <a:ext cx="25003" cy="9525"/>
          </a:xfrm>
          <a:custGeom xmlns:a="http://schemas.openxmlformats.org/drawingml/2006/main">
            <a:pathLst>
              <a:path w="25003" h="9525">
                <a:moveTo>
                  <a:pt x="0" y="4168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9A92"/>
            </a:solidFill>
            <a:prstDash val="solid"/>
          </a:ln>
        </p:spPr>
      </p:sp>
      <p:sp>
        <p:nvSpPr>
          <p:cNvPr id="159" name="line-225">
            <a:extLst xmlns:a="http://schemas.openxmlformats.org/drawingml/2006/main">
              <a:ext uri="{FF2B5EF4-FFF2-40B4-BE49-F238E27FC236}">
                <a16:creationId xmlns:a16="http://schemas.microsoft.com/office/drawing/2014/main" id="{AF498AA9-D025-481A-A5D3-3F9F9BA8B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3781" y="1780775"/>
            <a:ext cx="25003" cy="9525"/>
          </a:xfrm>
          <a:custGeom xmlns:a="http://schemas.openxmlformats.org/drawingml/2006/main">
            <a:pathLst>
              <a:path w="25003" h="9525">
                <a:moveTo>
                  <a:pt x="0" y="4773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9A92"/>
            </a:solidFill>
            <a:prstDash val="solid"/>
          </a:ln>
        </p:spPr>
      </p:sp>
      <p:sp>
        <p:nvSpPr>
          <p:cNvPr id="160" name="line-226">
            <a:extLst xmlns:a="http://schemas.openxmlformats.org/drawingml/2006/main">
              <a:ext uri="{FF2B5EF4-FFF2-40B4-BE49-F238E27FC236}">
                <a16:creationId xmlns:a16="http://schemas.microsoft.com/office/drawing/2014/main" id="{27298165-F674-45F5-803A-09BC2E3EA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8784" y="1776270"/>
            <a:ext cx="25003" cy="9525"/>
          </a:xfrm>
          <a:custGeom xmlns:a="http://schemas.openxmlformats.org/drawingml/2006/main">
            <a:pathLst>
              <a:path w="25003" h="9525">
                <a:moveTo>
                  <a:pt x="0" y="4505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9A92"/>
            </a:solidFill>
            <a:prstDash val="solid"/>
          </a:ln>
        </p:spPr>
      </p:sp>
      <p:sp>
        <p:nvSpPr>
          <p:cNvPr id="161" name="line-227">
            <a:extLst xmlns:a="http://schemas.openxmlformats.org/drawingml/2006/main">
              <a:ext uri="{FF2B5EF4-FFF2-40B4-BE49-F238E27FC236}">
                <a16:creationId xmlns:a16="http://schemas.microsoft.com/office/drawing/2014/main" id="{7732B640-A6E1-4310-86F7-FE92A3D33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3788" y="1772766"/>
            <a:ext cx="25003" cy="9525"/>
          </a:xfrm>
          <a:custGeom xmlns:a="http://schemas.openxmlformats.org/drawingml/2006/main">
            <a:pathLst>
              <a:path w="25003" h="9525">
                <a:moveTo>
                  <a:pt x="0" y="3504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9A92"/>
            </a:solidFill>
            <a:prstDash val="solid"/>
          </a:ln>
        </p:spPr>
      </p:sp>
      <p:sp>
        <p:nvSpPr>
          <p:cNvPr id="162" name="line-228">
            <a:extLst xmlns:a="http://schemas.openxmlformats.org/drawingml/2006/main">
              <a:ext uri="{FF2B5EF4-FFF2-40B4-BE49-F238E27FC236}">
                <a16:creationId xmlns:a16="http://schemas.microsoft.com/office/drawing/2014/main" id="{5B3FD66C-55A8-44CC-9ADF-96991DB3D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8791" y="1770755"/>
            <a:ext cx="25003" cy="9525"/>
          </a:xfrm>
          <a:custGeom xmlns:a="http://schemas.openxmlformats.org/drawingml/2006/main">
            <a:pathLst>
              <a:path w="25003" h="9525">
                <a:moveTo>
                  <a:pt x="0" y="2011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9A92"/>
            </a:solidFill>
            <a:prstDash val="solid"/>
          </a:ln>
        </p:spPr>
      </p:sp>
      <p:sp>
        <p:nvSpPr>
          <p:cNvPr id="163" name="line-229">
            <a:extLst xmlns:a="http://schemas.openxmlformats.org/drawingml/2006/main">
              <a:ext uri="{FF2B5EF4-FFF2-40B4-BE49-F238E27FC236}">
                <a16:creationId xmlns:a16="http://schemas.microsoft.com/office/drawing/2014/main" id="{6CDB4DEB-765A-42E2-91E1-AB6177CD1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03794" y="1770427"/>
            <a:ext cx="25003" cy="9525"/>
          </a:xfrm>
          <a:custGeom xmlns:a="http://schemas.openxmlformats.org/drawingml/2006/main">
            <a:pathLst>
              <a:path w="25003" h="9525">
                <a:moveTo>
                  <a:pt x="0" y="328"/>
                </a:moveTo>
                <a:lnTo>
                  <a:pt x="2500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9A92"/>
            </a:solidFill>
            <a:prstDash val="solid"/>
          </a:ln>
        </p:spPr>
      </p:sp>
      <p:sp>
        <p:nvSpPr>
          <p:cNvPr id="164" name="line-230">
            <a:extLst xmlns:a="http://schemas.openxmlformats.org/drawingml/2006/main">
              <a:ext uri="{FF2B5EF4-FFF2-40B4-BE49-F238E27FC236}">
                <a16:creationId xmlns:a16="http://schemas.microsoft.com/office/drawing/2014/main" id="{4F4E3D1C-2995-4D2B-951D-5F5BF7389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28797" y="1770427"/>
            <a:ext cx="25003" cy="9525"/>
          </a:xfrm>
          <a:custGeom xmlns:a="http://schemas.openxmlformats.org/drawingml/2006/main">
            <a:pathLst>
              <a:path w="25003" h="9525">
                <a:moveTo>
                  <a:pt x="0" y="0"/>
                </a:moveTo>
                <a:lnTo>
                  <a:pt x="25003" y="1223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119A92"/>
            </a:solidFill>
            <a:prstDash val="solid"/>
          </a:ln>
        </p:spPr>
      </p:sp>
      <p:sp>
        <p:nvSpPr>
          <p:cNvPr id="165" name="line-231">
            <a:extLst xmlns:a="http://schemas.openxmlformats.org/drawingml/2006/main">
              <a:ext uri="{FF2B5EF4-FFF2-40B4-BE49-F238E27FC236}">
                <a16:creationId xmlns:a16="http://schemas.microsoft.com/office/drawing/2014/main" id="{2FA2C250-C476-4B70-B839-008CAD220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9800"/>
            <a:ext cx="10953750" cy="9525"/>
          </a:xfrm>
          <a:custGeom xmlns:a="http://schemas.openxmlformats.org/drawingml/2006/main">
            <a:pathLst>
              <a:path w="10953750" h="9525">
                <a:moveTo>
                  <a:pt x="0" y="0"/>
                </a:moveTo>
                <a:lnTo>
                  <a:pt x="109537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DCE5EE"/>
            </a:solidFill>
            <a:prstDash val="solid"/>
          </a:ln>
        </p:spPr>
      </p:sp>
      <p:sp>
        <p:nvSpPr>
          <p:cNvPr id="166" name="object-232">
            <a:extLst xmlns:a="http://schemas.openxmlformats.org/drawingml/2006/main">
              <a:ext uri="{FF2B5EF4-FFF2-40B4-BE49-F238E27FC236}">
                <a16:creationId xmlns:a16="http://schemas.microsoft.com/office/drawing/2014/main" id="{29899058-A8F9-404C-8374-19EED4C67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2352675"/>
            <a:ext cx="1714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ctr">
              <a:defRPr sz="180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ctr">
              <a:defRPr sz="180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rPr>
              <a:t>提出暂停</a:t>
            </a:r>
          </a:p>
        </p:txBody>
      </p:sp>
      <p:sp>
        <p:nvSpPr>
          <p:cNvPr id="167" name="line-233">
            <a:extLst xmlns:a="http://schemas.openxmlformats.org/drawingml/2006/main">
              <a:ext uri="{FF2B5EF4-FFF2-40B4-BE49-F238E27FC236}">
                <a16:creationId xmlns:a16="http://schemas.microsoft.com/office/drawing/2014/main" id="{69C38CC8-1EEA-4150-851E-98A11B808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2771775"/>
            <a:ext cx="9525" cy="2714625"/>
          </a:xfrm>
          <a:custGeom xmlns:a="http://schemas.openxmlformats.org/drawingml/2006/main">
            <a:pathLst>
              <a:path w="9525" h="2714625">
                <a:moveTo>
                  <a:pt x="0" y="0"/>
                </a:moveTo>
                <a:lnTo>
                  <a:pt x="0" y="2714625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DCE5EE"/>
            </a:solidFill>
            <a:prstDash val="solid"/>
          </a:ln>
        </p:spPr>
      </p:sp>
      <p:sp>
        <p:nvSpPr>
          <p:cNvPr id="168" name="object-234">
            <a:extLst xmlns:a="http://schemas.openxmlformats.org/drawingml/2006/main">
              <a:ext uri="{FF2B5EF4-FFF2-40B4-BE49-F238E27FC236}">
                <a16:creationId xmlns:a16="http://schemas.microsoft.com/office/drawing/2014/main" id="{45D46253-518B-4128-89C8-81A79D062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875" y="2352675"/>
            <a:ext cx="1714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ctr">
              <a:defRPr sz="180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ctr">
              <a:defRPr sz="180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rPr>
              <a:t>开始淡出</a:t>
            </a:r>
          </a:p>
        </p:txBody>
      </p:sp>
      <p:sp>
        <p:nvSpPr>
          <p:cNvPr id="169" name="line-235">
            <a:extLst xmlns:a="http://schemas.openxmlformats.org/drawingml/2006/main">
              <a:ext uri="{FF2B5EF4-FFF2-40B4-BE49-F238E27FC236}">
                <a16:creationId xmlns:a16="http://schemas.microsoft.com/office/drawing/2014/main" id="{2EDE9A67-A9D2-4435-B189-089E10322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771775"/>
            <a:ext cx="9525" cy="2714625"/>
          </a:xfrm>
          <a:custGeom xmlns:a="http://schemas.openxmlformats.org/drawingml/2006/main">
            <a:pathLst>
              <a:path w="9525" h="2714625">
                <a:moveTo>
                  <a:pt x="0" y="0"/>
                </a:moveTo>
                <a:lnTo>
                  <a:pt x="0" y="2714625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DCE5EE"/>
            </a:solidFill>
            <a:prstDash val="solid"/>
          </a:ln>
        </p:spPr>
      </p:sp>
      <p:sp>
        <p:nvSpPr>
          <p:cNvPr id="170" name="object-236">
            <a:extLst xmlns:a="http://schemas.openxmlformats.org/drawingml/2006/main">
              <a:ext uri="{FF2B5EF4-FFF2-40B4-BE49-F238E27FC236}">
                <a16:creationId xmlns:a16="http://schemas.microsoft.com/office/drawing/2014/main" id="{8461E15C-B374-444D-9625-58BF97CEF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1875" y="2352675"/>
            <a:ext cx="1714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ctr">
              <a:defRPr sz="180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ctr">
              <a:defRPr sz="180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rPr>
              <a:t>淡出结束</a:t>
            </a:r>
          </a:p>
        </p:txBody>
      </p:sp>
      <p:sp>
        <p:nvSpPr>
          <p:cNvPr id="171" name="line-237">
            <a:extLst xmlns:a="http://schemas.openxmlformats.org/drawingml/2006/main">
              <a:ext uri="{FF2B5EF4-FFF2-40B4-BE49-F238E27FC236}">
                <a16:creationId xmlns:a16="http://schemas.microsoft.com/office/drawing/2014/main" id="{99CFF30A-301F-4575-99B2-74C0E37ED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771775"/>
            <a:ext cx="9525" cy="2714625"/>
          </a:xfrm>
          <a:custGeom xmlns:a="http://schemas.openxmlformats.org/drawingml/2006/main">
            <a:pathLst>
              <a:path w="9525" h="2714625">
                <a:moveTo>
                  <a:pt x="0" y="0"/>
                </a:moveTo>
                <a:lnTo>
                  <a:pt x="0" y="2714625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DCE5EE"/>
            </a:solidFill>
            <a:prstDash val="solid"/>
          </a:ln>
        </p:spPr>
      </p:sp>
      <p:sp>
        <p:nvSpPr>
          <p:cNvPr id="172" name="object-238">
            <a:extLst xmlns:a="http://schemas.openxmlformats.org/drawingml/2006/main">
              <a:ext uri="{FF2B5EF4-FFF2-40B4-BE49-F238E27FC236}">
                <a16:creationId xmlns:a16="http://schemas.microsoft.com/office/drawing/2014/main" id="{7DD45218-41C3-4BFE-A56D-C2D1C55FE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2352675"/>
            <a:ext cx="1714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ctr">
              <a:defRPr sz="180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ctr">
              <a:defRPr sz="180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rPr>
              <a:t>完成收尾</a:t>
            </a:r>
          </a:p>
        </p:txBody>
      </p:sp>
      <p:sp>
        <p:nvSpPr>
          <p:cNvPr id="173" name="line-239">
            <a:extLst xmlns:a="http://schemas.openxmlformats.org/drawingml/2006/main">
              <a:ext uri="{FF2B5EF4-FFF2-40B4-BE49-F238E27FC236}">
                <a16:creationId xmlns:a16="http://schemas.microsoft.com/office/drawing/2014/main" id="{819ED599-F3CA-49FD-90CA-E6D51AAFF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2771775"/>
            <a:ext cx="9525" cy="2714625"/>
          </a:xfrm>
          <a:custGeom xmlns:a="http://schemas.openxmlformats.org/drawingml/2006/main">
            <a:pathLst>
              <a:path w="9525" h="2714625">
                <a:moveTo>
                  <a:pt x="0" y="0"/>
                </a:moveTo>
                <a:lnTo>
                  <a:pt x="0" y="2714625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DCE5EE"/>
            </a:solidFill>
            <a:prstDash val="solid"/>
          </a:ln>
        </p:spPr>
      </p:sp>
      <p:sp>
        <p:nvSpPr>
          <p:cNvPr id="174" name="object-240">
            <a:extLst xmlns:a="http://schemas.openxmlformats.org/drawingml/2006/main">
              <a:ext uri="{FF2B5EF4-FFF2-40B4-BE49-F238E27FC236}">
                <a16:creationId xmlns:a16="http://schemas.microsoft.com/office/drawing/2014/main" id="{89955126-2C4E-4EFE-93A2-43290DD01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62275"/>
            <a:ext cx="1809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1725" b="1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rPr>
              <a:t>控制请求</a:t>
            </a:r>
          </a:p>
        </p:txBody>
      </p:sp>
      <p:sp>
        <p:nvSpPr>
          <p:cNvPr id="175" name="line-241">
            <a:extLst xmlns:a="http://schemas.openxmlformats.org/drawingml/2006/main">
              <a:ext uri="{FF2B5EF4-FFF2-40B4-BE49-F238E27FC236}">
                <a16:creationId xmlns:a16="http://schemas.microsoft.com/office/drawing/2014/main" id="{6C004631-56D6-4AC8-8C19-BB6AB2CBD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3143250"/>
            <a:ext cx="214313" cy="9525"/>
          </a:xfrm>
          <a:custGeom xmlns:a="http://schemas.openxmlformats.org/drawingml/2006/main">
            <a:pathLst>
              <a:path w="214313" h="9525">
                <a:moveTo>
                  <a:pt x="0" y="0"/>
                </a:moveTo>
                <a:lnTo>
                  <a:pt x="21431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3379EB"/>
            </a:solidFill>
            <a:prstDash val="solid"/>
          </a:ln>
        </p:spPr>
      </p:sp>
      <p:sp>
        <p:nvSpPr>
          <p:cNvPr id="176" name="line-242">
            <a:extLst xmlns:a="http://schemas.openxmlformats.org/drawingml/2006/main">
              <a:ext uri="{FF2B5EF4-FFF2-40B4-BE49-F238E27FC236}">
                <a16:creationId xmlns:a16="http://schemas.microsoft.com/office/drawing/2014/main" id="{3A35B25A-6280-4D8A-84A4-D79229AA6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6125" y="3143250"/>
            <a:ext cx="214313" cy="9525"/>
          </a:xfrm>
          <a:custGeom xmlns:a="http://schemas.openxmlformats.org/drawingml/2006/main">
            <a:pathLst>
              <a:path w="214313" h="9525">
                <a:moveTo>
                  <a:pt x="0" y="0"/>
                </a:moveTo>
                <a:lnTo>
                  <a:pt x="21431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3379EB"/>
            </a:solidFill>
            <a:prstDash val="solid"/>
          </a:ln>
        </p:spPr>
      </p:sp>
      <p:sp>
        <p:nvSpPr>
          <p:cNvPr id="177" name="line-243">
            <a:extLst xmlns:a="http://schemas.openxmlformats.org/drawingml/2006/main">
              <a:ext uri="{FF2B5EF4-FFF2-40B4-BE49-F238E27FC236}">
                <a16:creationId xmlns:a16="http://schemas.microsoft.com/office/drawing/2014/main" id="{25CA3AF8-D676-48D5-9817-0FAB1377F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3143250"/>
            <a:ext cx="214313" cy="9525"/>
          </a:xfrm>
          <a:custGeom xmlns:a="http://schemas.openxmlformats.org/drawingml/2006/main">
            <a:pathLst>
              <a:path w="214313" h="9525">
                <a:moveTo>
                  <a:pt x="0" y="0"/>
                </a:moveTo>
                <a:lnTo>
                  <a:pt x="21431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3379EB"/>
            </a:solidFill>
            <a:prstDash val="solid"/>
          </a:ln>
        </p:spPr>
      </p:sp>
      <p:sp>
        <p:nvSpPr>
          <p:cNvPr id="178" name="line-244">
            <a:extLst xmlns:a="http://schemas.openxmlformats.org/drawingml/2006/main">
              <a:ext uri="{FF2B5EF4-FFF2-40B4-BE49-F238E27FC236}">
                <a16:creationId xmlns:a16="http://schemas.microsoft.com/office/drawing/2014/main" id="{10CC55E2-D5D9-4104-87BC-59E8DE8AB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43375" y="3143250"/>
            <a:ext cx="214313" cy="9525"/>
          </a:xfrm>
          <a:custGeom xmlns:a="http://schemas.openxmlformats.org/drawingml/2006/main">
            <a:pathLst>
              <a:path w="214313" h="9525">
                <a:moveTo>
                  <a:pt x="0" y="0"/>
                </a:moveTo>
                <a:lnTo>
                  <a:pt x="21431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3379EB"/>
            </a:solidFill>
            <a:prstDash val="solid"/>
          </a:ln>
        </p:spPr>
      </p:sp>
      <p:sp>
        <p:nvSpPr>
          <p:cNvPr id="179" name="line-245">
            <a:extLst xmlns:a="http://schemas.openxmlformats.org/drawingml/2006/main">
              <a:ext uri="{FF2B5EF4-FFF2-40B4-BE49-F238E27FC236}">
                <a16:creationId xmlns:a16="http://schemas.microsoft.com/office/drawing/2014/main" id="{062AA828-D715-4CDE-8001-DC5C62FE2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143250"/>
            <a:ext cx="214313" cy="9525"/>
          </a:xfrm>
          <a:custGeom xmlns:a="http://schemas.openxmlformats.org/drawingml/2006/main">
            <a:pathLst>
              <a:path w="214313" h="9525">
                <a:moveTo>
                  <a:pt x="0" y="0"/>
                </a:moveTo>
                <a:lnTo>
                  <a:pt x="21431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3379EB"/>
            </a:solidFill>
            <a:prstDash val="solid"/>
          </a:ln>
        </p:spPr>
      </p:sp>
      <p:sp>
        <p:nvSpPr>
          <p:cNvPr id="180" name="line-246">
            <a:extLst xmlns:a="http://schemas.openxmlformats.org/drawingml/2006/main">
              <a:ext uri="{FF2B5EF4-FFF2-40B4-BE49-F238E27FC236}">
                <a16:creationId xmlns:a16="http://schemas.microsoft.com/office/drawing/2014/main" id="{751F7A29-CABB-434C-95C2-9F7F5FB6A0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0625" y="3143250"/>
            <a:ext cx="214313" cy="9525"/>
          </a:xfrm>
          <a:custGeom xmlns:a="http://schemas.openxmlformats.org/drawingml/2006/main">
            <a:pathLst>
              <a:path w="214313" h="9525">
                <a:moveTo>
                  <a:pt x="0" y="0"/>
                </a:moveTo>
                <a:lnTo>
                  <a:pt x="21431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3379EB"/>
            </a:solidFill>
            <a:prstDash val="solid"/>
          </a:ln>
        </p:spPr>
      </p:sp>
      <p:sp>
        <p:nvSpPr>
          <p:cNvPr id="181" name="line-247">
            <a:extLst xmlns:a="http://schemas.openxmlformats.org/drawingml/2006/main">
              <a:ext uri="{FF2B5EF4-FFF2-40B4-BE49-F238E27FC236}">
                <a16:creationId xmlns:a16="http://schemas.microsoft.com/office/drawing/2014/main" id="{DC849515-7606-43A0-8245-14A0F3EA7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3482" y="3143250"/>
            <a:ext cx="85768" cy="41430"/>
          </a:xfrm>
          <a:custGeom xmlns:a="http://schemas.openxmlformats.org/drawingml/2006/main">
            <a:pathLst>
              <a:path w="85768" h="41430">
                <a:moveTo>
                  <a:pt x="0" y="41430"/>
                </a:moveTo>
                <a:lnTo>
                  <a:pt x="85768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3379EB"/>
            </a:solidFill>
            <a:prstDash val="solid"/>
          </a:ln>
        </p:spPr>
      </p:sp>
      <p:sp>
        <p:nvSpPr>
          <p:cNvPr id="182" name="line-248">
            <a:extLst xmlns:a="http://schemas.openxmlformats.org/drawingml/2006/main">
              <a:ext uri="{FF2B5EF4-FFF2-40B4-BE49-F238E27FC236}">
                <a16:creationId xmlns:a16="http://schemas.microsoft.com/office/drawing/2014/main" id="{C832D06E-9C71-4B6E-BB56-B20274F93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3482" y="3101820"/>
            <a:ext cx="85768" cy="41430"/>
          </a:xfrm>
          <a:custGeom xmlns:a="http://schemas.openxmlformats.org/drawingml/2006/main">
            <a:pathLst>
              <a:path w="85768" h="41430">
                <a:moveTo>
                  <a:pt x="0" y="0"/>
                </a:moveTo>
                <a:lnTo>
                  <a:pt x="85768" y="4143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3379EB"/>
            </a:solidFill>
            <a:prstDash val="solid"/>
          </a:ln>
        </p:spPr>
      </p:sp>
      <p:sp>
        <p:nvSpPr>
          <p:cNvPr id="183" name="object-249">
            <a:extLst xmlns:a="http://schemas.openxmlformats.org/drawingml/2006/main">
              <a:ext uri="{FF2B5EF4-FFF2-40B4-BE49-F238E27FC236}">
                <a16:creationId xmlns:a16="http://schemas.microsoft.com/office/drawing/2014/main" id="{E0793A36-B188-47A8-A1D7-D2F14050C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2800350"/>
            <a:ext cx="1619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15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5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rPr>
              <a:t>等待执行</a:t>
            </a:r>
          </a:p>
        </p:txBody>
      </p:sp>
      <p:sp>
        <p:nvSpPr>
          <p:cNvPr id="184" name="reveal1-line-250">
            <a:extLst xmlns:a="http://schemas.openxmlformats.org/drawingml/2006/main">
              <a:ext uri="{FF2B5EF4-FFF2-40B4-BE49-F238E27FC236}">
                <a16:creationId xmlns:a16="http://schemas.microsoft.com/office/drawing/2014/main" id="{FE985F75-D230-4095-8528-1A2F4B260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143250"/>
            <a:ext cx="206375" cy="9525"/>
          </a:xfrm>
          <a:custGeom xmlns:a="http://schemas.openxmlformats.org/drawingml/2006/main">
            <a:pathLst>
              <a:path w="206375" h="9525">
                <a:moveTo>
                  <a:pt x="0" y="0"/>
                </a:moveTo>
                <a:lnTo>
                  <a:pt x="2063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3379EB"/>
            </a:solidFill>
            <a:prstDash val="solid"/>
          </a:ln>
        </p:spPr>
      </p:sp>
      <p:sp>
        <p:nvSpPr>
          <p:cNvPr id="185" name="reveal1-line-251">
            <a:extLst xmlns:a="http://schemas.openxmlformats.org/drawingml/2006/main">
              <a:ext uri="{FF2B5EF4-FFF2-40B4-BE49-F238E27FC236}">
                <a16:creationId xmlns:a16="http://schemas.microsoft.com/office/drawing/2014/main" id="{8B83E989-6092-46EE-8260-78C3B67977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9000" y="3143250"/>
            <a:ext cx="206375" cy="9525"/>
          </a:xfrm>
          <a:custGeom xmlns:a="http://schemas.openxmlformats.org/drawingml/2006/main">
            <a:pathLst>
              <a:path w="206375" h="9525">
                <a:moveTo>
                  <a:pt x="0" y="0"/>
                </a:moveTo>
                <a:lnTo>
                  <a:pt x="2063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3379EB"/>
            </a:solidFill>
            <a:prstDash val="solid"/>
          </a:ln>
        </p:spPr>
      </p:sp>
      <p:sp>
        <p:nvSpPr>
          <p:cNvPr id="186" name="reveal1-line-252">
            <a:extLst xmlns:a="http://schemas.openxmlformats.org/drawingml/2006/main">
              <a:ext uri="{FF2B5EF4-FFF2-40B4-BE49-F238E27FC236}">
                <a16:creationId xmlns:a16="http://schemas.microsoft.com/office/drawing/2014/main" id="{92167BA5-52DE-4CFE-B392-52D125CE3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1750" y="3143250"/>
            <a:ext cx="206375" cy="9525"/>
          </a:xfrm>
          <a:custGeom xmlns:a="http://schemas.openxmlformats.org/drawingml/2006/main">
            <a:pathLst>
              <a:path w="206375" h="9525">
                <a:moveTo>
                  <a:pt x="0" y="0"/>
                </a:moveTo>
                <a:lnTo>
                  <a:pt x="2063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3379EB"/>
            </a:solidFill>
            <a:prstDash val="solid"/>
          </a:ln>
        </p:spPr>
      </p:sp>
      <p:sp>
        <p:nvSpPr>
          <p:cNvPr id="187" name="reveal1-line-253">
            <a:extLst xmlns:a="http://schemas.openxmlformats.org/drawingml/2006/main">
              <a:ext uri="{FF2B5EF4-FFF2-40B4-BE49-F238E27FC236}">
                <a16:creationId xmlns:a16="http://schemas.microsoft.com/office/drawing/2014/main" id="{F58E2A66-BEB0-4695-BC72-F2FE73B44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3143250"/>
            <a:ext cx="206375" cy="9525"/>
          </a:xfrm>
          <a:custGeom xmlns:a="http://schemas.openxmlformats.org/drawingml/2006/main">
            <a:pathLst>
              <a:path w="206375" h="9525">
                <a:moveTo>
                  <a:pt x="0" y="0"/>
                </a:moveTo>
                <a:lnTo>
                  <a:pt x="2063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3379EB"/>
            </a:solidFill>
            <a:prstDash val="solid"/>
          </a:ln>
        </p:spPr>
      </p:sp>
      <p:sp>
        <p:nvSpPr>
          <p:cNvPr id="188" name="reveal1-line-254">
            <a:extLst xmlns:a="http://schemas.openxmlformats.org/drawingml/2006/main">
              <a:ext uri="{FF2B5EF4-FFF2-40B4-BE49-F238E27FC236}">
                <a16:creationId xmlns:a16="http://schemas.microsoft.com/office/drawing/2014/main" id="{9B2CC44E-E374-4D73-A0AF-93F3FD34C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47250" y="3143250"/>
            <a:ext cx="206375" cy="9525"/>
          </a:xfrm>
          <a:custGeom xmlns:a="http://schemas.openxmlformats.org/drawingml/2006/main">
            <a:pathLst>
              <a:path w="206375" h="9525">
                <a:moveTo>
                  <a:pt x="0" y="0"/>
                </a:moveTo>
                <a:lnTo>
                  <a:pt x="2063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3379EB"/>
            </a:solidFill>
            <a:prstDash val="solid"/>
          </a:ln>
        </p:spPr>
      </p:sp>
      <p:sp>
        <p:nvSpPr>
          <p:cNvPr id="189" name="reveal1-line-255">
            <a:extLst xmlns:a="http://schemas.openxmlformats.org/drawingml/2006/main">
              <a:ext uri="{FF2B5EF4-FFF2-40B4-BE49-F238E27FC236}">
                <a16:creationId xmlns:a16="http://schemas.microsoft.com/office/drawing/2014/main" id="{277FB8D5-2F6D-4938-BA77-422896528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60000" y="3143250"/>
            <a:ext cx="206375" cy="9525"/>
          </a:xfrm>
          <a:custGeom xmlns:a="http://schemas.openxmlformats.org/drawingml/2006/main">
            <a:pathLst>
              <a:path w="206375" h="9525">
                <a:moveTo>
                  <a:pt x="0" y="0"/>
                </a:moveTo>
                <a:lnTo>
                  <a:pt x="2063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3379EB"/>
            </a:solidFill>
            <a:prstDash val="solid"/>
          </a:ln>
        </p:spPr>
      </p:sp>
      <p:sp>
        <p:nvSpPr>
          <p:cNvPr id="190" name="reveal1-line-256">
            <a:extLst xmlns:a="http://schemas.openxmlformats.org/drawingml/2006/main">
              <a:ext uri="{FF2B5EF4-FFF2-40B4-BE49-F238E27FC236}">
                <a16:creationId xmlns:a16="http://schemas.microsoft.com/office/drawing/2014/main" id="{72E6CF17-8BBD-487B-9845-8BA6FCA30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86982" y="3143250"/>
            <a:ext cx="85768" cy="41430"/>
          </a:xfrm>
          <a:custGeom xmlns:a="http://schemas.openxmlformats.org/drawingml/2006/main">
            <a:pathLst>
              <a:path w="85768" h="41430">
                <a:moveTo>
                  <a:pt x="0" y="41430"/>
                </a:moveTo>
                <a:lnTo>
                  <a:pt x="85768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3379EB"/>
            </a:solidFill>
            <a:prstDash val="solid"/>
          </a:ln>
        </p:spPr>
      </p:sp>
      <p:sp>
        <p:nvSpPr>
          <p:cNvPr id="191" name="reveal1-line-257">
            <a:extLst xmlns:a="http://schemas.openxmlformats.org/drawingml/2006/main">
              <a:ext uri="{FF2B5EF4-FFF2-40B4-BE49-F238E27FC236}">
                <a16:creationId xmlns:a16="http://schemas.microsoft.com/office/drawing/2014/main" id="{34B3EDF2-DD46-414F-84C6-3E9221B58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86982" y="3101820"/>
            <a:ext cx="85768" cy="41430"/>
          </a:xfrm>
          <a:custGeom xmlns:a="http://schemas.openxmlformats.org/drawingml/2006/main">
            <a:pathLst>
              <a:path w="85768" h="41430">
                <a:moveTo>
                  <a:pt x="0" y="0"/>
                </a:moveTo>
                <a:lnTo>
                  <a:pt x="85768" y="4143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3379EB"/>
            </a:solidFill>
            <a:prstDash val="solid"/>
          </a:ln>
        </p:spPr>
      </p:sp>
      <p:sp>
        <p:nvSpPr>
          <p:cNvPr id="192" name="reveal1-object-258">
            <a:extLst xmlns:a="http://schemas.openxmlformats.org/drawingml/2006/main">
              <a:ext uri="{FF2B5EF4-FFF2-40B4-BE49-F238E27FC236}">
                <a16:creationId xmlns:a16="http://schemas.microsoft.com/office/drawing/2014/main" id="{3F8FEE3B-3D37-4142-A042-A14141903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5325" y="2771775"/>
            <a:ext cx="21431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15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5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rPr>
              <a:t>完成处理再次排队</a:t>
            </a:r>
          </a:p>
        </p:txBody>
      </p:sp>
      <p:sp>
        <p:nvSpPr>
          <p:cNvPr id="193" name="reveal1-object-259">
            <a:extLst xmlns:a="http://schemas.openxmlformats.org/drawingml/2006/main">
              <a:ext uri="{FF2B5EF4-FFF2-40B4-BE49-F238E27FC236}">
                <a16:creationId xmlns:a16="http://schemas.microsoft.com/office/drawing/2014/main" id="{75BB3B36-73BD-44F0-8F82-7DE75E597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29050"/>
            <a:ext cx="1809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1725" b="1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rPr>
              <a:t>输入连接</a:t>
            </a:r>
          </a:p>
        </p:txBody>
      </p:sp>
      <p:sp>
        <p:nvSpPr>
          <p:cNvPr id="194" name="reveal1-line-260">
            <a:extLst xmlns:a="http://schemas.openxmlformats.org/drawingml/2006/main">
              <a:ext uri="{FF2B5EF4-FFF2-40B4-BE49-F238E27FC236}">
                <a16:creationId xmlns:a16="http://schemas.microsoft.com/office/drawing/2014/main" id="{9B6803C0-6880-4E3B-99C6-3E155CF2F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4019550"/>
            <a:ext cx="7505700" cy="9525"/>
          </a:xfrm>
          <a:custGeom xmlns:a="http://schemas.openxmlformats.org/drawingml/2006/main">
            <a:pathLst>
              <a:path w="7505700" h="9525">
                <a:moveTo>
                  <a:pt x="0" y="0"/>
                </a:moveTo>
                <a:lnTo>
                  <a:pt x="75057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38100">
            <a:solidFill>
              <a:srgbClr val="119A92"/>
            </a:solidFill>
            <a:prstDash val="solid"/>
          </a:ln>
        </p:spPr>
      </p:sp>
      <p:sp>
        <p:nvSpPr>
          <p:cNvPr id="195" name="reveal1-object-261">
            <a:extLst xmlns:a="http://schemas.openxmlformats.org/drawingml/2006/main">
              <a:ext uri="{FF2B5EF4-FFF2-40B4-BE49-F238E27FC236}">
                <a16:creationId xmlns:a16="http://schemas.microsoft.com/office/drawing/2014/main" id="{499ADAF3-66F8-4892-BA4D-FD42E3BD8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0425" y="3609975"/>
            <a:ext cx="3714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1725" b="0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rPr>
              <a:t>仍相连，继续处理以完成淡出</a:t>
            </a:r>
          </a:p>
        </p:txBody>
      </p:sp>
      <p:sp>
        <p:nvSpPr>
          <p:cNvPr id="196" name="reveal1-line-262">
            <a:extLst xmlns:a="http://schemas.openxmlformats.org/drawingml/2006/main">
              <a:ext uri="{FF2B5EF4-FFF2-40B4-BE49-F238E27FC236}">
                <a16:creationId xmlns:a16="http://schemas.microsoft.com/office/drawing/2014/main" id="{E01F41A6-7F69-4EDA-B98F-E3FF2C22B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3905250"/>
            <a:ext cx="190500" cy="228600"/>
          </a:xfrm>
          <a:custGeom xmlns:a="http://schemas.openxmlformats.org/drawingml/2006/main">
            <a:pathLst>
              <a:path w="190500" h="228600">
                <a:moveTo>
                  <a:pt x="0" y="0"/>
                </a:moveTo>
                <a:lnTo>
                  <a:pt x="190500" y="228600"/>
                </a:lnTo>
              </a:path>
            </a:pathLst>
          </a:custGeom>
          <a:noFill xmlns:a="http://schemas.openxmlformats.org/drawingml/2006/main"/>
          <a:ln xmlns:a="http://schemas.openxmlformats.org/drawingml/2006/main" w="38100">
            <a:solidFill>
              <a:srgbClr val="C97835"/>
            </a:solidFill>
            <a:prstDash val="solid"/>
          </a:ln>
        </p:spPr>
      </p:sp>
      <p:sp>
        <p:nvSpPr>
          <p:cNvPr id="197" name="reveal1-line-263">
            <a:extLst xmlns:a="http://schemas.openxmlformats.org/drawingml/2006/main">
              <a:ext uri="{FF2B5EF4-FFF2-40B4-BE49-F238E27FC236}">
                <a16:creationId xmlns:a16="http://schemas.microsoft.com/office/drawing/2014/main" id="{73ED6275-1C13-4752-9732-7902C9EE3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3905250"/>
            <a:ext cx="190500" cy="228600"/>
          </a:xfrm>
          <a:custGeom xmlns:a="http://schemas.openxmlformats.org/drawingml/2006/main">
            <a:pathLst>
              <a:path w="190500" h="228600">
                <a:moveTo>
                  <a:pt x="190500" y="0"/>
                </a:moveTo>
                <a:lnTo>
                  <a:pt x="0" y="228600"/>
                </a:lnTo>
              </a:path>
            </a:pathLst>
          </a:custGeom>
          <a:noFill xmlns:a="http://schemas.openxmlformats.org/drawingml/2006/main"/>
          <a:ln xmlns:a="http://schemas.openxmlformats.org/drawingml/2006/main" w="38100">
            <a:solidFill>
              <a:srgbClr val="C97835"/>
            </a:solidFill>
            <a:prstDash val="solid"/>
          </a:ln>
        </p:spPr>
      </p:sp>
      <p:sp>
        <p:nvSpPr>
          <p:cNvPr id="198" name="reveal1-object-264">
            <a:extLst xmlns:a="http://schemas.openxmlformats.org/drawingml/2006/main">
              <a:ext uri="{FF2B5EF4-FFF2-40B4-BE49-F238E27FC236}">
                <a16:creationId xmlns:a16="http://schemas.microsoft.com/office/drawing/2014/main" id="{024C148F-9D7C-43B1-AB20-306F668CF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25150" y="3829050"/>
            <a:ext cx="857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17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rPr>
              <a:t>断开</a:t>
            </a:r>
          </a:p>
        </p:txBody>
      </p:sp>
      <p:sp>
        <p:nvSpPr>
          <p:cNvPr id="199" name="reveal1-object-265">
            <a:extLst xmlns:a="http://schemas.openxmlformats.org/drawingml/2006/main">
              <a:ext uri="{FF2B5EF4-FFF2-40B4-BE49-F238E27FC236}">
                <a16:creationId xmlns:a16="http://schemas.microsoft.com/office/drawing/2014/main" id="{9EC01E3B-D078-4A45-B2CB-BE580D0E0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86300"/>
            <a:ext cx="1809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1725" b="1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rPr>
              <a:t>增益</a:t>
            </a:r>
          </a:p>
        </p:txBody>
      </p:sp>
      <p:sp>
        <p:nvSpPr>
          <p:cNvPr id="200" name="reveal1-line-266">
            <a:extLst xmlns:a="http://schemas.openxmlformats.org/drawingml/2006/main">
              <a:ext uri="{FF2B5EF4-FFF2-40B4-BE49-F238E27FC236}">
                <a16:creationId xmlns:a16="http://schemas.microsoft.com/office/drawing/2014/main" id="{EA4F0F0E-0F38-4A12-863A-8D2521057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4724400"/>
            <a:ext cx="2571750" cy="9525"/>
          </a:xfrm>
          <a:custGeom xmlns:a="http://schemas.openxmlformats.org/drawingml/2006/main">
            <a:pathLst>
              <a:path w="2571750" h="9525">
                <a:moveTo>
                  <a:pt x="0" y="0"/>
                </a:moveTo>
                <a:lnTo>
                  <a:pt x="25717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38100">
            <a:solidFill>
              <a:srgbClr val="119A92"/>
            </a:solidFill>
            <a:prstDash val="solid"/>
          </a:ln>
        </p:spPr>
      </p:sp>
      <p:sp>
        <p:nvSpPr>
          <p:cNvPr id="201" name="reveal1-line-267">
            <a:extLst xmlns:a="http://schemas.openxmlformats.org/drawingml/2006/main">
              <a:ext uri="{FF2B5EF4-FFF2-40B4-BE49-F238E27FC236}">
                <a16:creationId xmlns:a16="http://schemas.microsoft.com/office/drawing/2014/main" id="{C11BB0DB-69F5-40C7-9140-A87527389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4724400"/>
            <a:ext cx="2667000" cy="561975"/>
          </a:xfrm>
          <a:custGeom xmlns:a="http://schemas.openxmlformats.org/drawingml/2006/main">
            <a:pathLst>
              <a:path w="2667000" h="561975">
                <a:moveTo>
                  <a:pt x="0" y="0"/>
                </a:moveTo>
                <a:lnTo>
                  <a:pt x="2667000" y="561975"/>
                </a:lnTo>
              </a:path>
            </a:pathLst>
          </a:custGeom>
          <a:noFill xmlns:a="http://schemas.openxmlformats.org/drawingml/2006/main"/>
          <a:ln xmlns:a="http://schemas.openxmlformats.org/drawingml/2006/main" w="38100">
            <a:solidFill>
              <a:srgbClr val="119A92"/>
            </a:solidFill>
            <a:prstDash val="solid"/>
          </a:ln>
        </p:spPr>
      </p:sp>
      <p:sp>
        <p:nvSpPr>
          <p:cNvPr id="202" name="reveal1-line-268">
            <a:extLst xmlns:a="http://schemas.openxmlformats.org/drawingml/2006/main">
              <a:ext uri="{FF2B5EF4-FFF2-40B4-BE49-F238E27FC236}">
                <a16:creationId xmlns:a16="http://schemas.microsoft.com/office/drawing/2014/main" id="{87832F4F-564B-4292-B021-0F5E7CCCB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5286375"/>
            <a:ext cx="3238500" cy="9525"/>
          </a:xfrm>
          <a:custGeom xmlns:a="http://schemas.openxmlformats.org/drawingml/2006/main">
            <a:pathLst>
              <a:path w="3238500" h="9525">
                <a:moveTo>
                  <a:pt x="0" y="0"/>
                </a:moveTo>
                <a:lnTo>
                  <a:pt x="32385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38100">
            <a:solidFill>
              <a:srgbClr val="119A92"/>
            </a:solidFill>
            <a:prstDash val="solid"/>
          </a:ln>
        </p:spPr>
      </p:sp>
      <p:sp>
        <p:nvSpPr>
          <p:cNvPr id="203" name="reveal1-object-269">
            <a:extLst xmlns:a="http://schemas.openxmlformats.org/drawingml/2006/main">
              <a:ext uri="{FF2B5EF4-FFF2-40B4-BE49-F238E27FC236}">
                <a16:creationId xmlns:a16="http://schemas.microsoft.com/office/drawing/2014/main" id="{97ECBE91-F315-42A6-98F0-D5CA46791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5200650"/>
            <a:ext cx="1619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17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rPr>
              <a:t>播放中</a:t>
            </a:r>
          </a:p>
        </p:txBody>
      </p:sp>
      <p:sp>
        <p:nvSpPr>
          <p:cNvPr id="204" name="reveal1-object-270">
            <a:extLst xmlns:a="http://schemas.openxmlformats.org/drawingml/2006/main">
              <a:ext uri="{FF2B5EF4-FFF2-40B4-BE49-F238E27FC236}">
                <a16:creationId xmlns:a16="http://schemas.microsoft.com/office/drawing/2014/main" id="{3B9DAE7A-E9B2-42F7-8162-B18A5A55A1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5400675"/>
            <a:ext cx="2857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ctr">
              <a:defRPr sz="1725" b="1">
                <a:solidFill>
                  <a:srgbClr val="C9783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ctr">
              <a:defRPr sz="1725" b="1">
                <a:solidFill>
                  <a:srgbClr val="C9783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C97835"/>
                </a:solidFill>
                <a:latin typeface="Microsoft YaHei"/>
                <a:ea typeface="Microsoft YaHei"/>
                <a:cs typeface="Microsoft YaHei"/>
              </a:rPr>
              <a:t>正在暂停</a:t>
            </a:r>
          </a:p>
        </p:txBody>
      </p:sp>
      <p:sp>
        <p:nvSpPr>
          <p:cNvPr id="205" name="reveal1-object-271">
            <a:extLst xmlns:a="http://schemas.openxmlformats.org/drawingml/2006/main">
              <a:ext uri="{FF2B5EF4-FFF2-40B4-BE49-F238E27FC236}">
                <a16:creationId xmlns:a16="http://schemas.microsoft.com/office/drawing/2014/main" id="{01D97B72-9AEA-40F6-9694-0A6B57380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53700" y="5400675"/>
            <a:ext cx="1047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17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rPr>
              <a:t>已暂停</a:t>
            </a:r>
          </a:p>
        </p:txBody>
      </p:sp>
      <p:sp>
        <p:nvSpPr>
          <p:cNvPr id="206" name="reveal2-object-272">
            <a:extLst xmlns:a="http://schemas.openxmlformats.org/drawingml/2006/main">
              <a:ext uri="{FF2B5EF4-FFF2-40B4-BE49-F238E27FC236}">
                <a16:creationId xmlns:a16="http://schemas.microsoft.com/office/drawing/2014/main" id="{7957E303-CA3E-4AD6-8BCC-DA4C99500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86450"/>
            <a:ext cx="10763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2025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025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rPr>
              <a:t>“淡出结束”和“输入断开”是两个时刻，中间还可能等待执行。</a:t>
            </a:r>
          </a:p>
        </p:txBody>
      </p:sp>
      <p:sp>
        <p:nvSpPr>
          <p:cNvPr id="207" name="object-273">
            <a:extLst xmlns:a="http://schemas.openxmlformats.org/drawingml/2006/main">
              <a:ext uri="{FF2B5EF4-FFF2-40B4-BE49-F238E27FC236}">
                <a16:creationId xmlns:a16="http://schemas.microsoft.com/office/drawing/2014/main" id="{3A5BB056-992A-4584-AC71-DFE26671D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4125"/>
            <a:ext cx="10191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12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rPr>
              <a:t>波形与时间为示意。</a:t>
            </a:r>
          </a:p>
        </p:txBody>
      </p:sp>
      <p:sp>
        <p:nvSpPr>
          <p:cNvPr id="208" name="object-274">
            <a:extLst xmlns:a="http://schemas.openxmlformats.org/drawingml/2006/main">
              <a:ext uri="{FF2B5EF4-FFF2-40B4-BE49-F238E27FC236}">
                <a16:creationId xmlns:a16="http://schemas.microsoft.com/office/drawing/2014/main" id="{24FC8C8A-BCD2-43AB-9398-0EF309A48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0425" y="6334125"/>
            <a:ext cx="5429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r">
              <a:defRPr sz="14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4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197278615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4" grpId="1"/>
      <p:bldP spid="185" grpId="1"/>
      <p:bldP spid="186" grpId="1"/>
      <p:bldP spid="187" grpId="1"/>
      <p:bldP spid="188" grpId="1"/>
      <p:bldP spid="189" grpId="1"/>
      <p:bldP spid="190" grpId="1"/>
      <p:bldP spid="191" grpId="1"/>
      <p:bldP spid="192" grpId="1"/>
      <p:bldP spid="193" grpId="1"/>
      <p:bldP spid="194" grpId="1"/>
      <p:bldP spid="195" grpId="1"/>
      <p:bldP spid="196" grpId="1"/>
      <p:bldP spid="197" grpId="1"/>
      <p:bldP spid="198" grpId="1"/>
      <p:bldP spid="199" grpId="1"/>
      <p:bldP spid="200" grpId="1"/>
      <p:bldP spid="201" grpId="1"/>
      <p:bldP spid="202" grpId="1"/>
      <p:bldP spid="203" grpId="1"/>
      <p:bldP spid="204" grpId="1"/>
      <p:bldP spid="205" grpId="1"/>
      <p:bldP spid="206" grpId="2"/>
    </p:bldLst>
  </p:timing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object-275">
            <a:extLst xmlns:a="http://schemas.openxmlformats.org/drawingml/2006/main">
              <a:ext uri="{FF2B5EF4-FFF2-40B4-BE49-F238E27FC236}">
                <a16:creationId xmlns:a16="http://schemas.microsoft.com/office/drawing/2014/main" id="{D612FD05-5194-4E3B-8343-B30ADBCD7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53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31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31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rPr>
              <a:t>已经恢复播放，旧的暂停还会生效吗？</a:t>
            </a:r>
          </a:p>
        </p:txBody>
      </p:sp>
      <p:sp>
        <p:nvSpPr>
          <p:cNvPr id="2" name="object-276">
            <a:extLst xmlns:a="http://schemas.openxmlformats.org/drawingml/2006/main">
              <a:ext uri="{FF2B5EF4-FFF2-40B4-BE49-F238E27FC236}">
                <a16:creationId xmlns:a16="http://schemas.microsoft.com/office/drawing/2014/main" id="{B9299B76-147C-4BAC-9554-506FADD54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23975"/>
            <a:ext cx="108585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2100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100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rPr>
              <a:t>淡出刚结束时，恢复请求已经排在前面。</a:t>
            </a:r>
          </a:p>
        </p:txBody>
      </p:sp>
      <p:sp>
        <p:nvSpPr>
          <p:cNvPr id="3" name="object-277">
            <a:extLst xmlns:a="http://schemas.openxmlformats.org/drawingml/2006/main">
              <a:ext uri="{FF2B5EF4-FFF2-40B4-BE49-F238E27FC236}">
                <a16:creationId xmlns:a16="http://schemas.microsoft.com/office/drawing/2014/main" id="{09A6B96F-61DA-44C8-AA2E-4FC64F7BC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19300"/>
            <a:ext cx="20478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1800" b="1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800" b="1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rPr>
              <a:t>待执行请求</a:t>
            </a:r>
          </a:p>
        </p:txBody>
      </p:sp>
      <p:sp>
        <p:nvSpPr>
          <p:cNvPr id="4" name="object-278">
            <a:extLst xmlns:a="http://schemas.openxmlformats.org/drawingml/2006/main">
              <a:ext uri="{FF2B5EF4-FFF2-40B4-BE49-F238E27FC236}">
                <a16:creationId xmlns:a16="http://schemas.microsoft.com/office/drawing/2014/main" id="{BBCEEC2F-7C47-4E74-A659-29FC1D0FA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2009775"/>
            <a:ext cx="285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15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5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rPr>
              <a:t>下一条先执行</a:t>
            </a:r>
          </a:p>
        </p:txBody>
      </p:sp>
      <p:sp>
        <p:nvSpPr>
          <p:cNvPr id="5" name="object-279">
            <a:extLst xmlns:a="http://schemas.openxmlformats.org/drawingml/2006/main">
              <a:ext uri="{FF2B5EF4-FFF2-40B4-BE49-F238E27FC236}">
                <a16:creationId xmlns:a16="http://schemas.microsoft.com/office/drawing/2014/main" id="{1548BC33-55C0-4513-8A3B-F6D221BE6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2419350"/>
            <a:ext cx="271462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79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object-280">
            <a:extLst xmlns:a="http://schemas.openxmlformats.org/drawingml/2006/main">
              <a:ext uri="{FF2B5EF4-FFF2-40B4-BE49-F238E27FC236}">
                <a16:creationId xmlns:a16="http://schemas.microsoft.com/office/drawing/2014/main" id="{5ABF444F-C7B2-4385-A919-10BC24256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2476500"/>
            <a:ext cx="24860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ctr">
              <a:defRPr sz="20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ctr">
              <a:defRPr sz="20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① 恢复播放</a:t>
            </a:r>
          </a:p>
        </p:txBody>
      </p:sp>
      <p:sp>
        <p:nvSpPr>
          <p:cNvPr id="7" name="object-281">
            <a:extLst xmlns:a="http://schemas.openxmlformats.org/drawingml/2006/main">
              <a:ext uri="{FF2B5EF4-FFF2-40B4-BE49-F238E27FC236}">
                <a16:creationId xmlns:a16="http://schemas.microsoft.com/office/drawing/2014/main" id="{14D04DCB-A058-4273-85AA-BD4431968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2419350"/>
            <a:ext cx="33337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783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object-282">
            <a:extLst xmlns:a="http://schemas.openxmlformats.org/drawingml/2006/main">
              <a:ext uri="{FF2B5EF4-FFF2-40B4-BE49-F238E27FC236}">
                <a16:creationId xmlns:a16="http://schemas.microsoft.com/office/drawing/2014/main" id="{7BC8E225-D732-457F-9ED5-AB68DBE19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2476500"/>
            <a:ext cx="31051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ctr">
              <a:defRPr sz="18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② 淡出完成后的收尾</a:t>
            </a:r>
          </a:p>
        </p:txBody>
      </p:sp>
      <p:sp>
        <p:nvSpPr>
          <p:cNvPr id="9" name="line-283">
            <a:extLst xmlns:a="http://schemas.openxmlformats.org/drawingml/2006/main">
              <a:ext uri="{FF2B5EF4-FFF2-40B4-BE49-F238E27FC236}">
                <a16:creationId xmlns:a16="http://schemas.microsoft.com/office/drawing/2014/main" id="{FCF72185-6D06-4EE4-831A-2EAEA23A2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00725" y="2714625"/>
            <a:ext cx="581025" cy="9525"/>
          </a:xfrm>
          <a:custGeom xmlns:a="http://schemas.openxmlformats.org/drawingml/2006/main">
            <a:pathLst>
              <a:path w="581025" h="9525">
                <a:moveTo>
                  <a:pt x="581025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62768A"/>
            </a:solidFill>
            <a:prstDash val="solid"/>
          </a:ln>
        </p:spPr>
      </p:sp>
      <p:sp>
        <p:nvSpPr>
          <p:cNvPr id="10" name="line-284">
            <a:extLst xmlns:a="http://schemas.openxmlformats.org/drawingml/2006/main">
              <a:ext uri="{FF2B5EF4-FFF2-40B4-BE49-F238E27FC236}">
                <a16:creationId xmlns:a16="http://schemas.microsoft.com/office/drawing/2014/main" id="{D050E39B-B5B9-470F-B16A-6003336EE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00725" y="2673195"/>
            <a:ext cx="85768" cy="41430"/>
          </a:xfrm>
          <a:custGeom xmlns:a="http://schemas.openxmlformats.org/drawingml/2006/main">
            <a:pathLst>
              <a:path w="85768" h="41430">
                <a:moveTo>
                  <a:pt x="85768" y="0"/>
                </a:moveTo>
                <a:lnTo>
                  <a:pt x="0" y="4143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62768A"/>
            </a:solidFill>
            <a:prstDash val="solid"/>
          </a:ln>
        </p:spPr>
      </p:sp>
      <p:sp>
        <p:nvSpPr>
          <p:cNvPr id="11" name="line-285">
            <a:extLst xmlns:a="http://schemas.openxmlformats.org/drawingml/2006/main">
              <a:ext uri="{FF2B5EF4-FFF2-40B4-BE49-F238E27FC236}">
                <a16:creationId xmlns:a16="http://schemas.microsoft.com/office/drawing/2014/main" id="{CB852875-71C2-480B-9D79-DBCF7E236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00725" y="2714625"/>
            <a:ext cx="85768" cy="41430"/>
          </a:xfrm>
          <a:custGeom xmlns:a="http://schemas.openxmlformats.org/drawingml/2006/main">
            <a:pathLst>
              <a:path w="85768" h="41430">
                <a:moveTo>
                  <a:pt x="85768" y="4143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62768A"/>
            </a:solidFill>
            <a:prstDash val="solid"/>
          </a:ln>
        </p:spPr>
      </p:sp>
      <p:sp>
        <p:nvSpPr>
          <p:cNvPr id="12" name="object-286">
            <a:extLst xmlns:a="http://schemas.openxmlformats.org/drawingml/2006/main">
              <a:ext uri="{FF2B5EF4-FFF2-40B4-BE49-F238E27FC236}">
                <a16:creationId xmlns:a16="http://schemas.microsoft.com/office/drawing/2014/main" id="{0BA3F9AA-E546-4342-9733-A94B732D3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9825" y="2476500"/>
            <a:ext cx="1524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15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5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rPr>
              <a:t>随后加入</a:t>
            </a:r>
          </a:p>
          <a:p xmlns:a="http://schemas.openxmlformats.org/drawingml/2006/main">
            <a:pPr algn="l">
              <a:defRPr sz="15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rPr>
              <a:t>等待执行</a:t>
            </a:r>
          </a:p>
        </p:txBody>
      </p:sp>
      <p:sp>
        <p:nvSpPr>
          <p:cNvPr id="13" name="line-287">
            <a:extLst xmlns:a="http://schemas.openxmlformats.org/drawingml/2006/main">
              <a:ext uri="{FF2B5EF4-FFF2-40B4-BE49-F238E27FC236}">
                <a16:creationId xmlns:a16="http://schemas.microsoft.com/office/drawing/2014/main" id="{D6E2E56F-F137-4EF7-B6DA-9CBF096B4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95650"/>
            <a:ext cx="10953750" cy="9525"/>
          </a:xfrm>
          <a:custGeom xmlns:a="http://schemas.openxmlformats.org/drawingml/2006/main">
            <a:pathLst>
              <a:path w="10953750" h="9525">
                <a:moveTo>
                  <a:pt x="0" y="0"/>
                </a:moveTo>
                <a:lnTo>
                  <a:pt x="109537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DCE5EE"/>
            </a:solidFill>
            <a:prstDash val="solid"/>
          </a:ln>
        </p:spPr>
      </p:sp>
      <p:sp>
        <p:nvSpPr>
          <p:cNvPr id="14" name="object-288">
            <a:extLst xmlns:a="http://schemas.openxmlformats.org/drawingml/2006/main">
              <a:ext uri="{FF2B5EF4-FFF2-40B4-BE49-F238E27FC236}">
                <a16:creationId xmlns:a16="http://schemas.microsoft.com/office/drawing/2014/main" id="{80DC6E90-E11E-45F9-B054-8F25A15D89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33800"/>
            <a:ext cx="133350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9A9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object-289">
            <a:extLst xmlns:a="http://schemas.openxmlformats.org/drawingml/2006/main">
              <a:ext uri="{FF2B5EF4-FFF2-40B4-BE49-F238E27FC236}">
                <a16:creationId xmlns:a16="http://schemas.microsoft.com/office/drawing/2014/main" id="{0B56BDCF-6E38-4902-AD6F-936306159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790950"/>
            <a:ext cx="11049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ctr">
              <a:def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ctr">
              <a:def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音乐 A</a:t>
            </a:r>
          </a:p>
        </p:txBody>
      </p:sp>
      <p:sp>
        <p:nvSpPr>
          <p:cNvPr id="16" name="object-290">
            <a:extLst xmlns:a="http://schemas.openxmlformats.org/drawingml/2006/main">
              <a:ext uri="{FF2B5EF4-FFF2-40B4-BE49-F238E27FC236}">
                <a16:creationId xmlns:a16="http://schemas.microsoft.com/office/drawing/2014/main" id="{5885AD26-3CDE-4F83-90EC-8DA07BCC1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76725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1650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rPr>
              <a:t>播放状态</a:t>
            </a:r>
          </a:p>
        </p:txBody>
      </p:sp>
      <p:sp>
        <p:nvSpPr>
          <p:cNvPr id="17" name="reveal1-object-291">
            <a:extLst xmlns:a="http://schemas.openxmlformats.org/drawingml/2006/main">
              <a:ext uri="{FF2B5EF4-FFF2-40B4-BE49-F238E27FC236}">
                <a16:creationId xmlns:a16="http://schemas.microsoft.com/office/drawing/2014/main" id="{C802C4E6-299C-48C0-ADDD-9647D1B6E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3543300"/>
            <a:ext cx="34290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2025" b="1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025" b="1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rPr>
              <a:t>执行 ① 恢复播放</a:t>
            </a:r>
          </a:p>
        </p:txBody>
      </p:sp>
      <p:sp>
        <p:nvSpPr>
          <p:cNvPr id="18" name="reveal1-object-292">
            <a:extLst xmlns:a="http://schemas.openxmlformats.org/drawingml/2006/main">
              <a:ext uri="{FF2B5EF4-FFF2-40B4-BE49-F238E27FC236}">
                <a16:creationId xmlns:a16="http://schemas.microsoft.com/office/drawing/2014/main" id="{FDE0B90C-4D20-49BE-895C-91054118C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4162425"/>
            <a:ext cx="238125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9A9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reveal1-object-293">
            <a:extLst xmlns:a="http://schemas.openxmlformats.org/drawingml/2006/main">
              <a:ext uri="{FF2B5EF4-FFF2-40B4-BE49-F238E27FC236}">
                <a16:creationId xmlns:a16="http://schemas.microsoft.com/office/drawing/2014/main" id="{367170FD-0B5C-4DEA-A95D-8D2864827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4219575"/>
            <a:ext cx="21526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ctr">
              <a:defRPr sz="20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ctr">
              <a:defRPr sz="20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正在播放</a:t>
            </a:r>
          </a:p>
        </p:txBody>
      </p:sp>
      <p:sp>
        <p:nvSpPr>
          <p:cNvPr id="20" name="reveal1-object-294">
            <a:extLst xmlns:a="http://schemas.openxmlformats.org/drawingml/2006/main">
              <a:ext uri="{FF2B5EF4-FFF2-40B4-BE49-F238E27FC236}">
                <a16:creationId xmlns:a16="http://schemas.microsoft.com/office/drawing/2014/main" id="{FF336F6D-3A12-4956-B863-D46438D33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4876800"/>
            <a:ext cx="32861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1800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rPr>
              <a:t>输入保持连接</a:t>
            </a:r>
          </a:p>
          <a:p xmlns:a="http://schemas.openxmlformats.org/drawingml/2006/main">
            <a:pPr algn="l">
              <a:defRPr sz="1800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rPr>
              <a:t>恢复所需的增益已安排</a:t>
            </a:r>
          </a:p>
        </p:txBody>
      </p:sp>
      <p:sp>
        <p:nvSpPr>
          <p:cNvPr id="21" name="reveal2-object-295">
            <a:extLst xmlns:a="http://schemas.openxmlformats.org/drawingml/2006/main">
              <a:ext uri="{FF2B5EF4-FFF2-40B4-BE49-F238E27FC236}">
                <a16:creationId xmlns:a16="http://schemas.microsoft.com/office/drawing/2014/main" id="{D4EC01C1-3975-43C6-ABA5-BBB22C127D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3543300"/>
            <a:ext cx="44767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2025" b="1">
                <a:solidFill>
                  <a:srgbClr val="C9783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025" b="1">
                <a:solidFill>
                  <a:srgbClr val="C9783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C97835"/>
                </a:solidFill>
                <a:latin typeface="Microsoft YaHei"/>
                <a:ea typeface="Microsoft YaHei"/>
                <a:cs typeface="Microsoft YaHei"/>
              </a:rPr>
              <a:t>执行 ② 旧的暂停收尾</a:t>
            </a:r>
          </a:p>
        </p:txBody>
      </p:sp>
      <p:sp>
        <p:nvSpPr>
          <p:cNvPr id="22" name="reveal2-object-296">
            <a:extLst xmlns:a="http://schemas.openxmlformats.org/drawingml/2006/main">
              <a:ext uri="{FF2B5EF4-FFF2-40B4-BE49-F238E27FC236}">
                <a16:creationId xmlns:a16="http://schemas.microsoft.com/office/drawing/2014/main" id="{6AE5742D-672C-4AAF-8A10-9392EA038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4143375"/>
            <a:ext cx="4476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210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rPr>
              <a:t>检查：现在已经在播放</a:t>
            </a:r>
          </a:p>
        </p:txBody>
      </p:sp>
      <p:sp>
        <p:nvSpPr>
          <p:cNvPr id="23" name="reveal2-line-297">
            <a:extLst xmlns:a="http://schemas.openxmlformats.org/drawingml/2006/main">
              <a:ext uri="{FF2B5EF4-FFF2-40B4-BE49-F238E27FC236}">
                <a16:creationId xmlns:a16="http://schemas.microsoft.com/office/drawing/2014/main" id="{37E3871D-7AD0-4A0F-B388-0C9E3740E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4686300"/>
            <a:ext cx="4486275" cy="9525"/>
          </a:xfrm>
          <a:custGeom xmlns:a="http://schemas.openxmlformats.org/drawingml/2006/main">
            <a:pathLst>
              <a:path w="4486275" h="9525">
                <a:moveTo>
                  <a:pt x="0" y="0"/>
                </a:moveTo>
                <a:lnTo>
                  <a:pt x="44862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38100">
            <a:solidFill>
              <a:srgbClr val="119A92"/>
            </a:solidFill>
            <a:prstDash val="solid"/>
          </a:ln>
        </p:spPr>
      </p:sp>
      <p:sp>
        <p:nvSpPr>
          <p:cNvPr id="24" name="reveal2-object-298">
            <a:extLst xmlns:a="http://schemas.openxmlformats.org/drawingml/2006/main">
              <a:ext uri="{FF2B5EF4-FFF2-40B4-BE49-F238E27FC236}">
                <a16:creationId xmlns:a16="http://schemas.microsoft.com/office/drawing/2014/main" id="{A8EC4D2C-C913-4002-B6F5-BC797B2AE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4895850"/>
            <a:ext cx="4476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1875" b="1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875" b="1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rPr>
              <a:t>结束这次收尾处理，</a:t>
            </a:r>
          </a:p>
          <a:p xmlns:a="http://schemas.openxmlformats.org/drawingml/2006/main">
            <a:pPr algn="l">
              <a:defRPr sz="1875" b="1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rPr>
              <a:t>不暂停音效、不拆输入连接。</a:t>
            </a:r>
          </a:p>
        </p:txBody>
      </p:sp>
      <p:sp>
        <p:nvSpPr>
          <p:cNvPr id="25" name="reveal2-object-299">
            <a:extLst xmlns:a="http://schemas.openxmlformats.org/drawingml/2006/main">
              <a:ext uri="{FF2B5EF4-FFF2-40B4-BE49-F238E27FC236}">
                <a16:creationId xmlns:a16="http://schemas.microsoft.com/office/drawing/2014/main" id="{4EA3861D-BC74-409E-87FC-7DD426CC9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5638800"/>
            <a:ext cx="4476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1650" b="1">
                <a:solidFill>
                  <a:srgbClr val="C9783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650" b="1">
                <a:solidFill>
                  <a:srgbClr val="C9783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C97835"/>
                </a:solidFill>
                <a:latin typeface="Microsoft YaHei"/>
                <a:ea typeface="Microsoft YaHei"/>
                <a:cs typeface="Microsoft YaHei"/>
              </a:rPr>
              <a:t>若不检查：明明点了恢复，声音却没了。</a:t>
            </a:r>
          </a:p>
        </p:txBody>
      </p:sp>
      <p:sp>
        <p:nvSpPr>
          <p:cNvPr id="26" name="object-300">
            <a:extLst xmlns:a="http://schemas.openxmlformats.org/drawingml/2006/main">
              <a:ext uri="{FF2B5EF4-FFF2-40B4-BE49-F238E27FC236}">
                <a16:creationId xmlns:a16="http://schemas.microsoft.com/office/drawing/2014/main" id="{B6F25968-7136-4C74-BEF7-EF2DBB90C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4125"/>
            <a:ext cx="10191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12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rPr>
              <a:t>队列表示引擎执行顺序。</a:t>
            </a:r>
          </a:p>
        </p:txBody>
      </p:sp>
      <p:sp>
        <p:nvSpPr>
          <p:cNvPr id="27" name="object-301">
            <a:extLst xmlns:a="http://schemas.openxmlformats.org/drawingml/2006/main">
              <a:ext uri="{FF2B5EF4-FFF2-40B4-BE49-F238E27FC236}">
                <a16:creationId xmlns:a16="http://schemas.microsoft.com/office/drawing/2014/main" id="{37AD15CE-0EC4-453B-8EED-E6656817D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0425" y="6334125"/>
            <a:ext cx="5429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r">
              <a:defRPr sz="14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4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157289790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1"/>
      <p:bldP spid="18" grpId="1"/>
      <p:bldP spid="19" grpId="1"/>
      <p:bldP spid="20" grpId="1"/>
      <p:bldP spid="21" grpId="2"/>
      <p:bldP spid="22" grpId="2"/>
      <p:bldP spid="23" grpId="2"/>
      <p:bldP spid="24" grpId="2"/>
      <p:bldP spid="25" grpId="2"/>
    </p:bldLst>
  </p:timing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object-302">
            <a:extLst xmlns:a="http://schemas.openxmlformats.org/drawingml/2006/main">
              <a:ext uri="{FF2B5EF4-FFF2-40B4-BE49-F238E27FC236}">
                <a16:creationId xmlns:a16="http://schemas.microsoft.com/office/drawing/2014/main" id="{B38B2B51-18DB-4F63-A132-DF50A428C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53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31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31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rPr>
              <a:t>淡入为什么要先于音效启动？</a:t>
            </a:r>
          </a:p>
        </p:txBody>
      </p:sp>
      <p:sp>
        <p:nvSpPr>
          <p:cNvPr id="2" name="object-303">
            <a:extLst xmlns:a="http://schemas.openxmlformats.org/drawingml/2006/main">
              <a:ext uri="{FF2B5EF4-FFF2-40B4-BE49-F238E27FC236}">
                <a16:creationId xmlns:a16="http://schemas.microsoft.com/office/drawing/2014/main" id="{7F1C3DB3-C086-41D3-BE94-64F9C24CF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95400"/>
            <a:ext cx="10858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20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0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rPr>
              <a:t>数据已经在门口等着，增益设置晚一步，那一步就是全音量爆音。</a:t>
            </a:r>
          </a:p>
        </p:txBody>
      </p:sp>
      <p:sp>
        <p:nvSpPr>
          <p:cNvPr id="3" name="object-304">
            <a:extLst xmlns:a="http://schemas.openxmlformats.org/drawingml/2006/main">
              <a:ext uri="{FF2B5EF4-FFF2-40B4-BE49-F238E27FC236}">
                <a16:creationId xmlns:a16="http://schemas.microsoft.com/office/drawing/2014/main" id="{22C2FB2B-6621-41BF-A1D4-9D8C26D13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1981200"/>
            <a:ext cx="22383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ctr">
              <a:defRPr sz="17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ctr">
              <a:defRPr sz="17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rPr>
              <a:t>接通处理链</a:t>
            </a:r>
          </a:p>
        </p:txBody>
      </p:sp>
      <p:sp>
        <p:nvSpPr>
          <p:cNvPr id="4" name="line-305">
            <a:extLst xmlns:a="http://schemas.openxmlformats.org/drawingml/2006/main">
              <a:ext uri="{FF2B5EF4-FFF2-40B4-BE49-F238E27FC236}">
                <a16:creationId xmlns:a16="http://schemas.microsoft.com/office/drawing/2014/main" id="{62115A35-6480-4F26-B731-1E1044D226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400300"/>
            <a:ext cx="9525" cy="3152775"/>
          </a:xfrm>
          <a:custGeom xmlns:a="http://schemas.openxmlformats.org/drawingml/2006/main">
            <a:pathLst>
              <a:path w="9525" h="3152775">
                <a:moveTo>
                  <a:pt x="0" y="0"/>
                </a:moveTo>
                <a:lnTo>
                  <a:pt x="0" y="3152775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DCE5EE"/>
            </a:solidFill>
            <a:prstDash val="solid"/>
          </a:ln>
        </p:spPr>
      </p:sp>
      <p:sp>
        <p:nvSpPr>
          <p:cNvPr id="5" name="object-306">
            <a:extLst xmlns:a="http://schemas.openxmlformats.org/drawingml/2006/main">
              <a:ext uri="{FF2B5EF4-FFF2-40B4-BE49-F238E27FC236}">
                <a16:creationId xmlns:a16="http://schemas.microsoft.com/office/drawing/2014/main" id="{01256FD7-F4B1-4900-A446-5AE4F61E0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1981200"/>
            <a:ext cx="22383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ctr">
              <a:defRPr sz="17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ctr">
              <a:defRPr sz="17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rPr>
              <a:t>音效启动中</a:t>
            </a:r>
          </a:p>
        </p:txBody>
      </p:sp>
      <p:sp>
        <p:nvSpPr>
          <p:cNvPr id="6" name="line-307">
            <a:extLst xmlns:a="http://schemas.openxmlformats.org/drawingml/2006/main">
              <a:ext uri="{FF2B5EF4-FFF2-40B4-BE49-F238E27FC236}">
                <a16:creationId xmlns:a16="http://schemas.microsoft.com/office/drawing/2014/main" id="{0247E093-2852-44A2-AC4C-C8048EF6E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2400300"/>
            <a:ext cx="9525" cy="3152775"/>
          </a:xfrm>
          <a:custGeom xmlns:a="http://schemas.openxmlformats.org/drawingml/2006/main">
            <a:pathLst>
              <a:path w="9525" h="3152775">
                <a:moveTo>
                  <a:pt x="0" y="0"/>
                </a:moveTo>
                <a:lnTo>
                  <a:pt x="0" y="3152775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DCE5EE"/>
            </a:solidFill>
            <a:prstDash val="solid"/>
          </a:ln>
        </p:spPr>
      </p:sp>
      <p:sp>
        <p:nvSpPr>
          <p:cNvPr id="7" name="object-308">
            <a:extLst xmlns:a="http://schemas.openxmlformats.org/drawingml/2006/main">
              <a:ext uri="{FF2B5EF4-FFF2-40B4-BE49-F238E27FC236}">
                <a16:creationId xmlns:a16="http://schemas.microsoft.com/office/drawing/2014/main" id="{DEE07073-1593-409B-A8AF-4155E39FE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1981200"/>
            <a:ext cx="22383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ctr">
              <a:defRPr sz="17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ctr">
              <a:defRPr sz="17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rPr>
              <a:t>音效启动完成</a:t>
            </a:r>
          </a:p>
        </p:txBody>
      </p:sp>
      <p:sp>
        <p:nvSpPr>
          <p:cNvPr id="8" name="line-309">
            <a:extLst xmlns:a="http://schemas.openxmlformats.org/drawingml/2006/main">
              <a:ext uri="{FF2B5EF4-FFF2-40B4-BE49-F238E27FC236}">
                <a16:creationId xmlns:a16="http://schemas.microsoft.com/office/drawing/2014/main" id="{7E584721-30AF-4986-926B-E39A18A76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2400300"/>
            <a:ext cx="9525" cy="3152775"/>
          </a:xfrm>
          <a:custGeom xmlns:a="http://schemas.openxmlformats.org/drawingml/2006/main">
            <a:pathLst>
              <a:path w="9525" h="3152775">
                <a:moveTo>
                  <a:pt x="0" y="0"/>
                </a:moveTo>
                <a:lnTo>
                  <a:pt x="0" y="3152775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DCE5EE"/>
            </a:solidFill>
            <a:prstDash val="solid"/>
          </a:ln>
        </p:spPr>
      </p:sp>
      <p:sp>
        <p:nvSpPr>
          <p:cNvPr id="9" name="object-310">
            <a:extLst xmlns:a="http://schemas.openxmlformats.org/drawingml/2006/main">
              <a:ext uri="{FF2B5EF4-FFF2-40B4-BE49-F238E27FC236}">
                <a16:creationId xmlns:a16="http://schemas.microsoft.com/office/drawing/2014/main" id="{9B6041A7-2953-41CB-8E15-858855F27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76525"/>
            <a:ext cx="21907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1875" b="1">
                <a:solidFill>
                  <a:srgbClr val="C9783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875" b="1">
                <a:solidFill>
                  <a:srgbClr val="C9783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C97835"/>
                </a:solidFill>
                <a:latin typeface="Microsoft YaHei"/>
                <a:ea typeface="Microsoft YaHei"/>
                <a:cs typeface="Microsoft YaHei"/>
              </a:rPr>
              <a:t>如果淡入设置晚了</a:t>
            </a:r>
          </a:p>
        </p:txBody>
      </p:sp>
      <p:sp>
        <p:nvSpPr>
          <p:cNvPr id="10" name="object-311">
            <a:extLst xmlns:a="http://schemas.openxmlformats.org/drawingml/2006/main">
              <a:ext uri="{FF2B5EF4-FFF2-40B4-BE49-F238E27FC236}">
                <a16:creationId xmlns:a16="http://schemas.microsoft.com/office/drawing/2014/main" id="{A020436D-5D04-45FC-9D3A-985D784BF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724150"/>
            <a:ext cx="6191250" cy="542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9EBD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object-312">
            <a:extLst xmlns:a="http://schemas.openxmlformats.org/drawingml/2006/main">
              <a:ext uri="{FF2B5EF4-FFF2-40B4-BE49-F238E27FC236}">
                <a16:creationId xmlns:a16="http://schemas.microsoft.com/office/drawing/2014/main" id="{DF007780-097A-4EC8-BE9E-260BD7497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2828925"/>
            <a:ext cx="58578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ctr">
              <a:defRPr sz="1725" b="1">
                <a:solidFill>
                  <a:srgbClr val="C9783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ctr">
              <a:defRPr sz="1725" b="1">
                <a:solidFill>
                  <a:srgbClr val="C9783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C97835"/>
                </a:solidFill>
                <a:latin typeface="Microsoft YaHei"/>
                <a:ea typeface="Microsoft YaHei"/>
                <a:cs typeface="Microsoft YaHei"/>
              </a:rPr>
              <a:t>这段窗口内，预缓冲数据按全音量冲出来</a:t>
            </a:r>
          </a:p>
        </p:txBody>
      </p:sp>
      <p:sp>
        <p:nvSpPr>
          <p:cNvPr id="12" name="line-313">
            <a:extLst xmlns:a="http://schemas.openxmlformats.org/drawingml/2006/main">
              <a:ext uri="{FF2B5EF4-FFF2-40B4-BE49-F238E27FC236}">
                <a16:creationId xmlns:a16="http://schemas.microsoft.com/office/drawing/2014/main" id="{27B0BFAB-7768-4FE5-98CC-27E318E9D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3667125"/>
            <a:ext cx="6191250" cy="9525"/>
          </a:xfrm>
          <a:custGeom xmlns:a="http://schemas.openxmlformats.org/drawingml/2006/main">
            <a:pathLst>
              <a:path w="6191250" h="9525">
                <a:moveTo>
                  <a:pt x="0" y="0"/>
                </a:moveTo>
                <a:lnTo>
                  <a:pt x="61912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38100">
            <a:solidFill>
              <a:srgbClr val="C97835"/>
            </a:solidFill>
            <a:prstDash val="solid"/>
          </a:ln>
        </p:spPr>
      </p:sp>
      <p:sp>
        <p:nvSpPr>
          <p:cNvPr id="13" name="object-314">
            <a:extLst xmlns:a="http://schemas.openxmlformats.org/drawingml/2006/main">
              <a:ext uri="{FF2B5EF4-FFF2-40B4-BE49-F238E27FC236}">
                <a16:creationId xmlns:a16="http://schemas.microsoft.com/office/drawing/2014/main" id="{465BC3B0-684E-461F-9D37-E18606F9E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3343275"/>
            <a:ext cx="3714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1575" b="0">
                <a:solidFill>
                  <a:srgbClr val="C9783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575" b="0">
                <a:solidFill>
                  <a:srgbClr val="C9783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C97835"/>
                </a:solidFill>
                <a:latin typeface="Microsoft YaHei"/>
                <a:ea typeface="Microsoft YaHei"/>
                <a:cs typeface="Microsoft YaHei"/>
              </a:rPr>
              <a:t>增益尚未按淡入设置</a:t>
            </a:r>
          </a:p>
        </p:txBody>
      </p:sp>
      <p:sp>
        <p:nvSpPr>
          <p:cNvPr id="14" name="object-315">
            <a:extLst xmlns:a="http://schemas.openxmlformats.org/drawingml/2006/main">
              <a:ext uri="{FF2B5EF4-FFF2-40B4-BE49-F238E27FC236}">
                <a16:creationId xmlns:a16="http://schemas.microsoft.com/office/drawing/2014/main" id="{31065D45-3D54-42E9-9B8F-A175288FA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63125" y="2781300"/>
            <a:ext cx="166687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1725" b="1">
                <a:solidFill>
                  <a:srgbClr val="C9783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C9783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C97835"/>
                </a:solidFill>
                <a:latin typeface="Microsoft YaHei"/>
                <a:ea typeface="Microsoft YaHei"/>
                <a:cs typeface="Microsoft YaHei"/>
              </a:rPr>
              <a:t>到这时</a:t>
            </a:r>
          </a:p>
          <a:p xmlns:a="http://schemas.openxmlformats.org/drawingml/2006/main">
            <a:pPr algn="l">
              <a:defRPr sz="1725" b="1">
                <a:solidFill>
                  <a:srgbClr val="C9783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C97835"/>
                </a:solidFill>
                <a:latin typeface="Microsoft YaHei"/>
                <a:ea typeface="Microsoft YaHei"/>
                <a:cs typeface="Microsoft YaHei"/>
              </a:rPr>
              <a:t>才设置淡入</a:t>
            </a:r>
          </a:p>
        </p:txBody>
      </p:sp>
      <p:sp>
        <p:nvSpPr>
          <p:cNvPr id="15" name="reveal1-line-316">
            <a:extLst xmlns:a="http://schemas.openxmlformats.org/drawingml/2006/main">
              <a:ext uri="{FF2B5EF4-FFF2-40B4-BE49-F238E27FC236}">
                <a16:creationId xmlns:a16="http://schemas.microsoft.com/office/drawing/2014/main" id="{AF7D146A-22E0-4E97-9F6E-D273238F8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29075"/>
            <a:ext cx="10953750" cy="9525"/>
          </a:xfrm>
          <a:custGeom xmlns:a="http://schemas.openxmlformats.org/drawingml/2006/main">
            <a:pathLst>
              <a:path w="10953750" h="9525">
                <a:moveTo>
                  <a:pt x="0" y="0"/>
                </a:moveTo>
                <a:lnTo>
                  <a:pt x="109537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DCE5EE"/>
            </a:solidFill>
            <a:prstDash val="solid"/>
          </a:ln>
        </p:spPr>
      </p:sp>
      <p:sp>
        <p:nvSpPr>
          <p:cNvPr id="16" name="reveal1-object-317">
            <a:extLst xmlns:a="http://schemas.openxmlformats.org/drawingml/2006/main">
              <a:ext uri="{FF2B5EF4-FFF2-40B4-BE49-F238E27FC236}">
                <a16:creationId xmlns:a16="http://schemas.microsoft.com/office/drawing/2014/main" id="{4E83AD7C-4327-4919-99B7-3247D1C59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48175"/>
            <a:ext cx="21907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1875" b="1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875" b="1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rPr>
              <a:t>实际处理顺序</a:t>
            </a:r>
          </a:p>
        </p:txBody>
      </p:sp>
      <p:sp>
        <p:nvSpPr>
          <p:cNvPr id="17" name="reveal1-object-318">
            <a:extLst xmlns:a="http://schemas.openxmlformats.org/drawingml/2006/main">
              <a:ext uri="{FF2B5EF4-FFF2-40B4-BE49-F238E27FC236}">
                <a16:creationId xmlns:a16="http://schemas.microsoft.com/office/drawing/2014/main" id="{86837E16-4B31-45CD-99B5-5AE9626AA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4495800"/>
            <a:ext cx="1952625" cy="504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9A9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reveal1-object-319">
            <a:extLst xmlns:a="http://schemas.openxmlformats.org/drawingml/2006/main">
              <a:ext uri="{FF2B5EF4-FFF2-40B4-BE49-F238E27FC236}">
                <a16:creationId xmlns:a16="http://schemas.microsoft.com/office/drawing/2014/main" id="{72F1555B-F78C-4212-B11B-7DEB24422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4552950"/>
            <a:ext cx="1724025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ctr">
              <a:defRPr sz="18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先设置淡入</a:t>
            </a:r>
          </a:p>
        </p:txBody>
      </p:sp>
      <p:sp>
        <p:nvSpPr>
          <p:cNvPr id="19" name="reveal1-line-320">
            <a:extLst xmlns:a="http://schemas.openxmlformats.org/drawingml/2006/main">
              <a:ext uri="{FF2B5EF4-FFF2-40B4-BE49-F238E27FC236}">
                <a16:creationId xmlns:a16="http://schemas.microsoft.com/office/drawing/2014/main" id="{AD758B99-439D-4FEB-8DAD-1B3BB4C4E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6375" y="4743450"/>
            <a:ext cx="47625" cy="9525"/>
          </a:xfrm>
          <a:custGeom xmlns:a="http://schemas.openxmlformats.org/drawingml/2006/main">
            <a:pathLst>
              <a:path w="47625" h="9525">
                <a:moveTo>
                  <a:pt x="0" y="0"/>
                </a:moveTo>
                <a:lnTo>
                  <a:pt x="476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3379EB"/>
            </a:solidFill>
            <a:prstDash val="solid"/>
          </a:ln>
        </p:spPr>
      </p:sp>
      <p:sp>
        <p:nvSpPr>
          <p:cNvPr id="20" name="reveal1-line-321">
            <a:extLst xmlns:a="http://schemas.openxmlformats.org/drawingml/2006/main">
              <a:ext uri="{FF2B5EF4-FFF2-40B4-BE49-F238E27FC236}">
                <a16:creationId xmlns:a16="http://schemas.microsoft.com/office/drawing/2014/main" id="{4F30E622-583C-4501-AC48-B936D5C24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1625" y="4743450"/>
            <a:ext cx="47625" cy="9525"/>
          </a:xfrm>
          <a:custGeom xmlns:a="http://schemas.openxmlformats.org/drawingml/2006/main">
            <a:pathLst>
              <a:path w="47625" h="9525">
                <a:moveTo>
                  <a:pt x="0" y="0"/>
                </a:moveTo>
                <a:lnTo>
                  <a:pt x="476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3379EB"/>
            </a:solidFill>
            <a:prstDash val="solid"/>
          </a:ln>
        </p:spPr>
      </p:sp>
      <p:sp>
        <p:nvSpPr>
          <p:cNvPr id="21" name="reveal1-line-322">
            <a:extLst xmlns:a="http://schemas.openxmlformats.org/drawingml/2006/main">
              <a:ext uri="{FF2B5EF4-FFF2-40B4-BE49-F238E27FC236}">
                <a16:creationId xmlns:a16="http://schemas.microsoft.com/office/drawing/2014/main" id="{63E461BE-D3E2-4B95-9E48-2C14EFF34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76875" y="4743450"/>
            <a:ext cx="47625" cy="9525"/>
          </a:xfrm>
          <a:custGeom xmlns:a="http://schemas.openxmlformats.org/drawingml/2006/main">
            <a:pathLst>
              <a:path w="47625" h="9525">
                <a:moveTo>
                  <a:pt x="0" y="0"/>
                </a:moveTo>
                <a:lnTo>
                  <a:pt x="476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3379EB"/>
            </a:solidFill>
            <a:prstDash val="solid"/>
          </a:ln>
        </p:spPr>
      </p:sp>
      <p:sp>
        <p:nvSpPr>
          <p:cNvPr id="22" name="reveal1-line-323">
            <a:extLst xmlns:a="http://schemas.openxmlformats.org/drawingml/2006/main">
              <a:ext uri="{FF2B5EF4-FFF2-40B4-BE49-F238E27FC236}">
                <a16:creationId xmlns:a16="http://schemas.microsoft.com/office/drawing/2014/main" id="{AF695BDB-34CF-4D99-A014-F2A2BFD49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25" y="4743450"/>
            <a:ext cx="47625" cy="9525"/>
          </a:xfrm>
          <a:custGeom xmlns:a="http://schemas.openxmlformats.org/drawingml/2006/main">
            <a:pathLst>
              <a:path w="47625" h="9525">
                <a:moveTo>
                  <a:pt x="0" y="0"/>
                </a:moveTo>
                <a:lnTo>
                  <a:pt x="476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3379EB"/>
            </a:solidFill>
            <a:prstDash val="solid"/>
          </a:ln>
        </p:spPr>
      </p:sp>
      <p:sp>
        <p:nvSpPr>
          <p:cNvPr id="23" name="reveal1-line-324">
            <a:extLst xmlns:a="http://schemas.openxmlformats.org/drawingml/2006/main">
              <a:ext uri="{FF2B5EF4-FFF2-40B4-BE49-F238E27FC236}">
                <a16:creationId xmlns:a16="http://schemas.microsoft.com/office/drawing/2014/main" id="{81E02860-5D5C-4468-985B-95C2C2D2D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7375" y="4743450"/>
            <a:ext cx="47625" cy="9525"/>
          </a:xfrm>
          <a:custGeom xmlns:a="http://schemas.openxmlformats.org/drawingml/2006/main">
            <a:pathLst>
              <a:path w="47625" h="9525">
                <a:moveTo>
                  <a:pt x="0" y="0"/>
                </a:moveTo>
                <a:lnTo>
                  <a:pt x="476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3379EB"/>
            </a:solidFill>
            <a:prstDash val="solid"/>
          </a:ln>
        </p:spPr>
      </p:sp>
      <p:sp>
        <p:nvSpPr>
          <p:cNvPr id="24" name="reveal1-line-325">
            <a:extLst xmlns:a="http://schemas.openxmlformats.org/drawingml/2006/main">
              <a:ext uri="{FF2B5EF4-FFF2-40B4-BE49-F238E27FC236}">
                <a16:creationId xmlns:a16="http://schemas.microsoft.com/office/drawing/2014/main" id="{40DA7219-49C8-415E-876A-5B3F4A848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2625" y="4743450"/>
            <a:ext cx="47625" cy="9525"/>
          </a:xfrm>
          <a:custGeom xmlns:a="http://schemas.openxmlformats.org/drawingml/2006/main">
            <a:pathLst>
              <a:path w="47625" h="9525">
                <a:moveTo>
                  <a:pt x="0" y="0"/>
                </a:moveTo>
                <a:lnTo>
                  <a:pt x="476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3379EB"/>
            </a:solidFill>
            <a:prstDash val="solid"/>
          </a:ln>
        </p:spPr>
      </p:sp>
      <p:sp>
        <p:nvSpPr>
          <p:cNvPr id="25" name="reveal1-line-326">
            <a:extLst xmlns:a="http://schemas.openxmlformats.org/drawingml/2006/main">
              <a:ext uri="{FF2B5EF4-FFF2-40B4-BE49-F238E27FC236}">
                <a16:creationId xmlns:a16="http://schemas.microsoft.com/office/drawing/2014/main" id="{E61616DA-40D7-411A-82B4-4734629C3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07" y="4743450"/>
            <a:ext cx="85768" cy="41430"/>
          </a:xfrm>
          <a:custGeom xmlns:a="http://schemas.openxmlformats.org/drawingml/2006/main">
            <a:pathLst>
              <a:path w="85768" h="41430">
                <a:moveTo>
                  <a:pt x="0" y="41430"/>
                </a:moveTo>
                <a:lnTo>
                  <a:pt x="85768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3379EB"/>
            </a:solidFill>
            <a:prstDash val="solid"/>
          </a:ln>
        </p:spPr>
      </p:sp>
      <p:sp>
        <p:nvSpPr>
          <p:cNvPr id="26" name="reveal1-line-327">
            <a:extLst xmlns:a="http://schemas.openxmlformats.org/drawingml/2006/main">
              <a:ext uri="{FF2B5EF4-FFF2-40B4-BE49-F238E27FC236}">
                <a16:creationId xmlns:a16="http://schemas.microsoft.com/office/drawing/2014/main" id="{4F0765C7-06D4-4450-86D9-D6E8E2375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07" y="4702020"/>
            <a:ext cx="85768" cy="41430"/>
          </a:xfrm>
          <a:custGeom xmlns:a="http://schemas.openxmlformats.org/drawingml/2006/main">
            <a:pathLst>
              <a:path w="85768" h="41430">
                <a:moveTo>
                  <a:pt x="0" y="0"/>
                </a:moveTo>
                <a:lnTo>
                  <a:pt x="85768" y="4143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3379EB"/>
            </a:solidFill>
            <a:prstDash val="solid"/>
          </a:ln>
        </p:spPr>
      </p:sp>
      <p:sp>
        <p:nvSpPr>
          <p:cNvPr id="27" name="reveal1-object-328">
            <a:extLst xmlns:a="http://schemas.openxmlformats.org/drawingml/2006/main">
              <a:ext uri="{FF2B5EF4-FFF2-40B4-BE49-F238E27FC236}">
                <a16:creationId xmlns:a16="http://schemas.microsoft.com/office/drawing/2014/main" id="{783026F8-DA70-4C4E-BE0A-FEB8A165B9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4505325"/>
            <a:ext cx="3429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19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9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rPr>
              <a:t>再启动会话音效</a:t>
            </a:r>
          </a:p>
        </p:txBody>
      </p:sp>
      <p:sp>
        <p:nvSpPr>
          <p:cNvPr id="28" name="reveal1-line-329">
            <a:extLst xmlns:a="http://schemas.openxmlformats.org/drawingml/2006/main">
              <a:ext uri="{FF2B5EF4-FFF2-40B4-BE49-F238E27FC236}">
                <a16:creationId xmlns:a16="http://schemas.microsoft.com/office/drawing/2014/main" id="{CC1AC02A-A0DE-46AC-8032-A4697BB86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5143500"/>
            <a:ext cx="6191250" cy="400050"/>
          </a:xfrm>
          <a:custGeom xmlns:a="http://schemas.openxmlformats.org/drawingml/2006/main">
            <a:pathLst>
              <a:path w="6191250" h="400050">
                <a:moveTo>
                  <a:pt x="0" y="400050"/>
                </a:moveTo>
                <a:lnTo>
                  <a:pt x="61912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38100">
            <a:solidFill>
              <a:srgbClr val="119A92"/>
            </a:solidFill>
            <a:prstDash val="solid"/>
          </a:ln>
        </p:spPr>
      </p:sp>
      <p:sp>
        <p:nvSpPr>
          <p:cNvPr id="29" name="reveal1-object-330">
            <a:extLst xmlns:a="http://schemas.openxmlformats.org/drawingml/2006/main">
              <a:ext uri="{FF2B5EF4-FFF2-40B4-BE49-F238E27FC236}">
                <a16:creationId xmlns:a16="http://schemas.microsoft.com/office/drawing/2014/main" id="{DF48AD7A-FAEC-4AEC-B030-7B61E9E42F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5" y="5724525"/>
            <a:ext cx="4857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1725" b="0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rPr>
              <a:t>示意：已有数据按淡入处理</a:t>
            </a:r>
          </a:p>
        </p:txBody>
      </p:sp>
      <p:sp>
        <p:nvSpPr>
          <p:cNvPr id="30" name="object-331">
            <a:extLst xmlns:a="http://schemas.openxmlformats.org/drawingml/2006/main">
              <a:ext uri="{FF2B5EF4-FFF2-40B4-BE49-F238E27FC236}">
                <a16:creationId xmlns:a16="http://schemas.microsoft.com/office/drawing/2014/main" id="{C1260018-15E2-46E0-8D9F-B283D6FAB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4125"/>
            <a:ext cx="10191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12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rPr>
              <a:t>上行为错误顺序，下行为实际顺序。</a:t>
            </a:r>
          </a:p>
        </p:txBody>
      </p:sp>
      <p:sp>
        <p:nvSpPr>
          <p:cNvPr id="31" name="object-332">
            <a:extLst xmlns:a="http://schemas.openxmlformats.org/drawingml/2006/main">
              <a:ext uri="{FF2B5EF4-FFF2-40B4-BE49-F238E27FC236}">
                <a16:creationId xmlns:a16="http://schemas.microsoft.com/office/drawing/2014/main" id="{DF0A5B96-70AA-4E08-87D0-356B479C3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0425" y="6334125"/>
            <a:ext cx="5429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r">
              <a:defRPr sz="14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4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221452573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1"/>
      <p:bldP spid="16" grpId="1"/>
      <p:bldP spid="17" grpId="1"/>
      <p:bldP spid="18" grpId="1"/>
      <p:bldP spid="19" grpId="1"/>
      <p:bldP spid="20" grpId="1"/>
      <p:bldP spid="21" grpId="1"/>
      <p:bldP spid="22" grpId="1"/>
      <p:bldP spid="23" grpId="1"/>
      <p:bldP spid="24" grpId="1"/>
      <p:bldP spid="25" grpId="1"/>
      <p:bldP spid="26" grpId="1"/>
      <p:bldP spid="27" grpId="1"/>
      <p:bldP spid="28" grpId="1"/>
      <p:bldP spid="29" grpId="1"/>
    </p:bldLst>
  </p:timing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2" name="object-333">
            <a:extLst xmlns:a="http://schemas.openxmlformats.org/drawingml/2006/main">
              <a:ext uri="{FF2B5EF4-FFF2-40B4-BE49-F238E27FC236}">
                <a16:creationId xmlns:a16="http://schemas.microsoft.com/office/drawing/2014/main" id="{C659F855-8FE3-4F04-9FF5-25C331004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53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31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31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rPr>
              <a:t>切到耳机，哪些东西变了？</a:t>
            </a:r>
          </a:p>
        </p:txBody>
      </p:sp>
      <p:sp>
        <p:nvSpPr>
          <p:cNvPr id="2" name="object-334">
            <a:extLst xmlns:a="http://schemas.openxmlformats.org/drawingml/2006/main">
              <a:ext uri="{FF2B5EF4-FFF2-40B4-BE49-F238E27FC236}">
                <a16:creationId xmlns:a16="http://schemas.microsoft.com/office/drawing/2014/main" id="{45A79A65-DEA1-4D4A-87D2-147515B51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14450"/>
            <a:ext cx="10858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20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0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rPr>
              <a:t>同一路音乐保留下来，设备归属和处理连接随目标变化。</a:t>
            </a:r>
          </a:p>
        </p:txBody>
      </p:sp>
      <p:sp>
        <p:nvSpPr>
          <p:cNvPr id="3" name="line-335">
            <a:extLst xmlns:a="http://schemas.openxmlformats.org/drawingml/2006/main">
              <a:ext uri="{FF2B5EF4-FFF2-40B4-BE49-F238E27FC236}">
                <a16:creationId xmlns:a16="http://schemas.microsoft.com/office/drawing/2014/main" id="{93E7C6FC-1774-42D7-8371-A79D3FEFBD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90825"/>
            <a:ext cx="10953750" cy="9525"/>
          </a:xfrm>
          <a:custGeom xmlns:a="http://schemas.openxmlformats.org/drawingml/2006/main">
            <a:pathLst>
              <a:path w="10953750" h="9525">
                <a:moveTo>
                  <a:pt x="0" y="0"/>
                </a:moveTo>
                <a:lnTo>
                  <a:pt x="109537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DCE5EE"/>
            </a:solidFill>
            <a:prstDash val="solid"/>
          </a:ln>
        </p:spPr>
      </p:sp>
      <p:sp>
        <p:nvSpPr>
          <p:cNvPr id="4" name="line-336">
            <a:extLst xmlns:a="http://schemas.openxmlformats.org/drawingml/2006/main">
              <a:ext uri="{FF2B5EF4-FFF2-40B4-BE49-F238E27FC236}">
                <a16:creationId xmlns:a16="http://schemas.microsoft.com/office/drawing/2014/main" id="{AF2371D8-51B4-4D06-8F7E-BE6D634E1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48150"/>
            <a:ext cx="10953750" cy="9525"/>
          </a:xfrm>
          <a:custGeom xmlns:a="http://schemas.openxmlformats.org/drawingml/2006/main">
            <a:pathLst>
              <a:path w="10953750" h="9525">
                <a:moveTo>
                  <a:pt x="0" y="0"/>
                </a:moveTo>
                <a:lnTo>
                  <a:pt x="109537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DCE5EE"/>
            </a:solidFill>
            <a:prstDash val="solid"/>
          </a:ln>
        </p:spPr>
      </p:sp>
      <p:sp>
        <p:nvSpPr>
          <p:cNvPr id="5" name="object-337">
            <a:extLst xmlns:a="http://schemas.openxmlformats.org/drawingml/2006/main">
              <a:ext uri="{FF2B5EF4-FFF2-40B4-BE49-F238E27FC236}">
                <a16:creationId xmlns:a16="http://schemas.microsoft.com/office/drawing/2014/main" id="{C160AFC7-3354-4155-8B14-F4D34BFF3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38350"/>
            <a:ext cx="16192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2025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025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rPr>
              <a:t>① 切换前</a:t>
            </a:r>
          </a:p>
        </p:txBody>
      </p:sp>
      <p:sp>
        <p:nvSpPr>
          <p:cNvPr id="6" name="object-338">
            <a:extLst xmlns:a="http://schemas.openxmlformats.org/drawingml/2006/main">
              <a:ext uri="{FF2B5EF4-FFF2-40B4-BE49-F238E27FC236}">
                <a16:creationId xmlns:a16="http://schemas.microsoft.com/office/drawing/2014/main" id="{DAF25415-9ECF-47B3-A52C-7C77DD9CB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1990725"/>
            <a:ext cx="133350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9A9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object-339">
            <a:extLst xmlns:a="http://schemas.openxmlformats.org/drawingml/2006/main">
              <a:ext uri="{FF2B5EF4-FFF2-40B4-BE49-F238E27FC236}">
                <a16:creationId xmlns:a16="http://schemas.microsoft.com/office/drawing/2014/main" id="{0DC48C55-FBEC-4550-AC32-D8A01E034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2047875"/>
            <a:ext cx="11049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ctr">
              <a:def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ctr">
              <a:def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音乐 A</a:t>
            </a:r>
          </a:p>
        </p:txBody>
      </p:sp>
      <p:sp>
        <p:nvSpPr>
          <p:cNvPr id="8" name="line-340">
            <a:extLst xmlns:a="http://schemas.openxmlformats.org/drawingml/2006/main">
              <a:ext uri="{FF2B5EF4-FFF2-40B4-BE49-F238E27FC236}">
                <a16:creationId xmlns:a16="http://schemas.microsoft.com/office/drawing/2014/main" id="{32A11FE0-86D8-407D-AC93-7BCC8D715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2209800"/>
            <a:ext cx="914400" cy="9525"/>
          </a:xfrm>
          <a:custGeom xmlns:a="http://schemas.openxmlformats.org/drawingml/2006/main">
            <a:pathLst>
              <a:path w="914400" h="9525">
                <a:moveTo>
                  <a:pt x="0" y="0"/>
                </a:moveTo>
                <a:lnTo>
                  <a:pt x="9144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119A92"/>
            </a:solidFill>
            <a:prstDash val="solid"/>
          </a:ln>
        </p:spPr>
      </p:sp>
      <p:sp>
        <p:nvSpPr>
          <p:cNvPr id="9" name="line-341">
            <a:extLst xmlns:a="http://schemas.openxmlformats.org/drawingml/2006/main">
              <a:ext uri="{FF2B5EF4-FFF2-40B4-BE49-F238E27FC236}">
                <a16:creationId xmlns:a16="http://schemas.microsoft.com/office/drawing/2014/main" id="{4D5C5931-E3D3-471E-BCE0-AFAF84DE1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81482" y="2209800"/>
            <a:ext cx="85768" cy="41430"/>
          </a:xfrm>
          <a:custGeom xmlns:a="http://schemas.openxmlformats.org/drawingml/2006/main">
            <a:pathLst>
              <a:path w="85768" h="41430">
                <a:moveTo>
                  <a:pt x="0" y="41430"/>
                </a:moveTo>
                <a:lnTo>
                  <a:pt x="85768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119A92"/>
            </a:solidFill>
            <a:prstDash val="solid"/>
          </a:ln>
        </p:spPr>
      </p:sp>
      <p:sp>
        <p:nvSpPr>
          <p:cNvPr id="10" name="line-342">
            <a:extLst xmlns:a="http://schemas.openxmlformats.org/drawingml/2006/main">
              <a:ext uri="{FF2B5EF4-FFF2-40B4-BE49-F238E27FC236}">
                <a16:creationId xmlns:a16="http://schemas.microsoft.com/office/drawing/2014/main" id="{6B926069-5ECC-4365-B233-1491615CE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81482" y="2168370"/>
            <a:ext cx="85768" cy="41430"/>
          </a:xfrm>
          <a:custGeom xmlns:a="http://schemas.openxmlformats.org/drawingml/2006/main">
            <a:pathLst>
              <a:path w="85768" h="41430">
                <a:moveTo>
                  <a:pt x="0" y="0"/>
                </a:moveTo>
                <a:lnTo>
                  <a:pt x="85768" y="4143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119A92"/>
            </a:solidFill>
            <a:prstDash val="solid"/>
          </a:ln>
        </p:spPr>
      </p:sp>
      <p:sp>
        <p:nvSpPr>
          <p:cNvPr id="11" name="object-343">
            <a:extLst xmlns:a="http://schemas.openxmlformats.org/drawingml/2006/main">
              <a:ext uri="{FF2B5EF4-FFF2-40B4-BE49-F238E27FC236}">
                <a16:creationId xmlns:a16="http://schemas.microsoft.com/office/drawing/2014/main" id="{E1FA0B21-172F-4734-BDF1-345485166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1943100"/>
            <a:ext cx="33337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263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object-344">
            <a:extLst xmlns:a="http://schemas.openxmlformats.org/drawingml/2006/main">
              <a:ext uri="{FF2B5EF4-FFF2-40B4-BE49-F238E27FC236}">
                <a16:creationId xmlns:a16="http://schemas.microsoft.com/office/drawing/2014/main" id="{82579D01-F6F1-4703-8DC7-FC629954F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2000250"/>
            <a:ext cx="31051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ctr">
              <a:defRPr sz="18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扬声器侧处理链</a:t>
            </a:r>
          </a:p>
        </p:txBody>
      </p:sp>
      <p:sp>
        <p:nvSpPr>
          <p:cNvPr id="13" name="line-345">
            <a:extLst xmlns:a="http://schemas.openxmlformats.org/drawingml/2006/main">
              <a:ext uri="{FF2B5EF4-FFF2-40B4-BE49-F238E27FC236}">
                <a16:creationId xmlns:a16="http://schemas.microsoft.com/office/drawing/2014/main" id="{525B509B-C45D-4729-952C-1D51C6D90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209800"/>
            <a:ext cx="714375" cy="9525"/>
          </a:xfrm>
          <a:custGeom xmlns:a="http://schemas.openxmlformats.org/drawingml/2006/main">
            <a:pathLst>
              <a:path w="714375" h="9525">
                <a:moveTo>
                  <a:pt x="0" y="0"/>
                </a:moveTo>
                <a:lnTo>
                  <a:pt x="7143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119A92"/>
            </a:solidFill>
            <a:prstDash val="solid"/>
          </a:ln>
        </p:spPr>
      </p:sp>
      <p:sp>
        <p:nvSpPr>
          <p:cNvPr id="14" name="line-346">
            <a:extLst xmlns:a="http://schemas.openxmlformats.org/drawingml/2006/main">
              <a:ext uri="{FF2B5EF4-FFF2-40B4-BE49-F238E27FC236}">
                <a16:creationId xmlns:a16="http://schemas.microsoft.com/office/drawing/2014/main" id="{F20DCB7B-6788-479F-B7D4-26BA5F85C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07" y="2209800"/>
            <a:ext cx="85768" cy="41430"/>
          </a:xfrm>
          <a:custGeom xmlns:a="http://schemas.openxmlformats.org/drawingml/2006/main">
            <a:pathLst>
              <a:path w="85768" h="41430">
                <a:moveTo>
                  <a:pt x="0" y="41430"/>
                </a:moveTo>
                <a:lnTo>
                  <a:pt x="85768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119A92"/>
            </a:solidFill>
            <a:prstDash val="solid"/>
          </a:ln>
        </p:spPr>
      </p:sp>
      <p:sp>
        <p:nvSpPr>
          <p:cNvPr id="15" name="line-347">
            <a:extLst xmlns:a="http://schemas.openxmlformats.org/drawingml/2006/main">
              <a:ext uri="{FF2B5EF4-FFF2-40B4-BE49-F238E27FC236}">
                <a16:creationId xmlns:a16="http://schemas.microsoft.com/office/drawing/2014/main" id="{E509E2C6-3C45-417C-B361-B856C88FD4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07" y="2168370"/>
            <a:ext cx="85768" cy="41430"/>
          </a:xfrm>
          <a:custGeom xmlns:a="http://schemas.openxmlformats.org/drawingml/2006/main">
            <a:pathLst>
              <a:path w="85768" h="41430">
                <a:moveTo>
                  <a:pt x="0" y="0"/>
                </a:moveTo>
                <a:lnTo>
                  <a:pt x="85768" y="4143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119A92"/>
            </a:solidFill>
            <a:prstDash val="solid"/>
          </a:ln>
        </p:spPr>
      </p:sp>
      <p:sp>
        <p:nvSpPr>
          <p:cNvPr id="16" name="object-348">
            <a:extLst xmlns:a="http://schemas.openxmlformats.org/drawingml/2006/main">
              <a:ext uri="{FF2B5EF4-FFF2-40B4-BE49-F238E27FC236}">
                <a16:creationId xmlns:a16="http://schemas.microsoft.com/office/drawing/2014/main" id="{034C519B-2C6D-44AC-BC03-F22ECC984E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1990725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1950" b="1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950" b="1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rPr>
              <a:t>扬声器出声</a:t>
            </a:r>
          </a:p>
        </p:txBody>
      </p:sp>
      <p:sp>
        <p:nvSpPr>
          <p:cNvPr id="17" name="object-349">
            <a:extLst xmlns:a="http://schemas.openxmlformats.org/drawingml/2006/main">
              <a:ext uri="{FF2B5EF4-FFF2-40B4-BE49-F238E27FC236}">
                <a16:creationId xmlns:a16="http://schemas.microsoft.com/office/drawing/2014/main" id="{8FD47F00-1207-4A3D-8363-2E7B451DD1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514600"/>
            <a:ext cx="590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15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5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rPr>
              <a:t>会话归属：扬声器</a:t>
            </a:r>
          </a:p>
        </p:txBody>
      </p:sp>
      <p:sp>
        <p:nvSpPr>
          <p:cNvPr id="18" name="reveal1-object-350">
            <a:extLst xmlns:a="http://schemas.openxmlformats.org/drawingml/2006/main">
              <a:ext uri="{FF2B5EF4-FFF2-40B4-BE49-F238E27FC236}">
                <a16:creationId xmlns:a16="http://schemas.microsoft.com/office/drawing/2014/main" id="{3C0C07F9-5F4E-4468-958B-3EDE128EB0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0"/>
            <a:ext cx="16192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2025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025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rPr>
              <a:t>② 交接中</a:t>
            </a:r>
          </a:p>
        </p:txBody>
      </p:sp>
      <p:sp>
        <p:nvSpPr>
          <p:cNvPr id="19" name="reveal1-object-351">
            <a:extLst xmlns:a="http://schemas.openxmlformats.org/drawingml/2006/main">
              <a:ext uri="{FF2B5EF4-FFF2-40B4-BE49-F238E27FC236}">
                <a16:creationId xmlns:a16="http://schemas.microsoft.com/office/drawing/2014/main" id="{90821C7E-896C-4511-968B-0D163AC768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3381375"/>
            <a:ext cx="133350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9A9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reveal1-object-352">
            <a:extLst xmlns:a="http://schemas.openxmlformats.org/drawingml/2006/main">
              <a:ext uri="{FF2B5EF4-FFF2-40B4-BE49-F238E27FC236}">
                <a16:creationId xmlns:a16="http://schemas.microsoft.com/office/drawing/2014/main" id="{52773A55-E568-433E-9220-5A925A74D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3438525"/>
            <a:ext cx="11049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ctr">
              <a:def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ctr">
              <a:def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音乐 A</a:t>
            </a:r>
          </a:p>
        </p:txBody>
      </p:sp>
      <p:sp>
        <p:nvSpPr>
          <p:cNvPr id="21" name="reveal1-line-353">
            <a:extLst xmlns:a="http://schemas.openxmlformats.org/drawingml/2006/main">
              <a:ext uri="{FF2B5EF4-FFF2-40B4-BE49-F238E27FC236}">
                <a16:creationId xmlns:a16="http://schemas.microsoft.com/office/drawing/2014/main" id="{235C74E0-C210-4331-BCDD-6F5E680A5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590925"/>
            <a:ext cx="342900" cy="9525"/>
          </a:xfrm>
          <a:custGeom xmlns:a="http://schemas.openxmlformats.org/drawingml/2006/main">
            <a:pathLst>
              <a:path w="342900" h="9525">
                <a:moveTo>
                  <a:pt x="0" y="0"/>
                </a:moveTo>
                <a:lnTo>
                  <a:pt x="3429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62768A"/>
            </a:solidFill>
            <a:prstDash val="solid"/>
          </a:ln>
        </p:spPr>
      </p:sp>
      <p:sp>
        <p:nvSpPr>
          <p:cNvPr id="22" name="reveal1-line-354">
            <a:extLst xmlns:a="http://schemas.openxmlformats.org/drawingml/2006/main">
              <a:ext uri="{FF2B5EF4-FFF2-40B4-BE49-F238E27FC236}">
                <a16:creationId xmlns:a16="http://schemas.microsoft.com/office/drawing/2014/main" id="{305AEFD8-62C3-4053-863D-4B5142C28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3486150"/>
            <a:ext cx="190500" cy="219075"/>
          </a:xfrm>
          <a:custGeom xmlns:a="http://schemas.openxmlformats.org/drawingml/2006/main">
            <a:pathLst>
              <a:path w="190500" h="219075">
                <a:moveTo>
                  <a:pt x="0" y="0"/>
                </a:moveTo>
                <a:lnTo>
                  <a:pt x="190500" y="219075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C97835"/>
            </a:solidFill>
            <a:prstDash val="solid"/>
          </a:ln>
        </p:spPr>
      </p:sp>
      <p:sp>
        <p:nvSpPr>
          <p:cNvPr id="23" name="reveal1-line-355">
            <a:extLst xmlns:a="http://schemas.openxmlformats.org/drawingml/2006/main">
              <a:ext uri="{FF2B5EF4-FFF2-40B4-BE49-F238E27FC236}">
                <a16:creationId xmlns:a16="http://schemas.microsoft.com/office/drawing/2014/main" id="{A4BBC10B-D28A-4FC5-92ED-A96CE7719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3486150"/>
            <a:ext cx="190500" cy="219075"/>
          </a:xfrm>
          <a:custGeom xmlns:a="http://schemas.openxmlformats.org/drawingml/2006/main">
            <a:pathLst>
              <a:path w="190500" h="219075">
                <a:moveTo>
                  <a:pt x="190500" y="0"/>
                </a:moveTo>
                <a:lnTo>
                  <a:pt x="0" y="219075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C97835"/>
            </a:solidFill>
            <a:prstDash val="solid"/>
          </a:ln>
        </p:spPr>
      </p:sp>
      <p:sp>
        <p:nvSpPr>
          <p:cNvPr id="24" name="reveal1-object-356">
            <a:extLst xmlns:a="http://schemas.openxmlformats.org/drawingml/2006/main">
              <a:ext uri="{FF2B5EF4-FFF2-40B4-BE49-F238E27FC236}">
                <a16:creationId xmlns:a16="http://schemas.microsoft.com/office/drawing/2014/main" id="{AD12721D-FB77-437A-B612-6A3D985BC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3114675"/>
            <a:ext cx="6477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19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9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rPr>
              <a:t>摘除旧连接，交接同一个会话</a:t>
            </a:r>
          </a:p>
        </p:txBody>
      </p:sp>
      <p:sp>
        <p:nvSpPr>
          <p:cNvPr id="25" name="reveal1-object-357">
            <a:extLst xmlns:a="http://schemas.openxmlformats.org/drawingml/2006/main">
              <a:ext uri="{FF2B5EF4-FFF2-40B4-BE49-F238E27FC236}">
                <a16:creationId xmlns:a16="http://schemas.microsoft.com/office/drawing/2014/main" id="{7CC5D1DB-44C4-4BA6-950D-5C1A782B0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3533775"/>
            <a:ext cx="666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1650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rPr>
              <a:t>设备信息改为耳机；处理粒度跟着目标走，否则数据与设备对不上拍</a:t>
            </a:r>
          </a:p>
        </p:txBody>
      </p:sp>
      <p:sp>
        <p:nvSpPr>
          <p:cNvPr id="26" name="reveal1-object-358">
            <a:extLst xmlns:a="http://schemas.openxmlformats.org/drawingml/2006/main">
              <a:ext uri="{FF2B5EF4-FFF2-40B4-BE49-F238E27FC236}">
                <a16:creationId xmlns:a16="http://schemas.microsoft.com/office/drawing/2014/main" id="{2D9529CB-01AC-4108-BD83-F26EC89A0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3838575"/>
            <a:ext cx="666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1650" b="0">
                <a:solidFill>
                  <a:srgbClr val="C9783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C9783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C97835"/>
                </a:solidFill>
                <a:latin typeface="Microsoft YaHei"/>
                <a:ea typeface="Microsoft YaHei"/>
                <a:cs typeface="Microsoft YaHei"/>
              </a:rPr>
              <a:t>朴素做法：停下重开，缓冲数据与播放状态全部重来</a:t>
            </a:r>
          </a:p>
        </p:txBody>
      </p:sp>
      <p:sp>
        <p:nvSpPr>
          <p:cNvPr id="27" name="reveal2-object-359">
            <a:extLst xmlns:a="http://schemas.openxmlformats.org/drawingml/2006/main">
              <a:ext uri="{FF2B5EF4-FFF2-40B4-BE49-F238E27FC236}">
                <a16:creationId xmlns:a16="http://schemas.microsoft.com/office/drawing/2014/main" id="{7EEEDEC8-A6AE-46AA-84FA-4096AF6BD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05375"/>
            <a:ext cx="16192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2025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025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rPr>
              <a:t>③ 接入后</a:t>
            </a:r>
          </a:p>
        </p:txBody>
      </p:sp>
      <p:sp>
        <p:nvSpPr>
          <p:cNvPr id="28" name="reveal2-object-360">
            <a:extLst xmlns:a="http://schemas.openxmlformats.org/drawingml/2006/main">
              <a:ext uri="{FF2B5EF4-FFF2-40B4-BE49-F238E27FC236}">
                <a16:creationId xmlns:a16="http://schemas.microsoft.com/office/drawing/2014/main" id="{008E62A9-C500-4E34-A74C-47C03F57D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4848225"/>
            <a:ext cx="133350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9A9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reveal2-object-361">
            <a:extLst xmlns:a="http://schemas.openxmlformats.org/drawingml/2006/main">
              <a:ext uri="{FF2B5EF4-FFF2-40B4-BE49-F238E27FC236}">
                <a16:creationId xmlns:a16="http://schemas.microsoft.com/office/drawing/2014/main" id="{E5F939E8-0940-48DF-A8FF-6D0AF1D53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4905375"/>
            <a:ext cx="11049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ctr">
              <a:def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ctr">
              <a:def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音乐 A</a:t>
            </a:r>
          </a:p>
        </p:txBody>
      </p:sp>
      <p:sp>
        <p:nvSpPr>
          <p:cNvPr id="30" name="reveal2-line-362">
            <a:extLst xmlns:a="http://schemas.openxmlformats.org/drawingml/2006/main">
              <a:ext uri="{FF2B5EF4-FFF2-40B4-BE49-F238E27FC236}">
                <a16:creationId xmlns:a16="http://schemas.microsoft.com/office/drawing/2014/main" id="{F81328B4-BF1E-4EE6-A0AB-D8236272A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5067300"/>
            <a:ext cx="914400" cy="9525"/>
          </a:xfrm>
          <a:custGeom xmlns:a="http://schemas.openxmlformats.org/drawingml/2006/main">
            <a:pathLst>
              <a:path w="914400" h="9525">
                <a:moveTo>
                  <a:pt x="0" y="0"/>
                </a:moveTo>
                <a:lnTo>
                  <a:pt x="9144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119A92"/>
            </a:solidFill>
            <a:prstDash val="solid"/>
          </a:ln>
        </p:spPr>
      </p:sp>
      <p:sp>
        <p:nvSpPr>
          <p:cNvPr id="31" name="reveal2-line-363">
            <a:extLst xmlns:a="http://schemas.openxmlformats.org/drawingml/2006/main">
              <a:ext uri="{FF2B5EF4-FFF2-40B4-BE49-F238E27FC236}">
                <a16:creationId xmlns:a16="http://schemas.microsoft.com/office/drawing/2014/main" id="{8BC12FC0-4B09-4282-AF8A-EC703E31E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81482" y="5067300"/>
            <a:ext cx="85768" cy="41430"/>
          </a:xfrm>
          <a:custGeom xmlns:a="http://schemas.openxmlformats.org/drawingml/2006/main">
            <a:pathLst>
              <a:path w="85768" h="41430">
                <a:moveTo>
                  <a:pt x="0" y="41430"/>
                </a:moveTo>
                <a:lnTo>
                  <a:pt x="85768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119A92"/>
            </a:solidFill>
            <a:prstDash val="solid"/>
          </a:ln>
        </p:spPr>
      </p:sp>
      <p:sp>
        <p:nvSpPr>
          <p:cNvPr id="32" name="reveal2-line-364">
            <a:extLst xmlns:a="http://schemas.openxmlformats.org/drawingml/2006/main">
              <a:ext uri="{FF2B5EF4-FFF2-40B4-BE49-F238E27FC236}">
                <a16:creationId xmlns:a16="http://schemas.microsoft.com/office/drawing/2014/main" id="{A9839F69-B39B-4988-AF02-C762A7E83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81482" y="5025870"/>
            <a:ext cx="85768" cy="41430"/>
          </a:xfrm>
          <a:custGeom xmlns:a="http://schemas.openxmlformats.org/drawingml/2006/main">
            <a:pathLst>
              <a:path w="85768" h="41430">
                <a:moveTo>
                  <a:pt x="0" y="0"/>
                </a:moveTo>
                <a:lnTo>
                  <a:pt x="85768" y="4143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119A92"/>
            </a:solidFill>
            <a:prstDash val="solid"/>
          </a:ln>
        </p:spPr>
      </p:sp>
      <p:sp>
        <p:nvSpPr>
          <p:cNvPr id="33" name="reveal2-object-365">
            <a:extLst xmlns:a="http://schemas.openxmlformats.org/drawingml/2006/main">
              <a:ext uri="{FF2B5EF4-FFF2-40B4-BE49-F238E27FC236}">
                <a16:creationId xmlns:a16="http://schemas.microsoft.com/office/drawing/2014/main" id="{5EE4B518-F093-4612-B528-A2162D72A1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4800600"/>
            <a:ext cx="33337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9A9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reveal2-object-366">
            <a:extLst xmlns:a="http://schemas.openxmlformats.org/drawingml/2006/main">
              <a:ext uri="{FF2B5EF4-FFF2-40B4-BE49-F238E27FC236}">
                <a16:creationId xmlns:a16="http://schemas.microsoft.com/office/drawing/2014/main" id="{581A91BB-EC26-4FD2-A788-EACE227D7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4857750"/>
            <a:ext cx="31051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ctr">
              <a:defRPr sz="18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耳机侧处理链</a:t>
            </a:r>
          </a:p>
        </p:txBody>
      </p:sp>
      <p:sp>
        <p:nvSpPr>
          <p:cNvPr id="35" name="reveal2-line-367">
            <a:extLst xmlns:a="http://schemas.openxmlformats.org/drawingml/2006/main">
              <a:ext uri="{FF2B5EF4-FFF2-40B4-BE49-F238E27FC236}">
                <a16:creationId xmlns:a16="http://schemas.microsoft.com/office/drawing/2014/main" id="{2B3EF287-E570-46A6-92DF-ED2E60E8B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5067300"/>
            <a:ext cx="714375" cy="9525"/>
          </a:xfrm>
          <a:custGeom xmlns:a="http://schemas.openxmlformats.org/drawingml/2006/main">
            <a:pathLst>
              <a:path w="714375" h="9525">
                <a:moveTo>
                  <a:pt x="0" y="0"/>
                </a:moveTo>
                <a:lnTo>
                  <a:pt x="7143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119A92"/>
            </a:solidFill>
            <a:prstDash val="solid"/>
          </a:ln>
        </p:spPr>
      </p:sp>
      <p:sp>
        <p:nvSpPr>
          <p:cNvPr id="36" name="reveal2-line-368">
            <a:extLst xmlns:a="http://schemas.openxmlformats.org/drawingml/2006/main">
              <a:ext uri="{FF2B5EF4-FFF2-40B4-BE49-F238E27FC236}">
                <a16:creationId xmlns:a16="http://schemas.microsoft.com/office/drawing/2014/main" id="{CAAA602B-FB70-493C-8073-737DCC4D7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07" y="5067300"/>
            <a:ext cx="85768" cy="41430"/>
          </a:xfrm>
          <a:custGeom xmlns:a="http://schemas.openxmlformats.org/drawingml/2006/main">
            <a:pathLst>
              <a:path w="85768" h="41430">
                <a:moveTo>
                  <a:pt x="0" y="41430"/>
                </a:moveTo>
                <a:lnTo>
                  <a:pt x="85768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119A92"/>
            </a:solidFill>
            <a:prstDash val="solid"/>
          </a:ln>
        </p:spPr>
      </p:sp>
      <p:sp>
        <p:nvSpPr>
          <p:cNvPr id="37" name="reveal2-line-369">
            <a:extLst xmlns:a="http://schemas.openxmlformats.org/drawingml/2006/main">
              <a:ext uri="{FF2B5EF4-FFF2-40B4-BE49-F238E27FC236}">
                <a16:creationId xmlns:a16="http://schemas.microsoft.com/office/drawing/2014/main" id="{F6DB6261-F9B9-46E1-9683-D88E1707D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07" y="5025870"/>
            <a:ext cx="85768" cy="41430"/>
          </a:xfrm>
          <a:custGeom xmlns:a="http://schemas.openxmlformats.org/drawingml/2006/main">
            <a:pathLst>
              <a:path w="85768" h="41430">
                <a:moveTo>
                  <a:pt x="0" y="0"/>
                </a:moveTo>
                <a:lnTo>
                  <a:pt x="85768" y="4143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119A92"/>
            </a:solidFill>
            <a:prstDash val="solid"/>
          </a:ln>
        </p:spPr>
      </p:sp>
      <p:sp>
        <p:nvSpPr>
          <p:cNvPr id="38" name="reveal2-object-370">
            <a:extLst xmlns:a="http://schemas.openxmlformats.org/drawingml/2006/main">
              <a:ext uri="{FF2B5EF4-FFF2-40B4-BE49-F238E27FC236}">
                <a16:creationId xmlns:a16="http://schemas.microsoft.com/office/drawing/2014/main" id="{A1434C3B-7A37-46B8-BFE2-89EEA7F1F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4848225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1950" b="1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950" b="1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rPr>
              <a:t>耳机输出</a:t>
            </a:r>
          </a:p>
        </p:txBody>
      </p:sp>
      <p:sp>
        <p:nvSpPr>
          <p:cNvPr id="39" name="reveal2-object-371">
            <a:extLst xmlns:a="http://schemas.openxmlformats.org/drawingml/2006/main">
              <a:ext uri="{FF2B5EF4-FFF2-40B4-BE49-F238E27FC236}">
                <a16:creationId xmlns:a16="http://schemas.microsoft.com/office/drawing/2014/main" id="{1FCA16B5-EEB0-4898-8C37-17A2CB7C4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5410200"/>
            <a:ext cx="61912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17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rPr>
              <a:t>会话归属更新；运行中的会话接入目标链</a:t>
            </a:r>
          </a:p>
        </p:txBody>
      </p:sp>
      <p:sp>
        <p:nvSpPr>
          <p:cNvPr id="40" name="object-372">
            <a:extLst xmlns:a="http://schemas.openxmlformats.org/drawingml/2006/main">
              <a:ext uri="{FF2B5EF4-FFF2-40B4-BE49-F238E27FC236}">
                <a16:creationId xmlns:a16="http://schemas.microsoft.com/office/drawing/2014/main" id="{C62EF4EC-8374-40EC-B538-69D0ADEE1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4125"/>
            <a:ext cx="10191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12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rPr>
              <a:t>三幅为阶段示意，不是实测时间线。</a:t>
            </a:r>
          </a:p>
        </p:txBody>
      </p:sp>
      <p:sp>
        <p:nvSpPr>
          <p:cNvPr id="41" name="object-373">
            <a:extLst xmlns:a="http://schemas.openxmlformats.org/drawingml/2006/main">
              <a:ext uri="{FF2B5EF4-FFF2-40B4-BE49-F238E27FC236}">
                <a16:creationId xmlns:a16="http://schemas.microsoft.com/office/drawing/2014/main" id="{2E317110-BD95-4A7E-90F6-C117B04F2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0425" y="6334125"/>
            <a:ext cx="5429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r">
              <a:defRPr sz="14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4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767008200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1"/>
      <p:bldP spid="19" grpId="1"/>
      <p:bldP spid="20" grpId="1"/>
      <p:bldP spid="21" grpId="1"/>
      <p:bldP spid="22" grpId="1"/>
      <p:bldP spid="23" grpId="1"/>
      <p:bldP spid="24" grpId="1"/>
      <p:bldP spid="25" grpId="1"/>
      <p:bldP spid="26" grpId="1"/>
      <p:bldP spid="27" grpId="2"/>
      <p:bldP spid="28" grpId="2"/>
      <p:bldP spid="29" grpId="2"/>
      <p:bldP spid="30" grpId="2"/>
      <p:bldP spid="31" grpId="2"/>
      <p:bldP spid="32" grpId="2"/>
      <p:bldP spid="33" grpId="2"/>
      <p:bldP spid="34" grpId="2"/>
      <p:bldP spid="35" grpId="2"/>
      <p:bldP spid="36" grpId="2"/>
      <p:bldP spid="37" grpId="2"/>
      <p:bldP spid="38" grpId="2"/>
      <p:bldP spid="39" grpId="2"/>
    </p:bldLst>
  </p:timing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object-374">
            <a:extLst xmlns:a="http://schemas.openxmlformats.org/drawingml/2006/main">
              <a:ext uri="{FF2B5EF4-FFF2-40B4-BE49-F238E27FC236}">
                <a16:creationId xmlns:a16="http://schemas.microsoft.com/office/drawing/2014/main" id="{5F6CF9CF-73F3-4FFB-B58A-6645F4D07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53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31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31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rPr>
              <a:t>这些请求，谁来执行？</a:t>
            </a:r>
          </a:p>
        </p:txBody>
      </p:sp>
      <p:sp>
        <p:nvSpPr>
          <p:cNvPr id="2" name="object-375">
            <a:extLst xmlns:a="http://schemas.openxmlformats.org/drawingml/2006/main">
              <a:ext uri="{FF2B5EF4-FFF2-40B4-BE49-F238E27FC236}">
                <a16:creationId xmlns:a16="http://schemas.microsoft.com/office/drawing/2014/main" id="{D84E227F-8F8F-4150-93BD-E2C10F233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23975"/>
            <a:ext cx="10858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20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0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rPr>
              <a:t>前面反复出现的“排队”与“等待执行”，载体是一个队列加一条线程。</a:t>
            </a:r>
          </a:p>
        </p:txBody>
      </p:sp>
      <p:sp>
        <p:nvSpPr>
          <p:cNvPr id="3" name="object-376">
            <a:extLst xmlns:a="http://schemas.openxmlformats.org/drawingml/2006/main">
              <a:ext uri="{FF2B5EF4-FFF2-40B4-BE49-F238E27FC236}">
                <a16:creationId xmlns:a16="http://schemas.microsoft.com/office/drawing/2014/main" id="{B7BDFACA-ADB1-479C-B393-E20C9651C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143125"/>
            <a:ext cx="381000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2263B"/>
            </a:solidFill>
            <a:prstDash val="solid"/>
          </a:ln>
        </p:spPr>
      </p:sp>
      <p:sp>
        <p:nvSpPr>
          <p:cNvPr id="4" name="object-377">
            <a:extLst xmlns:a="http://schemas.openxmlformats.org/drawingml/2006/main">
              <a:ext uri="{FF2B5EF4-FFF2-40B4-BE49-F238E27FC236}">
                <a16:creationId xmlns:a16="http://schemas.microsoft.com/office/drawing/2014/main" id="{263BD29A-8EA1-426D-8426-9A9855861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266950"/>
            <a:ext cx="342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ctr">
              <a:defRPr sz="19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ctr">
              <a:defRPr sz="19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rPr>
              <a:t>信号处理线程</a:t>
            </a:r>
          </a:p>
        </p:txBody>
      </p:sp>
      <p:sp>
        <p:nvSpPr>
          <p:cNvPr id="5" name="object-378">
            <a:extLst xmlns:a="http://schemas.openxmlformats.org/drawingml/2006/main">
              <a:ext uri="{FF2B5EF4-FFF2-40B4-BE49-F238E27FC236}">
                <a16:creationId xmlns:a16="http://schemas.microsoft.com/office/drawing/2014/main" id="{F4DBFA04-9A4D-474F-96E4-61F40EF1B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875" y="2762250"/>
            <a:ext cx="3143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263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object-379">
            <a:extLst xmlns:a="http://schemas.openxmlformats.org/drawingml/2006/main">
              <a:ext uri="{FF2B5EF4-FFF2-40B4-BE49-F238E27FC236}">
                <a16:creationId xmlns:a16="http://schemas.microsoft.com/office/drawing/2014/main" id="{D9AF28FB-B0C9-4B4C-9059-F7AF9DF34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29175" y="2819400"/>
            <a:ext cx="29146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ctr">
              <a:def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ctr">
              <a:def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排空队列，执行控制请求</a:t>
            </a:r>
          </a:p>
        </p:txBody>
      </p:sp>
      <p:sp>
        <p:nvSpPr>
          <p:cNvPr id="7" name="object-380">
            <a:extLst xmlns:a="http://schemas.openxmlformats.org/drawingml/2006/main">
              <a:ext uri="{FF2B5EF4-FFF2-40B4-BE49-F238E27FC236}">
                <a16:creationId xmlns:a16="http://schemas.microsoft.com/office/drawing/2014/main" id="{60A1A201-9D20-41DC-B963-30A8F23F6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875" y="3448050"/>
            <a:ext cx="3143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263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object-381">
            <a:extLst xmlns:a="http://schemas.openxmlformats.org/drawingml/2006/main">
              <a:ext uri="{FF2B5EF4-FFF2-40B4-BE49-F238E27FC236}">
                <a16:creationId xmlns:a16="http://schemas.microsoft.com/office/drawing/2014/main" id="{CAA62571-B641-4FB2-9AF5-05249051D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29175" y="3505200"/>
            <a:ext cx="29146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ctr">
              <a:def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ctr">
              <a:def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跑一轮音频处理</a:t>
            </a:r>
          </a:p>
        </p:txBody>
      </p:sp>
      <p:sp>
        <p:nvSpPr>
          <p:cNvPr id="9" name="line-382">
            <a:extLst xmlns:a="http://schemas.openxmlformats.org/drawingml/2006/main">
              <a:ext uri="{FF2B5EF4-FFF2-40B4-BE49-F238E27FC236}">
                <a16:creationId xmlns:a16="http://schemas.microsoft.com/office/drawing/2014/main" id="{27FDF6A4-A7B3-4F7B-B5DA-6B80E7F32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3038475"/>
            <a:ext cx="9525" cy="685800"/>
          </a:xfrm>
          <a:custGeom xmlns:a="http://schemas.openxmlformats.org/drawingml/2006/main">
            <a:pathLst>
              <a:path w="9525" h="685800">
                <a:moveTo>
                  <a:pt x="0" y="68580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62768A"/>
            </a:solidFill>
            <a:prstDash val="solid"/>
          </a:ln>
        </p:spPr>
      </p:sp>
      <p:sp>
        <p:nvSpPr>
          <p:cNvPr id="10" name="line-383">
            <a:extLst xmlns:a="http://schemas.openxmlformats.org/drawingml/2006/main">
              <a:ext uri="{FF2B5EF4-FFF2-40B4-BE49-F238E27FC236}">
                <a16:creationId xmlns:a16="http://schemas.microsoft.com/office/drawing/2014/main" id="{99038CEF-7033-47B2-AAA8-26C48D6C6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3038475"/>
            <a:ext cx="41430" cy="85768"/>
          </a:xfrm>
          <a:custGeom xmlns:a="http://schemas.openxmlformats.org/drawingml/2006/main">
            <a:pathLst>
              <a:path w="41430" h="85768">
                <a:moveTo>
                  <a:pt x="41430" y="85768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62768A"/>
            </a:solidFill>
            <a:prstDash val="solid"/>
          </a:ln>
        </p:spPr>
      </p:sp>
      <p:sp>
        <p:nvSpPr>
          <p:cNvPr id="11" name="line-384">
            <a:extLst xmlns:a="http://schemas.openxmlformats.org/drawingml/2006/main">
              <a:ext uri="{FF2B5EF4-FFF2-40B4-BE49-F238E27FC236}">
                <a16:creationId xmlns:a16="http://schemas.microsoft.com/office/drawing/2014/main" id="{3FD9ECB7-1940-4F28-A488-2DCCF6AF4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2945" y="3038475"/>
            <a:ext cx="41430" cy="85768"/>
          </a:xfrm>
          <a:custGeom xmlns:a="http://schemas.openxmlformats.org/drawingml/2006/main">
            <a:pathLst>
              <a:path w="41430" h="85768">
                <a:moveTo>
                  <a:pt x="0" y="85768"/>
                </a:moveTo>
                <a:lnTo>
                  <a:pt x="4143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62768A"/>
            </a:solidFill>
            <a:prstDash val="solid"/>
          </a:ln>
        </p:spPr>
      </p:sp>
      <p:sp>
        <p:nvSpPr>
          <p:cNvPr id="12" name="object-385">
            <a:extLst xmlns:a="http://schemas.openxmlformats.org/drawingml/2006/main">
              <a:ext uri="{FF2B5EF4-FFF2-40B4-BE49-F238E27FC236}">
                <a16:creationId xmlns:a16="http://schemas.microsoft.com/office/drawing/2014/main" id="{D0875360-94A0-4AB4-8B66-895561641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875" y="411480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ctr">
              <a:defRPr sz="14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ctr">
              <a:defRPr sz="14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rPr>
              <a:t>睡到下次唤醒，再来一遍</a:t>
            </a:r>
          </a:p>
        </p:txBody>
      </p:sp>
      <p:sp>
        <p:nvSpPr>
          <p:cNvPr id="13" name="reveal1-object-386">
            <a:extLst xmlns:a="http://schemas.openxmlformats.org/drawingml/2006/main">
              <a:ext uri="{FF2B5EF4-FFF2-40B4-BE49-F238E27FC236}">
                <a16:creationId xmlns:a16="http://schemas.microsoft.com/office/drawing/2014/main" id="{DF9BCE51-BA32-4166-B021-21CE24AE2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38350"/>
            <a:ext cx="2857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1800" b="1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800" b="1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rPr>
              <a:t>控制请求队列</a:t>
            </a:r>
          </a:p>
        </p:txBody>
      </p:sp>
      <p:sp>
        <p:nvSpPr>
          <p:cNvPr id="14" name="reveal1-object-387">
            <a:extLst xmlns:a="http://schemas.openxmlformats.org/drawingml/2006/main">
              <a:ext uri="{FF2B5EF4-FFF2-40B4-BE49-F238E27FC236}">
                <a16:creationId xmlns:a16="http://schemas.microsoft.com/office/drawing/2014/main" id="{D7149FA5-B796-4AC5-AE8D-3816B43B9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57450"/>
            <a:ext cx="2857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79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reveal1-object-388">
            <a:extLst xmlns:a="http://schemas.openxmlformats.org/drawingml/2006/main">
              <a:ext uri="{FF2B5EF4-FFF2-40B4-BE49-F238E27FC236}">
                <a16:creationId xmlns:a16="http://schemas.microsoft.com/office/drawing/2014/main" id="{35BE10B5-CAB2-474E-A8B5-A460F7912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14600"/>
            <a:ext cx="2628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ctr">
              <a:defRPr sz="17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① 暂停</a:t>
            </a:r>
          </a:p>
        </p:txBody>
      </p:sp>
      <p:sp>
        <p:nvSpPr>
          <p:cNvPr id="16" name="reveal1-object-389">
            <a:extLst xmlns:a="http://schemas.openxmlformats.org/drawingml/2006/main">
              <a:ext uri="{FF2B5EF4-FFF2-40B4-BE49-F238E27FC236}">
                <a16:creationId xmlns:a16="http://schemas.microsoft.com/office/drawing/2014/main" id="{410DB019-C5B9-44DB-863C-6EDC1BD19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28950"/>
            <a:ext cx="2857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783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reveal1-object-390">
            <a:extLst xmlns:a="http://schemas.openxmlformats.org/drawingml/2006/main">
              <a:ext uri="{FF2B5EF4-FFF2-40B4-BE49-F238E27FC236}">
                <a16:creationId xmlns:a16="http://schemas.microsoft.com/office/drawing/2014/main" id="{FA4E69F0-2700-4A4C-8595-76ABFDA30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86100"/>
            <a:ext cx="2628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ctr">
              <a:def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ctr">
              <a:def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② 淡出完成后的收尾</a:t>
            </a:r>
          </a:p>
        </p:txBody>
      </p:sp>
      <p:sp>
        <p:nvSpPr>
          <p:cNvPr id="18" name="reveal1-object-391">
            <a:extLst xmlns:a="http://schemas.openxmlformats.org/drawingml/2006/main">
              <a:ext uri="{FF2B5EF4-FFF2-40B4-BE49-F238E27FC236}">
                <a16:creationId xmlns:a16="http://schemas.microsoft.com/office/drawing/2014/main" id="{A459CF2A-CE1B-4BC7-BF89-C7B3CAEB2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00450"/>
            <a:ext cx="2857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79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reveal1-object-392">
            <a:extLst xmlns:a="http://schemas.openxmlformats.org/drawingml/2006/main">
              <a:ext uri="{FF2B5EF4-FFF2-40B4-BE49-F238E27FC236}">
                <a16:creationId xmlns:a16="http://schemas.microsoft.com/office/drawing/2014/main" id="{73409AAC-080F-491A-A5E8-45701BEB5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657600"/>
            <a:ext cx="2628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ctr">
              <a:defRPr sz="17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③ 恢复播放</a:t>
            </a:r>
          </a:p>
        </p:txBody>
      </p:sp>
      <p:sp>
        <p:nvSpPr>
          <p:cNvPr id="20" name="reveal1-object-393">
            <a:extLst xmlns:a="http://schemas.openxmlformats.org/drawingml/2006/main">
              <a:ext uri="{FF2B5EF4-FFF2-40B4-BE49-F238E27FC236}">
                <a16:creationId xmlns:a16="http://schemas.microsoft.com/office/drawing/2014/main" id="{88D6C80F-24C7-45C6-A5C5-40920C1CE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71950"/>
            <a:ext cx="2857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9A9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reveal1-object-394">
            <a:extLst xmlns:a="http://schemas.openxmlformats.org/drawingml/2006/main">
              <a:ext uri="{FF2B5EF4-FFF2-40B4-BE49-F238E27FC236}">
                <a16:creationId xmlns:a16="http://schemas.microsoft.com/office/drawing/2014/main" id="{0EE8FD89-BD04-4C31-835E-C93475173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229100"/>
            <a:ext cx="2628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ctr">
              <a:defRPr sz="17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④ 切到耳机</a:t>
            </a:r>
          </a:p>
        </p:txBody>
      </p:sp>
      <p:sp>
        <p:nvSpPr>
          <p:cNvPr id="22" name="reveal1-object-395">
            <a:extLst xmlns:a="http://schemas.openxmlformats.org/drawingml/2006/main">
              <a:ext uri="{FF2B5EF4-FFF2-40B4-BE49-F238E27FC236}">
                <a16:creationId xmlns:a16="http://schemas.microsoft.com/office/drawing/2014/main" id="{AD2B6EA0-713F-4DE0-BEC4-7A2216408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2533650"/>
            <a:ext cx="1143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14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rPr>
              <a:t>下一条</a:t>
            </a:r>
          </a:p>
          <a:p xmlns:a="http://schemas.openxmlformats.org/drawingml/2006/main">
            <a:pPr algn="l">
              <a:defRPr sz="14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rPr>
              <a:t>先执行</a:t>
            </a:r>
          </a:p>
        </p:txBody>
      </p:sp>
      <p:sp>
        <p:nvSpPr>
          <p:cNvPr id="23" name="reveal1-line-396">
            <a:extLst xmlns:a="http://schemas.openxmlformats.org/drawingml/2006/main">
              <a:ext uri="{FF2B5EF4-FFF2-40B4-BE49-F238E27FC236}">
                <a16:creationId xmlns:a16="http://schemas.microsoft.com/office/drawing/2014/main" id="{008F92D8-9F6E-4B3D-810B-451F60135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3238500"/>
            <a:ext cx="72231" cy="9525"/>
          </a:xfrm>
          <a:custGeom xmlns:a="http://schemas.openxmlformats.org/drawingml/2006/main">
            <a:pathLst>
              <a:path w="72231" h="9525">
                <a:moveTo>
                  <a:pt x="0" y="0"/>
                </a:moveTo>
                <a:lnTo>
                  <a:pt x="72231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3379EB"/>
            </a:solidFill>
            <a:prstDash val="solid"/>
          </a:ln>
        </p:spPr>
      </p:sp>
      <p:sp>
        <p:nvSpPr>
          <p:cNvPr id="24" name="reveal1-line-397">
            <a:extLst xmlns:a="http://schemas.openxmlformats.org/drawingml/2006/main">
              <a:ext uri="{FF2B5EF4-FFF2-40B4-BE49-F238E27FC236}">
                <a16:creationId xmlns:a16="http://schemas.microsoft.com/office/drawing/2014/main" id="{A4902152-3D4B-41A0-8FF4-2A5D70627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1563" y="3238500"/>
            <a:ext cx="72231" cy="9525"/>
          </a:xfrm>
          <a:custGeom xmlns:a="http://schemas.openxmlformats.org/drawingml/2006/main">
            <a:pathLst>
              <a:path w="72231" h="9525">
                <a:moveTo>
                  <a:pt x="0" y="0"/>
                </a:moveTo>
                <a:lnTo>
                  <a:pt x="72231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3379EB"/>
            </a:solidFill>
            <a:prstDash val="solid"/>
          </a:ln>
        </p:spPr>
      </p:sp>
      <p:sp>
        <p:nvSpPr>
          <p:cNvPr id="25" name="reveal1-line-398">
            <a:extLst xmlns:a="http://schemas.openxmlformats.org/drawingml/2006/main">
              <a:ext uri="{FF2B5EF4-FFF2-40B4-BE49-F238E27FC236}">
                <a16:creationId xmlns:a16="http://schemas.microsoft.com/office/drawing/2014/main" id="{9A5487DF-4BAA-4B5D-9434-A40150B15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6025" y="3238500"/>
            <a:ext cx="72231" cy="9525"/>
          </a:xfrm>
          <a:custGeom xmlns:a="http://schemas.openxmlformats.org/drawingml/2006/main">
            <a:pathLst>
              <a:path w="72231" h="9525">
                <a:moveTo>
                  <a:pt x="0" y="0"/>
                </a:moveTo>
                <a:lnTo>
                  <a:pt x="72231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3379EB"/>
            </a:solidFill>
            <a:prstDash val="solid"/>
          </a:ln>
        </p:spPr>
      </p:sp>
      <p:sp>
        <p:nvSpPr>
          <p:cNvPr id="26" name="reveal1-line-399">
            <a:extLst xmlns:a="http://schemas.openxmlformats.org/drawingml/2006/main">
              <a:ext uri="{FF2B5EF4-FFF2-40B4-BE49-F238E27FC236}">
                <a16:creationId xmlns:a16="http://schemas.microsoft.com/office/drawing/2014/main" id="{1C6E8668-5278-4441-843A-A733A4724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0488" y="3238500"/>
            <a:ext cx="72231" cy="9525"/>
          </a:xfrm>
          <a:custGeom xmlns:a="http://schemas.openxmlformats.org/drawingml/2006/main">
            <a:pathLst>
              <a:path w="72231" h="9525">
                <a:moveTo>
                  <a:pt x="0" y="0"/>
                </a:moveTo>
                <a:lnTo>
                  <a:pt x="72231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3379EB"/>
            </a:solidFill>
            <a:prstDash val="solid"/>
          </a:ln>
        </p:spPr>
      </p:sp>
      <p:sp>
        <p:nvSpPr>
          <p:cNvPr id="27" name="reveal1-line-400">
            <a:extLst xmlns:a="http://schemas.openxmlformats.org/drawingml/2006/main">
              <a:ext uri="{FF2B5EF4-FFF2-40B4-BE49-F238E27FC236}">
                <a16:creationId xmlns:a16="http://schemas.microsoft.com/office/drawing/2014/main" id="{927D83D0-43EE-44EC-9C25-7C8CAD714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44950" y="3238500"/>
            <a:ext cx="72231" cy="9525"/>
          </a:xfrm>
          <a:custGeom xmlns:a="http://schemas.openxmlformats.org/drawingml/2006/main">
            <a:pathLst>
              <a:path w="72231" h="9525">
                <a:moveTo>
                  <a:pt x="0" y="0"/>
                </a:moveTo>
                <a:lnTo>
                  <a:pt x="72231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3379EB"/>
            </a:solidFill>
            <a:prstDash val="solid"/>
          </a:ln>
        </p:spPr>
      </p:sp>
      <p:sp>
        <p:nvSpPr>
          <p:cNvPr id="28" name="reveal1-line-401">
            <a:extLst xmlns:a="http://schemas.openxmlformats.org/drawingml/2006/main">
              <a:ext uri="{FF2B5EF4-FFF2-40B4-BE49-F238E27FC236}">
                <a16:creationId xmlns:a16="http://schemas.microsoft.com/office/drawing/2014/main" id="{2FC32402-E5F6-4E00-8A44-62E3E072C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89413" y="3238500"/>
            <a:ext cx="72231" cy="9525"/>
          </a:xfrm>
          <a:custGeom xmlns:a="http://schemas.openxmlformats.org/drawingml/2006/main">
            <a:pathLst>
              <a:path w="72231" h="9525">
                <a:moveTo>
                  <a:pt x="0" y="0"/>
                </a:moveTo>
                <a:lnTo>
                  <a:pt x="72231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3379EB"/>
            </a:solidFill>
            <a:prstDash val="solid"/>
          </a:ln>
        </p:spPr>
      </p:sp>
      <p:sp>
        <p:nvSpPr>
          <p:cNvPr id="29" name="reveal1-line-402">
            <a:extLst xmlns:a="http://schemas.openxmlformats.org/drawingml/2006/main">
              <a:ext uri="{FF2B5EF4-FFF2-40B4-BE49-F238E27FC236}">
                <a16:creationId xmlns:a16="http://schemas.microsoft.com/office/drawing/2014/main" id="{0019F494-D1AD-4CF9-9E9C-617577ED8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07" y="3238500"/>
            <a:ext cx="85768" cy="41430"/>
          </a:xfrm>
          <a:custGeom xmlns:a="http://schemas.openxmlformats.org/drawingml/2006/main">
            <a:pathLst>
              <a:path w="85768" h="41430">
                <a:moveTo>
                  <a:pt x="0" y="41430"/>
                </a:moveTo>
                <a:lnTo>
                  <a:pt x="85768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3379EB"/>
            </a:solidFill>
            <a:prstDash val="solid"/>
          </a:ln>
        </p:spPr>
      </p:sp>
      <p:sp>
        <p:nvSpPr>
          <p:cNvPr id="30" name="reveal1-line-403">
            <a:extLst xmlns:a="http://schemas.openxmlformats.org/drawingml/2006/main">
              <a:ext uri="{FF2B5EF4-FFF2-40B4-BE49-F238E27FC236}">
                <a16:creationId xmlns:a16="http://schemas.microsoft.com/office/drawing/2014/main" id="{8BFE061F-AD53-4797-B800-0E0577DB0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07" y="3197070"/>
            <a:ext cx="85768" cy="41430"/>
          </a:xfrm>
          <a:custGeom xmlns:a="http://schemas.openxmlformats.org/drawingml/2006/main">
            <a:pathLst>
              <a:path w="85768" h="41430">
                <a:moveTo>
                  <a:pt x="0" y="0"/>
                </a:moveTo>
                <a:lnTo>
                  <a:pt x="85768" y="4143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3379EB"/>
            </a:solidFill>
            <a:prstDash val="solid"/>
          </a:ln>
        </p:spPr>
      </p:sp>
      <p:sp>
        <p:nvSpPr>
          <p:cNvPr id="31" name="reveal2-object-404">
            <a:extLst xmlns:a="http://schemas.openxmlformats.org/drawingml/2006/main">
              <a:ext uri="{FF2B5EF4-FFF2-40B4-BE49-F238E27FC236}">
                <a16:creationId xmlns:a16="http://schemas.microsoft.com/office/drawing/2014/main" id="{D3FF640D-2CFF-4E42-89F6-6E24F1D78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286000"/>
            <a:ext cx="31432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1725" b="0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rPr>
              <a:t>改图的人就是跑数据的人：</a:t>
            </a:r>
          </a:p>
          <a:p xmlns:a="http://schemas.openxmlformats.org/drawingml/2006/main">
            <a:pPr algn="l">
              <a:defRPr sz="1725" b="0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rPr>
              <a:t>同一条线程串行，</a:t>
            </a:r>
          </a:p>
          <a:p xmlns:a="http://schemas.openxmlformats.org/drawingml/2006/main">
            <a:pPr algn="l">
              <a:defRPr sz="1725" b="0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rPr>
              <a:t>这个队列不需要锁。</a:t>
            </a:r>
          </a:p>
        </p:txBody>
      </p:sp>
      <p:sp>
        <p:nvSpPr>
          <p:cNvPr id="32" name="reveal2-object-405">
            <a:extLst xmlns:a="http://schemas.openxmlformats.org/drawingml/2006/main">
              <a:ext uri="{FF2B5EF4-FFF2-40B4-BE49-F238E27FC236}">
                <a16:creationId xmlns:a16="http://schemas.microsoft.com/office/drawing/2014/main" id="{64583AFA-5997-45EE-8B1B-A6837B2FD7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86375"/>
            <a:ext cx="10858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180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80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rPr>
              <a:t>淡出完成不是定时器猜的：处理链在真实数据上跑完渐变，就地发回“淡出完成”，排到队尾。</a:t>
            </a:r>
          </a:p>
        </p:txBody>
      </p:sp>
      <p:sp>
        <p:nvSpPr>
          <p:cNvPr id="33" name="reveal2-object-406">
            <a:extLst xmlns:a="http://schemas.openxmlformats.org/drawingml/2006/main">
              <a:ext uri="{FF2B5EF4-FFF2-40B4-BE49-F238E27FC236}">
                <a16:creationId xmlns:a16="http://schemas.microsoft.com/office/drawing/2014/main" id="{EF422322-F8D8-44D9-9B36-8D7100FEF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86450"/>
            <a:ext cx="10858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1875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875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rPr>
              <a:t>短淡出 5 毫秒，默认淡出一轮数据内完成；改图永远不跟数据处理抢线程。</a:t>
            </a:r>
          </a:p>
        </p:txBody>
      </p:sp>
      <p:sp>
        <p:nvSpPr>
          <p:cNvPr id="34" name="object-407">
            <a:extLst xmlns:a="http://schemas.openxmlformats.org/drawingml/2006/main">
              <a:ext uri="{FF2B5EF4-FFF2-40B4-BE49-F238E27FC236}">
                <a16:creationId xmlns:a16="http://schemas.microsoft.com/office/drawing/2014/main" id="{677B9DAF-38E2-4135-BBF8-2B3E2C0EB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4125"/>
            <a:ext cx="10191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12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rPr>
              <a:t>队列与线程为结构示意。</a:t>
            </a:r>
          </a:p>
        </p:txBody>
      </p:sp>
      <p:sp>
        <p:nvSpPr>
          <p:cNvPr id="35" name="object-408">
            <a:extLst xmlns:a="http://schemas.openxmlformats.org/drawingml/2006/main">
              <a:ext uri="{FF2B5EF4-FFF2-40B4-BE49-F238E27FC236}">
                <a16:creationId xmlns:a16="http://schemas.microsoft.com/office/drawing/2014/main" id="{9997171A-B695-4600-A025-7F4A22D98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0425" y="6334125"/>
            <a:ext cx="5429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r">
              <a:defRPr sz="14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4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382115180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1"/>
      <p:bldP spid="14" grpId="1"/>
      <p:bldP spid="15" grpId="1"/>
      <p:bldP spid="16" grpId="1"/>
      <p:bldP spid="17" grpId="1"/>
      <p:bldP spid="18" grpId="1"/>
      <p:bldP spid="19" grpId="1"/>
      <p:bldP spid="20" grpId="1"/>
      <p:bldP spid="21" grpId="1"/>
      <p:bldP spid="22" grpId="1"/>
      <p:bldP spid="23" grpId="1"/>
      <p:bldP spid="24" grpId="1"/>
      <p:bldP spid="25" grpId="1"/>
      <p:bldP spid="26" grpId="1"/>
      <p:bldP spid="27" grpId="1"/>
      <p:bldP spid="28" grpId="1"/>
      <p:bldP spid="29" grpId="1"/>
      <p:bldP spid="30" grpId="1"/>
      <p:bldP spid="31" grpId="2"/>
      <p:bldP spid="32" grpId="2"/>
      <p:bldP spid="33" grpId="2"/>
    </p:bldLst>
  </p:timing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4" name="object-409">
            <a:extLst xmlns:a="http://schemas.openxmlformats.org/drawingml/2006/main">
              <a:ext uri="{FF2B5EF4-FFF2-40B4-BE49-F238E27FC236}">
                <a16:creationId xmlns:a16="http://schemas.microsoft.com/office/drawing/2014/main" id="{A8507F53-AE62-4140-9825-EB67BF5149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53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31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31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rPr>
              <a:t>一次暂停，从头到尾</a:t>
            </a:r>
          </a:p>
        </p:txBody>
      </p:sp>
      <p:sp>
        <p:nvSpPr>
          <p:cNvPr id="2" name="object-410">
            <a:extLst xmlns:a="http://schemas.openxmlformats.org/drawingml/2006/main">
              <a:ext uri="{FF2B5EF4-FFF2-40B4-BE49-F238E27FC236}">
                <a16:creationId xmlns:a16="http://schemas.microsoft.com/office/drawing/2014/main" id="{66AA2E12-F3F9-4AE9-8D8D-E5ADF584E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95400"/>
            <a:ext cx="10858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20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0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rPr>
              <a:t>一次暂停，从调用到状态回调，走一遍完整时序。</a:t>
            </a:r>
          </a:p>
        </p:txBody>
      </p:sp>
      <p:sp>
        <p:nvSpPr>
          <p:cNvPr id="3" name="object-411">
            <a:extLst xmlns:a="http://schemas.openxmlformats.org/drawingml/2006/main">
              <a:ext uri="{FF2B5EF4-FFF2-40B4-BE49-F238E27FC236}">
                <a16:creationId xmlns:a16="http://schemas.microsoft.com/office/drawing/2014/main" id="{48A97770-1D52-4A97-9527-73511813D5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828800"/>
            <a:ext cx="2286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276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object-412">
            <a:extLst xmlns:a="http://schemas.openxmlformats.org/drawingml/2006/main">
              <a:ext uri="{FF2B5EF4-FFF2-40B4-BE49-F238E27FC236}">
                <a16:creationId xmlns:a16="http://schemas.microsoft.com/office/drawing/2014/main" id="{1CD728A4-9933-45EB-B66D-73330D624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885950"/>
            <a:ext cx="2057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ctr">
              <a:def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应用</a:t>
            </a:r>
          </a:p>
        </p:txBody>
      </p:sp>
      <p:sp>
        <p:nvSpPr>
          <p:cNvPr id="5" name="line-413">
            <a:extLst xmlns:a="http://schemas.openxmlformats.org/drawingml/2006/main">
              <a:ext uri="{FF2B5EF4-FFF2-40B4-BE49-F238E27FC236}">
                <a16:creationId xmlns:a16="http://schemas.microsoft.com/office/drawing/2014/main" id="{E28EBE69-C4E0-4A20-A903-2EE9601F3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2266950"/>
            <a:ext cx="9525" cy="3829050"/>
          </a:xfrm>
          <a:custGeom xmlns:a="http://schemas.openxmlformats.org/drawingml/2006/main">
            <a:pathLst>
              <a:path w="9525" h="3829050">
                <a:moveTo>
                  <a:pt x="0" y="0"/>
                </a:moveTo>
                <a:lnTo>
                  <a:pt x="0" y="3829050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DCE5EE"/>
            </a:solidFill>
            <a:prstDash val="solid"/>
          </a:ln>
        </p:spPr>
      </p:sp>
      <p:sp>
        <p:nvSpPr>
          <p:cNvPr id="6" name="object-414">
            <a:extLst xmlns:a="http://schemas.openxmlformats.org/drawingml/2006/main">
              <a:ext uri="{FF2B5EF4-FFF2-40B4-BE49-F238E27FC236}">
                <a16:creationId xmlns:a16="http://schemas.microsoft.com/office/drawing/2014/main" id="{B00B3487-0E26-4D95-AD51-19B399544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875" y="1828800"/>
            <a:ext cx="2286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263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object-415">
            <a:extLst xmlns:a="http://schemas.openxmlformats.org/drawingml/2006/main">
              <a:ext uri="{FF2B5EF4-FFF2-40B4-BE49-F238E27FC236}">
                <a16:creationId xmlns:a16="http://schemas.microsoft.com/office/drawing/2014/main" id="{E62E5A8B-14A5-425A-817C-83857B0AD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6175" y="1885950"/>
            <a:ext cx="2057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ctr">
              <a:def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渲染管理器</a:t>
            </a:r>
          </a:p>
        </p:txBody>
      </p:sp>
      <p:sp>
        <p:nvSpPr>
          <p:cNvPr id="8" name="line-416">
            <a:extLst xmlns:a="http://schemas.openxmlformats.org/drawingml/2006/main">
              <a:ext uri="{FF2B5EF4-FFF2-40B4-BE49-F238E27FC236}">
                <a16:creationId xmlns:a16="http://schemas.microsoft.com/office/drawing/2014/main" id="{A9F5C758-DBD0-4BD2-9E67-0DDE4B101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875" y="2266950"/>
            <a:ext cx="9525" cy="3829050"/>
          </a:xfrm>
          <a:custGeom xmlns:a="http://schemas.openxmlformats.org/drawingml/2006/main">
            <a:pathLst>
              <a:path w="9525" h="3829050">
                <a:moveTo>
                  <a:pt x="0" y="0"/>
                </a:moveTo>
                <a:lnTo>
                  <a:pt x="0" y="3829050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DCE5EE"/>
            </a:solidFill>
            <a:prstDash val="solid"/>
          </a:ln>
        </p:spPr>
      </p:sp>
      <p:sp>
        <p:nvSpPr>
          <p:cNvPr id="9" name="object-417">
            <a:extLst xmlns:a="http://schemas.openxmlformats.org/drawingml/2006/main">
              <a:ext uri="{FF2B5EF4-FFF2-40B4-BE49-F238E27FC236}">
                <a16:creationId xmlns:a16="http://schemas.microsoft.com/office/drawing/2014/main" id="{76020A23-1E39-452D-A005-A1077CF6A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828800"/>
            <a:ext cx="2286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263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object-418">
            <a:extLst xmlns:a="http://schemas.openxmlformats.org/drawingml/2006/main">
              <a:ext uri="{FF2B5EF4-FFF2-40B4-BE49-F238E27FC236}">
                <a16:creationId xmlns:a16="http://schemas.microsoft.com/office/drawing/2014/main" id="{D67F370B-F8F3-4400-AF2A-08929C999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1885950"/>
            <a:ext cx="2057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ctr">
              <a:def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请求队列 · 信号线程</a:t>
            </a:r>
          </a:p>
        </p:txBody>
      </p:sp>
      <p:sp>
        <p:nvSpPr>
          <p:cNvPr id="11" name="line-419">
            <a:extLst xmlns:a="http://schemas.openxmlformats.org/drawingml/2006/main">
              <a:ext uri="{FF2B5EF4-FFF2-40B4-BE49-F238E27FC236}">
                <a16:creationId xmlns:a16="http://schemas.microsoft.com/office/drawing/2014/main" id="{5D0C20D1-B739-4BFA-AE7F-7B358485A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266950"/>
            <a:ext cx="9525" cy="3829050"/>
          </a:xfrm>
          <a:custGeom xmlns:a="http://schemas.openxmlformats.org/drawingml/2006/main">
            <a:pathLst>
              <a:path w="9525" h="3829050">
                <a:moveTo>
                  <a:pt x="0" y="0"/>
                </a:moveTo>
                <a:lnTo>
                  <a:pt x="0" y="3829050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DCE5EE"/>
            </a:solidFill>
            <a:prstDash val="solid"/>
          </a:ln>
        </p:spPr>
      </p:sp>
      <p:sp>
        <p:nvSpPr>
          <p:cNvPr id="12" name="object-420">
            <a:extLst xmlns:a="http://schemas.openxmlformats.org/drawingml/2006/main">
              <a:ext uri="{FF2B5EF4-FFF2-40B4-BE49-F238E27FC236}">
                <a16:creationId xmlns:a16="http://schemas.microsoft.com/office/drawing/2014/main" id="{A440BFFE-29D7-4AC2-ABF5-6B0799058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1828800"/>
            <a:ext cx="2286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9A9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object-421">
            <a:extLst xmlns:a="http://schemas.openxmlformats.org/drawingml/2006/main">
              <a:ext uri="{FF2B5EF4-FFF2-40B4-BE49-F238E27FC236}">
                <a16:creationId xmlns:a16="http://schemas.microsoft.com/office/drawing/2014/main" id="{5342D694-9079-4D74-A36B-64B175172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5925" y="1885950"/>
            <a:ext cx="2057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ctr">
              <a:def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处理链 · 增益节点</a:t>
            </a:r>
          </a:p>
        </p:txBody>
      </p:sp>
      <p:sp>
        <p:nvSpPr>
          <p:cNvPr id="14" name="line-422">
            <a:extLst xmlns:a="http://schemas.openxmlformats.org/drawingml/2006/main">
              <a:ext uri="{FF2B5EF4-FFF2-40B4-BE49-F238E27FC236}">
                <a16:creationId xmlns:a16="http://schemas.microsoft.com/office/drawing/2014/main" id="{134EDE6E-9D32-40A5-9AC6-C8621FB3E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4625" y="2266950"/>
            <a:ext cx="9525" cy="3829050"/>
          </a:xfrm>
          <a:custGeom xmlns:a="http://schemas.openxmlformats.org/drawingml/2006/main">
            <a:pathLst>
              <a:path w="9525" h="3829050">
                <a:moveTo>
                  <a:pt x="0" y="0"/>
                </a:moveTo>
                <a:lnTo>
                  <a:pt x="0" y="3829050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DCE5EE"/>
            </a:solidFill>
            <a:prstDash val="solid"/>
          </a:ln>
        </p:spPr>
      </p:sp>
      <p:sp>
        <p:nvSpPr>
          <p:cNvPr id="15" name="reveal1-object-423">
            <a:extLst xmlns:a="http://schemas.openxmlformats.org/drawingml/2006/main">
              <a:ext uri="{FF2B5EF4-FFF2-40B4-BE49-F238E27FC236}">
                <a16:creationId xmlns:a16="http://schemas.microsoft.com/office/drawing/2014/main" id="{B65CD911-76B3-4C9E-B54B-2AB5C27A8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2305050"/>
            <a:ext cx="26574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ctr">
              <a:defRPr sz="1425" b="0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ctr">
              <a:defRPr sz="1425" b="0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rPr>
              <a:t>暂停请求</a:t>
            </a:r>
          </a:p>
        </p:txBody>
      </p:sp>
      <p:sp>
        <p:nvSpPr>
          <p:cNvPr id="16" name="reveal1-line-424">
            <a:extLst xmlns:a="http://schemas.openxmlformats.org/drawingml/2006/main">
              <a:ext uri="{FF2B5EF4-FFF2-40B4-BE49-F238E27FC236}">
                <a16:creationId xmlns:a16="http://schemas.microsoft.com/office/drawing/2014/main" id="{96C2A8FB-62F4-4E34-9C5A-44DB8DE6C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2590800"/>
            <a:ext cx="2809875" cy="9525"/>
          </a:xfrm>
          <a:custGeom xmlns:a="http://schemas.openxmlformats.org/drawingml/2006/main">
            <a:pathLst>
              <a:path w="2809875" h="9525">
                <a:moveTo>
                  <a:pt x="0" y="0"/>
                </a:moveTo>
                <a:lnTo>
                  <a:pt x="28098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3379EB"/>
            </a:solidFill>
            <a:prstDash val="solid"/>
          </a:ln>
        </p:spPr>
      </p:sp>
      <p:sp>
        <p:nvSpPr>
          <p:cNvPr id="17" name="reveal1-line-425">
            <a:extLst xmlns:a="http://schemas.openxmlformats.org/drawingml/2006/main">
              <a:ext uri="{FF2B5EF4-FFF2-40B4-BE49-F238E27FC236}">
                <a16:creationId xmlns:a16="http://schemas.microsoft.com/office/drawing/2014/main" id="{38965EEF-58B2-4F2B-99C8-09A4FC051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07" y="2590800"/>
            <a:ext cx="85768" cy="41430"/>
          </a:xfrm>
          <a:custGeom xmlns:a="http://schemas.openxmlformats.org/drawingml/2006/main">
            <a:pathLst>
              <a:path w="85768" h="41430">
                <a:moveTo>
                  <a:pt x="0" y="41430"/>
                </a:moveTo>
                <a:lnTo>
                  <a:pt x="85768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3379EB"/>
            </a:solidFill>
            <a:prstDash val="solid"/>
          </a:ln>
        </p:spPr>
      </p:sp>
      <p:sp>
        <p:nvSpPr>
          <p:cNvPr id="18" name="reveal1-line-426">
            <a:extLst xmlns:a="http://schemas.openxmlformats.org/drawingml/2006/main">
              <a:ext uri="{FF2B5EF4-FFF2-40B4-BE49-F238E27FC236}">
                <a16:creationId xmlns:a16="http://schemas.microsoft.com/office/drawing/2014/main" id="{6BF8403B-8663-4F94-89C6-AB94D0C15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07" y="2549370"/>
            <a:ext cx="85768" cy="41430"/>
          </a:xfrm>
          <a:custGeom xmlns:a="http://schemas.openxmlformats.org/drawingml/2006/main">
            <a:pathLst>
              <a:path w="85768" h="41430">
                <a:moveTo>
                  <a:pt x="0" y="0"/>
                </a:moveTo>
                <a:lnTo>
                  <a:pt x="85768" y="4143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3379EB"/>
            </a:solidFill>
            <a:prstDash val="solid"/>
          </a:ln>
        </p:spPr>
      </p:sp>
      <p:sp>
        <p:nvSpPr>
          <p:cNvPr id="19" name="reveal1-object-427">
            <a:extLst xmlns:a="http://schemas.openxmlformats.org/drawingml/2006/main">
              <a:ext uri="{FF2B5EF4-FFF2-40B4-BE49-F238E27FC236}">
                <a16:creationId xmlns:a16="http://schemas.microsoft.com/office/drawing/2014/main" id="{C69FF129-AF8B-4911-8555-DCC68B40B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91075" y="2667000"/>
            <a:ext cx="26574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ctr">
              <a:defRPr sz="1425" b="0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ctr">
              <a:defRPr sz="1425" b="0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rPr>
              <a:t>请求入队</a:t>
            </a:r>
          </a:p>
        </p:txBody>
      </p:sp>
      <p:sp>
        <p:nvSpPr>
          <p:cNvPr id="20" name="reveal1-line-428">
            <a:extLst xmlns:a="http://schemas.openxmlformats.org/drawingml/2006/main">
              <a:ext uri="{FF2B5EF4-FFF2-40B4-BE49-F238E27FC236}">
                <a16:creationId xmlns:a16="http://schemas.microsoft.com/office/drawing/2014/main" id="{5B073AF7-362C-41FA-836A-74B50DC19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875" y="2952750"/>
            <a:ext cx="2809875" cy="9525"/>
          </a:xfrm>
          <a:custGeom xmlns:a="http://schemas.openxmlformats.org/drawingml/2006/main">
            <a:pathLst>
              <a:path w="2809875" h="9525">
                <a:moveTo>
                  <a:pt x="0" y="0"/>
                </a:moveTo>
                <a:lnTo>
                  <a:pt x="28098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3379EB"/>
            </a:solidFill>
            <a:prstDash val="solid"/>
          </a:ln>
        </p:spPr>
      </p:sp>
      <p:sp>
        <p:nvSpPr>
          <p:cNvPr id="21" name="reveal1-line-429">
            <a:extLst xmlns:a="http://schemas.openxmlformats.org/drawingml/2006/main">
              <a:ext uri="{FF2B5EF4-FFF2-40B4-BE49-F238E27FC236}">
                <a16:creationId xmlns:a16="http://schemas.microsoft.com/office/drawing/2014/main" id="{5AB7BA26-31B8-45D0-A89C-F24DDC934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8982" y="2952750"/>
            <a:ext cx="85768" cy="41430"/>
          </a:xfrm>
          <a:custGeom xmlns:a="http://schemas.openxmlformats.org/drawingml/2006/main">
            <a:pathLst>
              <a:path w="85768" h="41430">
                <a:moveTo>
                  <a:pt x="0" y="41430"/>
                </a:moveTo>
                <a:lnTo>
                  <a:pt x="85768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3379EB"/>
            </a:solidFill>
            <a:prstDash val="solid"/>
          </a:ln>
        </p:spPr>
      </p:sp>
      <p:sp>
        <p:nvSpPr>
          <p:cNvPr id="22" name="reveal1-line-430">
            <a:extLst xmlns:a="http://schemas.openxmlformats.org/drawingml/2006/main">
              <a:ext uri="{FF2B5EF4-FFF2-40B4-BE49-F238E27FC236}">
                <a16:creationId xmlns:a16="http://schemas.microsoft.com/office/drawing/2014/main" id="{0D048550-773B-4C45-950D-0922F01AB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8982" y="2911320"/>
            <a:ext cx="85768" cy="41430"/>
          </a:xfrm>
          <a:custGeom xmlns:a="http://schemas.openxmlformats.org/drawingml/2006/main">
            <a:pathLst>
              <a:path w="85768" h="41430">
                <a:moveTo>
                  <a:pt x="0" y="0"/>
                </a:moveTo>
                <a:lnTo>
                  <a:pt x="85768" y="4143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3379EB"/>
            </a:solidFill>
            <a:prstDash val="solid"/>
          </a:ln>
        </p:spPr>
      </p:sp>
      <p:sp>
        <p:nvSpPr>
          <p:cNvPr id="23" name="reveal1-object-431">
            <a:extLst xmlns:a="http://schemas.openxmlformats.org/drawingml/2006/main">
              <a:ext uri="{FF2B5EF4-FFF2-40B4-BE49-F238E27FC236}">
                <a16:creationId xmlns:a16="http://schemas.microsoft.com/office/drawing/2014/main" id="{60E9486C-C59B-499E-9568-45C43933C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18135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ctr">
              <a:defRPr sz="1425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ctr">
              <a:defRPr sz="1425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rPr>
              <a:t>挂淡出标志，状态→暂停中</a:t>
            </a:r>
          </a:p>
        </p:txBody>
      </p:sp>
      <p:sp>
        <p:nvSpPr>
          <p:cNvPr id="24" name="reveal1-object-432">
            <a:extLst xmlns:a="http://schemas.openxmlformats.org/drawingml/2006/main">
              <a:ext uri="{FF2B5EF4-FFF2-40B4-BE49-F238E27FC236}">
                <a16:creationId xmlns:a16="http://schemas.microsoft.com/office/drawing/2014/main" id="{A57F8EB6-7A8A-45CE-9FB2-010AE044E7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3543300"/>
            <a:ext cx="26574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ctr">
              <a:defRPr sz="1425" b="0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ctr">
              <a:defRPr sz="1425" b="0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rPr>
              <a:t>跑一轮音频处理</a:t>
            </a:r>
          </a:p>
        </p:txBody>
      </p:sp>
      <p:sp>
        <p:nvSpPr>
          <p:cNvPr id="25" name="reveal1-line-433">
            <a:extLst xmlns:a="http://schemas.openxmlformats.org/drawingml/2006/main">
              <a:ext uri="{FF2B5EF4-FFF2-40B4-BE49-F238E27FC236}">
                <a16:creationId xmlns:a16="http://schemas.microsoft.com/office/drawing/2014/main" id="{58406197-012D-4EB3-8A62-C4D4C1465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829050"/>
            <a:ext cx="2809875" cy="9525"/>
          </a:xfrm>
          <a:custGeom xmlns:a="http://schemas.openxmlformats.org/drawingml/2006/main">
            <a:pathLst>
              <a:path w="2809875" h="9525">
                <a:moveTo>
                  <a:pt x="0" y="0"/>
                </a:moveTo>
                <a:lnTo>
                  <a:pt x="28098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119A92"/>
            </a:solidFill>
            <a:prstDash val="solid"/>
          </a:ln>
        </p:spPr>
      </p:sp>
      <p:sp>
        <p:nvSpPr>
          <p:cNvPr id="26" name="reveal1-line-434">
            <a:extLst xmlns:a="http://schemas.openxmlformats.org/drawingml/2006/main">
              <a:ext uri="{FF2B5EF4-FFF2-40B4-BE49-F238E27FC236}">
                <a16:creationId xmlns:a16="http://schemas.microsoft.com/office/drawing/2014/main" id="{33D2BBFB-EA7D-402E-B077-572DB62E7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8857" y="3829050"/>
            <a:ext cx="85768" cy="41430"/>
          </a:xfrm>
          <a:custGeom xmlns:a="http://schemas.openxmlformats.org/drawingml/2006/main">
            <a:pathLst>
              <a:path w="85768" h="41430">
                <a:moveTo>
                  <a:pt x="0" y="41430"/>
                </a:moveTo>
                <a:lnTo>
                  <a:pt x="85768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119A92"/>
            </a:solidFill>
            <a:prstDash val="solid"/>
          </a:ln>
        </p:spPr>
      </p:sp>
      <p:sp>
        <p:nvSpPr>
          <p:cNvPr id="27" name="reveal1-line-435">
            <a:extLst xmlns:a="http://schemas.openxmlformats.org/drawingml/2006/main">
              <a:ext uri="{FF2B5EF4-FFF2-40B4-BE49-F238E27FC236}">
                <a16:creationId xmlns:a16="http://schemas.microsoft.com/office/drawing/2014/main" id="{C32CFD6C-34BC-4F37-BAB3-2C806CFA67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8857" y="3787620"/>
            <a:ext cx="85768" cy="41430"/>
          </a:xfrm>
          <a:custGeom xmlns:a="http://schemas.openxmlformats.org/drawingml/2006/main">
            <a:pathLst>
              <a:path w="85768" h="41430">
                <a:moveTo>
                  <a:pt x="0" y="0"/>
                </a:moveTo>
                <a:lnTo>
                  <a:pt x="85768" y="4143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119A92"/>
            </a:solidFill>
            <a:prstDash val="solid"/>
          </a:ln>
        </p:spPr>
      </p:sp>
      <p:sp>
        <p:nvSpPr>
          <p:cNvPr id="28" name="reveal1-object-436">
            <a:extLst xmlns:a="http://schemas.openxmlformats.org/drawingml/2006/main">
              <a:ext uri="{FF2B5EF4-FFF2-40B4-BE49-F238E27FC236}">
                <a16:creationId xmlns:a16="http://schemas.microsoft.com/office/drawing/2014/main" id="{659BFF20-A7DA-4019-AB94-599231130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05875" y="407670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ctr">
              <a:defRPr sz="1425" b="1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ctr">
              <a:defRPr sz="1425" b="1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rPr>
              <a:t>逐帧淡出：增益 1.0 → 0</a:t>
            </a:r>
          </a:p>
        </p:txBody>
      </p:sp>
      <p:sp>
        <p:nvSpPr>
          <p:cNvPr id="29" name="reveal2-object-437">
            <a:extLst xmlns:a="http://schemas.openxmlformats.org/drawingml/2006/main">
              <a:ext uri="{FF2B5EF4-FFF2-40B4-BE49-F238E27FC236}">
                <a16:creationId xmlns:a16="http://schemas.microsoft.com/office/drawing/2014/main" id="{C798CBFA-F29D-47C3-AD93-4E1B548C8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91075" y="4419600"/>
            <a:ext cx="5467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ctr">
              <a:defRPr sz="1425" b="0">
                <a:solidFill>
                  <a:srgbClr val="C9783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ctr">
              <a:defRPr sz="1425" b="0">
                <a:solidFill>
                  <a:srgbClr val="C9783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C97835"/>
                </a:solidFill>
                <a:latin typeface="Microsoft YaHei"/>
                <a:ea typeface="Microsoft YaHei"/>
                <a:cs typeface="Microsoft YaHei"/>
              </a:rPr>
              <a:t>淡出完成，就地回调</a:t>
            </a:r>
          </a:p>
        </p:txBody>
      </p:sp>
      <p:sp>
        <p:nvSpPr>
          <p:cNvPr id="30" name="reveal2-line-438">
            <a:extLst xmlns:a="http://schemas.openxmlformats.org/drawingml/2006/main">
              <a:ext uri="{FF2B5EF4-FFF2-40B4-BE49-F238E27FC236}">
                <a16:creationId xmlns:a16="http://schemas.microsoft.com/office/drawing/2014/main" id="{FA9370F9-C66D-4826-AE03-F3B32B394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875" y="4705350"/>
            <a:ext cx="5619750" cy="9525"/>
          </a:xfrm>
          <a:custGeom xmlns:a="http://schemas.openxmlformats.org/drawingml/2006/main">
            <a:pathLst>
              <a:path w="5619750" h="9525">
                <a:moveTo>
                  <a:pt x="5619750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C97835"/>
            </a:solidFill>
            <a:prstDash val="solid"/>
          </a:ln>
        </p:spPr>
      </p:sp>
      <p:sp>
        <p:nvSpPr>
          <p:cNvPr id="31" name="reveal2-line-439">
            <a:extLst xmlns:a="http://schemas.openxmlformats.org/drawingml/2006/main">
              <a:ext uri="{FF2B5EF4-FFF2-40B4-BE49-F238E27FC236}">
                <a16:creationId xmlns:a16="http://schemas.microsoft.com/office/drawing/2014/main" id="{AA1654BA-2F26-4BB5-B8A3-C1AC68C45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875" y="4663920"/>
            <a:ext cx="85768" cy="41430"/>
          </a:xfrm>
          <a:custGeom xmlns:a="http://schemas.openxmlformats.org/drawingml/2006/main">
            <a:pathLst>
              <a:path w="85768" h="41430">
                <a:moveTo>
                  <a:pt x="85768" y="0"/>
                </a:moveTo>
                <a:lnTo>
                  <a:pt x="0" y="4143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C97835"/>
            </a:solidFill>
            <a:prstDash val="solid"/>
          </a:ln>
        </p:spPr>
      </p:sp>
      <p:sp>
        <p:nvSpPr>
          <p:cNvPr id="32" name="reveal2-line-440">
            <a:extLst xmlns:a="http://schemas.openxmlformats.org/drawingml/2006/main">
              <a:ext uri="{FF2B5EF4-FFF2-40B4-BE49-F238E27FC236}">
                <a16:creationId xmlns:a16="http://schemas.microsoft.com/office/drawing/2014/main" id="{A4E0CC74-4376-4D05-B734-604EE132E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875" y="4705350"/>
            <a:ext cx="85768" cy="41430"/>
          </a:xfrm>
          <a:custGeom xmlns:a="http://schemas.openxmlformats.org/drawingml/2006/main">
            <a:pathLst>
              <a:path w="85768" h="41430">
                <a:moveTo>
                  <a:pt x="85768" y="4143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C97835"/>
            </a:solidFill>
            <a:prstDash val="solid"/>
          </a:ln>
        </p:spPr>
      </p:sp>
      <p:sp>
        <p:nvSpPr>
          <p:cNvPr id="33" name="reveal2-object-441">
            <a:extLst xmlns:a="http://schemas.openxmlformats.org/drawingml/2006/main">
              <a:ext uri="{FF2B5EF4-FFF2-40B4-BE49-F238E27FC236}">
                <a16:creationId xmlns:a16="http://schemas.microsoft.com/office/drawing/2014/main" id="{72CB8731-DDE8-4601-B325-7165C8F3A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91075" y="4781550"/>
            <a:ext cx="26574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ctr">
              <a:defRPr sz="1425" b="0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ctr">
              <a:defRPr sz="1425" b="0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rPr>
              <a:t>收尾请求入队</a:t>
            </a:r>
          </a:p>
        </p:txBody>
      </p:sp>
      <p:sp>
        <p:nvSpPr>
          <p:cNvPr id="34" name="reveal2-line-442">
            <a:extLst xmlns:a="http://schemas.openxmlformats.org/drawingml/2006/main">
              <a:ext uri="{FF2B5EF4-FFF2-40B4-BE49-F238E27FC236}">
                <a16:creationId xmlns:a16="http://schemas.microsoft.com/office/drawing/2014/main" id="{6C6346F9-7AE2-435D-A911-F18D3F8EF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875" y="5067300"/>
            <a:ext cx="2809875" cy="9525"/>
          </a:xfrm>
          <a:custGeom xmlns:a="http://schemas.openxmlformats.org/drawingml/2006/main">
            <a:pathLst>
              <a:path w="2809875" h="9525">
                <a:moveTo>
                  <a:pt x="0" y="0"/>
                </a:moveTo>
                <a:lnTo>
                  <a:pt x="28098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3379EB"/>
            </a:solidFill>
            <a:prstDash val="solid"/>
          </a:ln>
        </p:spPr>
      </p:sp>
      <p:sp>
        <p:nvSpPr>
          <p:cNvPr id="35" name="reveal2-line-443">
            <a:extLst xmlns:a="http://schemas.openxmlformats.org/drawingml/2006/main">
              <a:ext uri="{FF2B5EF4-FFF2-40B4-BE49-F238E27FC236}">
                <a16:creationId xmlns:a16="http://schemas.microsoft.com/office/drawing/2014/main" id="{8484DD5E-D536-4A26-A216-1B961ABA0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8982" y="5067300"/>
            <a:ext cx="85768" cy="41430"/>
          </a:xfrm>
          <a:custGeom xmlns:a="http://schemas.openxmlformats.org/drawingml/2006/main">
            <a:pathLst>
              <a:path w="85768" h="41430">
                <a:moveTo>
                  <a:pt x="0" y="41430"/>
                </a:moveTo>
                <a:lnTo>
                  <a:pt x="85768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3379EB"/>
            </a:solidFill>
            <a:prstDash val="solid"/>
          </a:ln>
        </p:spPr>
      </p:sp>
      <p:sp>
        <p:nvSpPr>
          <p:cNvPr id="36" name="reveal2-line-444">
            <a:extLst xmlns:a="http://schemas.openxmlformats.org/drawingml/2006/main">
              <a:ext uri="{FF2B5EF4-FFF2-40B4-BE49-F238E27FC236}">
                <a16:creationId xmlns:a16="http://schemas.microsoft.com/office/drawing/2014/main" id="{E04FD2A7-135A-47A4-93E1-4306D24FE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8982" y="5025870"/>
            <a:ext cx="85768" cy="41430"/>
          </a:xfrm>
          <a:custGeom xmlns:a="http://schemas.openxmlformats.org/drawingml/2006/main">
            <a:pathLst>
              <a:path w="85768" h="41430">
                <a:moveTo>
                  <a:pt x="0" y="0"/>
                </a:moveTo>
                <a:lnTo>
                  <a:pt x="85768" y="4143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3379EB"/>
            </a:solidFill>
            <a:prstDash val="solid"/>
          </a:ln>
        </p:spPr>
      </p:sp>
      <p:sp>
        <p:nvSpPr>
          <p:cNvPr id="37" name="reveal2-object-445">
            <a:extLst xmlns:a="http://schemas.openxmlformats.org/drawingml/2006/main">
              <a:ext uri="{FF2B5EF4-FFF2-40B4-BE49-F238E27FC236}">
                <a16:creationId xmlns:a16="http://schemas.microsoft.com/office/drawing/2014/main" id="{654C594D-360A-4B23-963E-7144F93AB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5314950"/>
            <a:ext cx="3810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ctr">
              <a:defRPr sz="1425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ctr">
              <a:defRPr sz="1425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rPr>
              <a:t>查状态 → 停音效 → 断输入 → 状态=已暂停</a:t>
            </a:r>
          </a:p>
        </p:txBody>
      </p:sp>
      <p:sp>
        <p:nvSpPr>
          <p:cNvPr id="38" name="reveal2-object-446">
            <a:extLst xmlns:a="http://schemas.openxmlformats.org/drawingml/2006/main">
              <a:ext uri="{FF2B5EF4-FFF2-40B4-BE49-F238E27FC236}">
                <a16:creationId xmlns:a16="http://schemas.microsoft.com/office/drawing/2014/main" id="{AF10C835-D356-4311-8660-2802E16A95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5657850"/>
            <a:ext cx="26574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ctr">
              <a:defRPr sz="1425" b="0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ctr">
              <a:defRPr sz="1425" b="0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rPr>
              <a:t>状态回调：已暂停</a:t>
            </a:r>
          </a:p>
        </p:txBody>
      </p:sp>
      <p:sp>
        <p:nvSpPr>
          <p:cNvPr id="39" name="reveal2-line-447">
            <a:extLst xmlns:a="http://schemas.openxmlformats.org/drawingml/2006/main">
              <a:ext uri="{FF2B5EF4-FFF2-40B4-BE49-F238E27FC236}">
                <a16:creationId xmlns:a16="http://schemas.microsoft.com/office/drawing/2014/main" id="{2F8EE267-3EC0-4A6B-B9D8-44FE8C1B5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5943600"/>
            <a:ext cx="2809875" cy="9525"/>
          </a:xfrm>
          <a:custGeom xmlns:a="http://schemas.openxmlformats.org/drawingml/2006/main">
            <a:pathLst>
              <a:path w="2809875" h="9525">
                <a:moveTo>
                  <a:pt x="2809875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119A92"/>
            </a:solidFill>
            <a:prstDash val="solid"/>
          </a:ln>
        </p:spPr>
      </p:sp>
      <p:sp>
        <p:nvSpPr>
          <p:cNvPr id="40" name="reveal2-line-448">
            <a:extLst xmlns:a="http://schemas.openxmlformats.org/drawingml/2006/main">
              <a:ext uri="{FF2B5EF4-FFF2-40B4-BE49-F238E27FC236}">
                <a16:creationId xmlns:a16="http://schemas.microsoft.com/office/drawing/2014/main" id="{9F93A213-6AC1-4B46-93D2-056C94D6B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5902170"/>
            <a:ext cx="85768" cy="41430"/>
          </a:xfrm>
          <a:custGeom xmlns:a="http://schemas.openxmlformats.org/drawingml/2006/main">
            <a:pathLst>
              <a:path w="85768" h="41430">
                <a:moveTo>
                  <a:pt x="85768" y="0"/>
                </a:moveTo>
                <a:lnTo>
                  <a:pt x="0" y="4143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119A92"/>
            </a:solidFill>
            <a:prstDash val="solid"/>
          </a:ln>
        </p:spPr>
      </p:sp>
      <p:sp>
        <p:nvSpPr>
          <p:cNvPr id="41" name="reveal2-line-449">
            <a:extLst xmlns:a="http://schemas.openxmlformats.org/drawingml/2006/main">
              <a:ext uri="{FF2B5EF4-FFF2-40B4-BE49-F238E27FC236}">
                <a16:creationId xmlns:a16="http://schemas.microsoft.com/office/drawing/2014/main" id="{1057CEA3-DF35-437B-BE7D-CABF659CD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5943600"/>
            <a:ext cx="85768" cy="41430"/>
          </a:xfrm>
          <a:custGeom xmlns:a="http://schemas.openxmlformats.org/drawingml/2006/main">
            <a:pathLst>
              <a:path w="85768" h="41430">
                <a:moveTo>
                  <a:pt x="85768" y="4143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119A92"/>
            </a:solidFill>
            <a:prstDash val="solid"/>
          </a:ln>
        </p:spPr>
      </p:sp>
      <p:sp>
        <p:nvSpPr>
          <p:cNvPr id="42" name="object-450">
            <a:extLst xmlns:a="http://schemas.openxmlformats.org/drawingml/2006/main">
              <a:ext uri="{FF2B5EF4-FFF2-40B4-BE49-F238E27FC236}">
                <a16:creationId xmlns:a16="http://schemas.microsoft.com/office/drawing/2014/main" id="{65766A52-AFA5-489F-88C3-E5E9A1E78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4125"/>
            <a:ext cx="10191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12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rPr>
              <a:t>实线箭头为调用或回调，顺序自上而下。</a:t>
            </a:r>
          </a:p>
        </p:txBody>
      </p:sp>
      <p:sp>
        <p:nvSpPr>
          <p:cNvPr id="43" name="object-451">
            <a:extLst xmlns:a="http://schemas.openxmlformats.org/drawingml/2006/main">
              <a:ext uri="{FF2B5EF4-FFF2-40B4-BE49-F238E27FC236}">
                <a16:creationId xmlns:a16="http://schemas.microsoft.com/office/drawing/2014/main" id="{471DF63A-014E-4FE7-A95B-B9D2D04E9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0425" y="6334125"/>
            <a:ext cx="5429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r">
              <a:defRPr sz="14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4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928478743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1"/>
      <p:bldP spid="16" grpId="1"/>
      <p:bldP spid="17" grpId="1"/>
      <p:bldP spid="18" grpId="1"/>
      <p:bldP spid="19" grpId="1"/>
      <p:bldP spid="20" grpId="1"/>
      <p:bldP spid="21" grpId="1"/>
      <p:bldP spid="22" grpId="1"/>
      <p:bldP spid="23" grpId="1"/>
      <p:bldP spid="24" grpId="1"/>
      <p:bldP spid="25" grpId="1"/>
      <p:bldP spid="26" grpId="1"/>
      <p:bldP spid="27" grpId="1"/>
      <p:bldP spid="28" grpId="1"/>
      <p:bldP spid="29" grpId="2"/>
      <p:bldP spid="30" grpId="2"/>
      <p:bldP spid="31" grpId="2"/>
      <p:bldP spid="32" grpId="2"/>
      <p:bldP spid="33" grpId="2"/>
      <p:bldP spid="34" grpId="2"/>
      <p:bldP spid="35" grpId="2"/>
      <p:bldP spid="36" grpId="2"/>
      <p:bldP spid="37" grpId="2"/>
      <p:bldP spid="38" grpId="2"/>
      <p:bldP spid="39" grpId="2"/>
      <p:bldP spid="40" grpId="2"/>
      <p:bldP spid="41" grpId="2"/>
    </p:bldLst>
  </p:timing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8" name="object-452">
            <a:extLst xmlns:a="http://schemas.openxmlformats.org/drawingml/2006/main">
              <a:ext uri="{FF2B5EF4-FFF2-40B4-BE49-F238E27FC236}">
                <a16:creationId xmlns:a16="http://schemas.microsoft.com/office/drawing/2014/main" id="{EF659ED4-762E-446C-8602-996E5FEE1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53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31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31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rPr>
              <a:t>恢复抢先一步，时序会怎样？</a:t>
            </a:r>
          </a:p>
        </p:txBody>
      </p:sp>
      <p:sp>
        <p:nvSpPr>
          <p:cNvPr id="2" name="object-453">
            <a:extLst xmlns:a="http://schemas.openxmlformats.org/drawingml/2006/main">
              <a:ext uri="{FF2B5EF4-FFF2-40B4-BE49-F238E27FC236}">
                <a16:creationId xmlns:a16="http://schemas.microsoft.com/office/drawing/2014/main" id="{8C48F00F-4A01-496E-B144-2276DDA8F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95400"/>
            <a:ext cx="10858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20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0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rPr>
              <a:t>还是这套角色：收尾还在队里，恢复已经点下。</a:t>
            </a:r>
          </a:p>
        </p:txBody>
      </p:sp>
      <p:sp>
        <p:nvSpPr>
          <p:cNvPr id="3" name="object-454">
            <a:extLst xmlns:a="http://schemas.openxmlformats.org/drawingml/2006/main">
              <a:ext uri="{FF2B5EF4-FFF2-40B4-BE49-F238E27FC236}">
                <a16:creationId xmlns:a16="http://schemas.microsoft.com/office/drawing/2014/main" id="{FFD43D36-1FDB-49AC-AAD1-80D71B1EF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828800"/>
            <a:ext cx="2286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276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object-455">
            <a:extLst xmlns:a="http://schemas.openxmlformats.org/drawingml/2006/main">
              <a:ext uri="{FF2B5EF4-FFF2-40B4-BE49-F238E27FC236}">
                <a16:creationId xmlns:a16="http://schemas.microsoft.com/office/drawing/2014/main" id="{9F4FBE61-DB44-4EC4-85C6-4D31A2F49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885950"/>
            <a:ext cx="2057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ctr">
              <a:def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应用</a:t>
            </a:r>
          </a:p>
        </p:txBody>
      </p:sp>
      <p:sp>
        <p:nvSpPr>
          <p:cNvPr id="5" name="line-456">
            <a:extLst xmlns:a="http://schemas.openxmlformats.org/drawingml/2006/main">
              <a:ext uri="{FF2B5EF4-FFF2-40B4-BE49-F238E27FC236}">
                <a16:creationId xmlns:a16="http://schemas.microsoft.com/office/drawing/2014/main" id="{E0D0E985-18D3-40CB-ABFE-DC34666A2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2266950"/>
            <a:ext cx="9525" cy="3209925"/>
          </a:xfrm>
          <a:custGeom xmlns:a="http://schemas.openxmlformats.org/drawingml/2006/main">
            <a:pathLst>
              <a:path w="9525" h="3209925">
                <a:moveTo>
                  <a:pt x="0" y="0"/>
                </a:moveTo>
                <a:lnTo>
                  <a:pt x="0" y="3209925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DCE5EE"/>
            </a:solidFill>
            <a:prstDash val="solid"/>
          </a:ln>
        </p:spPr>
      </p:sp>
      <p:sp>
        <p:nvSpPr>
          <p:cNvPr id="6" name="object-457">
            <a:extLst xmlns:a="http://schemas.openxmlformats.org/drawingml/2006/main">
              <a:ext uri="{FF2B5EF4-FFF2-40B4-BE49-F238E27FC236}">
                <a16:creationId xmlns:a16="http://schemas.microsoft.com/office/drawing/2014/main" id="{AFDB6507-DCF5-4B7B-BFE0-E7275782A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875" y="1828800"/>
            <a:ext cx="2286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263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object-458">
            <a:extLst xmlns:a="http://schemas.openxmlformats.org/drawingml/2006/main">
              <a:ext uri="{FF2B5EF4-FFF2-40B4-BE49-F238E27FC236}">
                <a16:creationId xmlns:a16="http://schemas.microsoft.com/office/drawing/2014/main" id="{7123A104-C6E9-43BA-A2DC-37B5931C5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6175" y="1885950"/>
            <a:ext cx="2057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ctr">
              <a:def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渲染管理器</a:t>
            </a:r>
          </a:p>
        </p:txBody>
      </p:sp>
      <p:sp>
        <p:nvSpPr>
          <p:cNvPr id="8" name="line-459">
            <a:extLst xmlns:a="http://schemas.openxmlformats.org/drawingml/2006/main">
              <a:ext uri="{FF2B5EF4-FFF2-40B4-BE49-F238E27FC236}">
                <a16:creationId xmlns:a16="http://schemas.microsoft.com/office/drawing/2014/main" id="{2A7E7E38-8BEA-40D7-BA96-0EFA5C016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875" y="2266950"/>
            <a:ext cx="9525" cy="3209925"/>
          </a:xfrm>
          <a:custGeom xmlns:a="http://schemas.openxmlformats.org/drawingml/2006/main">
            <a:pathLst>
              <a:path w="9525" h="3209925">
                <a:moveTo>
                  <a:pt x="0" y="0"/>
                </a:moveTo>
                <a:lnTo>
                  <a:pt x="0" y="3209925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DCE5EE"/>
            </a:solidFill>
            <a:prstDash val="solid"/>
          </a:ln>
        </p:spPr>
      </p:sp>
      <p:sp>
        <p:nvSpPr>
          <p:cNvPr id="9" name="object-460">
            <a:extLst xmlns:a="http://schemas.openxmlformats.org/drawingml/2006/main">
              <a:ext uri="{FF2B5EF4-FFF2-40B4-BE49-F238E27FC236}">
                <a16:creationId xmlns:a16="http://schemas.microsoft.com/office/drawing/2014/main" id="{3A5330BB-7C3A-42BE-83F1-EE64EFDC6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828800"/>
            <a:ext cx="2286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263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object-461">
            <a:extLst xmlns:a="http://schemas.openxmlformats.org/drawingml/2006/main">
              <a:ext uri="{FF2B5EF4-FFF2-40B4-BE49-F238E27FC236}">
                <a16:creationId xmlns:a16="http://schemas.microsoft.com/office/drawing/2014/main" id="{48B443DA-BFFF-4127-80A9-7567C041C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1885950"/>
            <a:ext cx="2057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ctr">
              <a:def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请求队列 · 信号线程</a:t>
            </a:r>
          </a:p>
        </p:txBody>
      </p:sp>
      <p:sp>
        <p:nvSpPr>
          <p:cNvPr id="11" name="line-462">
            <a:extLst xmlns:a="http://schemas.openxmlformats.org/drawingml/2006/main">
              <a:ext uri="{FF2B5EF4-FFF2-40B4-BE49-F238E27FC236}">
                <a16:creationId xmlns:a16="http://schemas.microsoft.com/office/drawing/2014/main" id="{DD94C2A2-2096-4C4B-848C-365F7E91B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266950"/>
            <a:ext cx="9525" cy="3209925"/>
          </a:xfrm>
          <a:custGeom xmlns:a="http://schemas.openxmlformats.org/drawingml/2006/main">
            <a:pathLst>
              <a:path w="9525" h="3209925">
                <a:moveTo>
                  <a:pt x="0" y="0"/>
                </a:moveTo>
                <a:lnTo>
                  <a:pt x="0" y="3209925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DCE5EE"/>
            </a:solidFill>
            <a:prstDash val="solid"/>
          </a:ln>
        </p:spPr>
      </p:sp>
      <p:sp>
        <p:nvSpPr>
          <p:cNvPr id="12" name="object-463">
            <a:extLst xmlns:a="http://schemas.openxmlformats.org/drawingml/2006/main">
              <a:ext uri="{FF2B5EF4-FFF2-40B4-BE49-F238E27FC236}">
                <a16:creationId xmlns:a16="http://schemas.microsoft.com/office/drawing/2014/main" id="{9E74B36A-3E47-4988-AE94-4AD9BE12E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1828800"/>
            <a:ext cx="2286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9A9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object-464">
            <a:extLst xmlns:a="http://schemas.openxmlformats.org/drawingml/2006/main">
              <a:ext uri="{FF2B5EF4-FFF2-40B4-BE49-F238E27FC236}">
                <a16:creationId xmlns:a16="http://schemas.microsoft.com/office/drawing/2014/main" id="{4B829DA3-D59A-4EB3-B120-25AE9DA4E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5925" y="1885950"/>
            <a:ext cx="2057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ctr">
              <a:def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处理链 · 增益节点</a:t>
            </a:r>
          </a:p>
        </p:txBody>
      </p:sp>
      <p:sp>
        <p:nvSpPr>
          <p:cNvPr id="14" name="line-465">
            <a:extLst xmlns:a="http://schemas.openxmlformats.org/drawingml/2006/main">
              <a:ext uri="{FF2B5EF4-FFF2-40B4-BE49-F238E27FC236}">
                <a16:creationId xmlns:a16="http://schemas.microsoft.com/office/drawing/2014/main" id="{2B77BB9E-FD4A-4F16-BC88-2DB559819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4625" y="2266950"/>
            <a:ext cx="9525" cy="3209925"/>
          </a:xfrm>
          <a:custGeom xmlns:a="http://schemas.openxmlformats.org/drawingml/2006/main">
            <a:pathLst>
              <a:path w="9525" h="3209925">
                <a:moveTo>
                  <a:pt x="0" y="0"/>
                </a:moveTo>
                <a:lnTo>
                  <a:pt x="0" y="3209925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DCE5EE"/>
            </a:solidFill>
            <a:prstDash val="solid"/>
          </a:ln>
        </p:spPr>
      </p:sp>
      <p:sp>
        <p:nvSpPr>
          <p:cNvPr id="15" name="object-466">
            <a:extLst xmlns:a="http://schemas.openxmlformats.org/drawingml/2006/main">
              <a:ext uri="{FF2B5EF4-FFF2-40B4-BE49-F238E27FC236}">
                <a16:creationId xmlns:a16="http://schemas.microsoft.com/office/drawing/2014/main" id="{C7951C30-329C-4E14-962D-DDD4FB08F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438400"/>
            <a:ext cx="2476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783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object-467">
            <a:extLst xmlns:a="http://schemas.openxmlformats.org/drawingml/2006/main">
              <a:ext uri="{FF2B5EF4-FFF2-40B4-BE49-F238E27FC236}">
                <a16:creationId xmlns:a16="http://schemas.microsoft.com/office/drawing/2014/main" id="{82E9AA9C-6A36-4E7C-8D66-2F7E4B24A5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495550"/>
            <a:ext cx="2247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ctr">
              <a:defRPr sz="14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ctr">
              <a:defRPr sz="14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队列里：旧的暂停收尾</a:t>
            </a:r>
          </a:p>
        </p:txBody>
      </p:sp>
      <p:sp>
        <p:nvSpPr>
          <p:cNvPr id="17" name="reveal1-object-468">
            <a:extLst xmlns:a="http://schemas.openxmlformats.org/drawingml/2006/main">
              <a:ext uri="{FF2B5EF4-FFF2-40B4-BE49-F238E27FC236}">
                <a16:creationId xmlns:a16="http://schemas.microsoft.com/office/drawing/2014/main" id="{19F4B544-79D8-4093-85EB-B3CC6B1AB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2857500"/>
            <a:ext cx="26574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ctr">
              <a:defRPr sz="1425" b="0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ctr">
              <a:defRPr sz="1425" b="0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rPr>
              <a:t>恢复请求：手比队列快</a:t>
            </a:r>
          </a:p>
        </p:txBody>
      </p:sp>
      <p:sp>
        <p:nvSpPr>
          <p:cNvPr id="18" name="reveal1-line-469">
            <a:extLst xmlns:a="http://schemas.openxmlformats.org/drawingml/2006/main">
              <a:ext uri="{FF2B5EF4-FFF2-40B4-BE49-F238E27FC236}">
                <a16:creationId xmlns:a16="http://schemas.microsoft.com/office/drawing/2014/main" id="{CAD8B614-A4CA-4556-AA58-875C10C4F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3143250"/>
            <a:ext cx="2809875" cy="9525"/>
          </a:xfrm>
          <a:custGeom xmlns:a="http://schemas.openxmlformats.org/drawingml/2006/main">
            <a:pathLst>
              <a:path w="2809875" h="9525">
                <a:moveTo>
                  <a:pt x="0" y="0"/>
                </a:moveTo>
                <a:lnTo>
                  <a:pt x="28098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3379EB"/>
            </a:solidFill>
            <a:prstDash val="solid"/>
          </a:ln>
        </p:spPr>
      </p:sp>
      <p:sp>
        <p:nvSpPr>
          <p:cNvPr id="19" name="reveal1-line-470">
            <a:extLst xmlns:a="http://schemas.openxmlformats.org/drawingml/2006/main">
              <a:ext uri="{FF2B5EF4-FFF2-40B4-BE49-F238E27FC236}">
                <a16:creationId xmlns:a16="http://schemas.microsoft.com/office/drawing/2014/main" id="{BF86541F-F927-46D5-A783-71204CD8D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07" y="3143250"/>
            <a:ext cx="85768" cy="41430"/>
          </a:xfrm>
          <a:custGeom xmlns:a="http://schemas.openxmlformats.org/drawingml/2006/main">
            <a:pathLst>
              <a:path w="85768" h="41430">
                <a:moveTo>
                  <a:pt x="0" y="41430"/>
                </a:moveTo>
                <a:lnTo>
                  <a:pt x="85768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3379EB"/>
            </a:solidFill>
            <a:prstDash val="solid"/>
          </a:ln>
        </p:spPr>
      </p:sp>
      <p:sp>
        <p:nvSpPr>
          <p:cNvPr id="20" name="reveal1-line-471">
            <a:extLst xmlns:a="http://schemas.openxmlformats.org/drawingml/2006/main">
              <a:ext uri="{FF2B5EF4-FFF2-40B4-BE49-F238E27FC236}">
                <a16:creationId xmlns:a16="http://schemas.microsoft.com/office/drawing/2014/main" id="{5C40066C-F4A8-4F04-B31D-8CF349EE9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07" y="3101820"/>
            <a:ext cx="85768" cy="41430"/>
          </a:xfrm>
          <a:custGeom xmlns:a="http://schemas.openxmlformats.org/drawingml/2006/main">
            <a:pathLst>
              <a:path w="85768" h="41430">
                <a:moveTo>
                  <a:pt x="0" y="0"/>
                </a:moveTo>
                <a:lnTo>
                  <a:pt x="85768" y="4143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3379EB"/>
            </a:solidFill>
            <a:prstDash val="solid"/>
          </a:ln>
        </p:spPr>
      </p:sp>
      <p:sp>
        <p:nvSpPr>
          <p:cNvPr id="21" name="reveal1-object-472">
            <a:extLst xmlns:a="http://schemas.openxmlformats.org/drawingml/2006/main">
              <a:ext uri="{FF2B5EF4-FFF2-40B4-BE49-F238E27FC236}">
                <a16:creationId xmlns:a16="http://schemas.microsoft.com/office/drawing/2014/main" id="{A7E058EB-11CA-4FE6-A79C-F9F873C95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91075" y="3219450"/>
            <a:ext cx="26574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ctr">
              <a:defRPr sz="1425" b="0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ctr">
              <a:defRPr sz="1425" b="0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rPr>
              <a:t>入队，排在收尾前面</a:t>
            </a:r>
          </a:p>
        </p:txBody>
      </p:sp>
      <p:sp>
        <p:nvSpPr>
          <p:cNvPr id="22" name="reveal1-line-473">
            <a:extLst xmlns:a="http://schemas.openxmlformats.org/drawingml/2006/main">
              <a:ext uri="{FF2B5EF4-FFF2-40B4-BE49-F238E27FC236}">
                <a16:creationId xmlns:a16="http://schemas.microsoft.com/office/drawing/2014/main" id="{026F8B22-F35C-4F29-A15E-54C1230E1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875" y="3505200"/>
            <a:ext cx="2809875" cy="9525"/>
          </a:xfrm>
          <a:custGeom xmlns:a="http://schemas.openxmlformats.org/drawingml/2006/main">
            <a:pathLst>
              <a:path w="2809875" h="9525">
                <a:moveTo>
                  <a:pt x="0" y="0"/>
                </a:moveTo>
                <a:lnTo>
                  <a:pt x="28098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3379EB"/>
            </a:solidFill>
            <a:prstDash val="solid"/>
          </a:ln>
        </p:spPr>
      </p:sp>
      <p:sp>
        <p:nvSpPr>
          <p:cNvPr id="23" name="reveal1-line-474">
            <a:extLst xmlns:a="http://schemas.openxmlformats.org/drawingml/2006/main">
              <a:ext uri="{FF2B5EF4-FFF2-40B4-BE49-F238E27FC236}">
                <a16:creationId xmlns:a16="http://schemas.microsoft.com/office/drawing/2014/main" id="{950BEC2D-29F8-46F3-890F-B73D2F069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8982" y="3505200"/>
            <a:ext cx="85768" cy="41430"/>
          </a:xfrm>
          <a:custGeom xmlns:a="http://schemas.openxmlformats.org/drawingml/2006/main">
            <a:pathLst>
              <a:path w="85768" h="41430">
                <a:moveTo>
                  <a:pt x="0" y="41430"/>
                </a:moveTo>
                <a:lnTo>
                  <a:pt x="85768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3379EB"/>
            </a:solidFill>
            <a:prstDash val="solid"/>
          </a:ln>
        </p:spPr>
      </p:sp>
      <p:sp>
        <p:nvSpPr>
          <p:cNvPr id="24" name="reveal1-line-475">
            <a:extLst xmlns:a="http://schemas.openxmlformats.org/drawingml/2006/main">
              <a:ext uri="{FF2B5EF4-FFF2-40B4-BE49-F238E27FC236}">
                <a16:creationId xmlns:a16="http://schemas.microsoft.com/office/drawing/2014/main" id="{E3C6250C-5D85-44A1-A668-891BA8DD5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8982" y="3463770"/>
            <a:ext cx="85768" cy="41430"/>
          </a:xfrm>
          <a:custGeom xmlns:a="http://schemas.openxmlformats.org/drawingml/2006/main">
            <a:pathLst>
              <a:path w="85768" h="41430">
                <a:moveTo>
                  <a:pt x="0" y="0"/>
                </a:moveTo>
                <a:lnTo>
                  <a:pt x="85768" y="4143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3379EB"/>
            </a:solidFill>
            <a:prstDash val="solid"/>
          </a:ln>
        </p:spPr>
      </p:sp>
      <p:sp>
        <p:nvSpPr>
          <p:cNvPr id="25" name="reveal1-object-476">
            <a:extLst xmlns:a="http://schemas.openxmlformats.org/drawingml/2006/main">
              <a:ext uri="{FF2B5EF4-FFF2-40B4-BE49-F238E27FC236}">
                <a16:creationId xmlns:a16="http://schemas.microsoft.com/office/drawing/2014/main" id="{F1BC543E-C3E2-4B40-B070-8A85EE85F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3733800"/>
            <a:ext cx="3619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ctr">
              <a:defRPr sz="1425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ctr">
              <a:defRPr sz="1425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rPr>
              <a:t>执行恢复：状态→运行中，接输入、挂淡入</a:t>
            </a:r>
          </a:p>
        </p:txBody>
      </p:sp>
      <p:sp>
        <p:nvSpPr>
          <p:cNvPr id="26" name="reveal1-object-477">
            <a:extLst xmlns:a="http://schemas.openxmlformats.org/drawingml/2006/main">
              <a:ext uri="{FF2B5EF4-FFF2-40B4-BE49-F238E27FC236}">
                <a16:creationId xmlns:a16="http://schemas.microsoft.com/office/drawing/2014/main" id="{9B292AF4-C26C-4521-8748-6D7696475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4076700"/>
            <a:ext cx="26574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ctr">
              <a:defRPr sz="1425" b="0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ctr">
              <a:defRPr sz="1425" b="0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rPr>
              <a:t>处理链带着淡入继续跑</a:t>
            </a:r>
          </a:p>
        </p:txBody>
      </p:sp>
      <p:sp>
        <p:nvSpPr>
          <p:cNvPr id="27" name="reveal1-line-478">
            <a:extLst xmlns:a="http://schemas.openxmlformats.org/drawingml/2006/main">
              <a:ext uri="{FF2B5EF4-FFF2-40B4-BE49-F238E27FC236}">
                <a16:creationId xmlns:a16="http://schemas.microsoft.com/office/drawing/2014/main" id="{56A3D8AE-1270-4855-B0F1-BBA133693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362450"/>
            <a:ext cx="2809875" cy="9525"/>
          </a:xfrm>
          <a:custGeom xmlns:a="http://schemas.openxmlformats.org/drawingml/2006/main">
            <a:pathLst>
              <a:path w="2809875" h="9525">
                <a:moveTo>
                  <a:pt x="0" y="0"/>
                </a:moveTo>
                <a:lnTo>
                  <a:pt x="28098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119A92"/>
            </a:solidFill>
            <a:prstDash val="solid"/>
          </a:ln>
        </p:spPr>
      </p:sp>
      <p:sp>
        <p:nvSpPr>
          <p:cNvPr id="28" name="reveal1-line-479">
            <a:extLst xmlns:a="http://schemas.openxmlformats.org/drawingml/2006/main">
              <a:ext uri="{FF2B5EF4-FFF2-40B4-BE49-F238E27FC236}">
                <a16:creationId xmlns:a16="http://schemas.microsoft.com/office/drawing/2014/main" id="{F365A7C0-6BAF-4E47-98B7-BEB2D2553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8857" y="4362450"/>
            <a:ext cx="85768" cy="41430"/>
          </a:xfrm>
          <a:custGeom xmlns:a="http://schemas.openxmlformats.org/drawingml/2006/main">
            <a:pathLst>
              <a:path w="85768" h="41430">
                <a:moveTo>
                  <a:pt x="0" y="41430"/>
                </a:moveTo>
                <a:lnTo>
                  <a:pt x="85768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119A92"/>
            </a:solidFill>
            <a:prstDash val="solid"/>
          </a:ln>
        </p:spPr>
      </p:sp>
      <p:sp>
        <p:nvSpPr>
          <p:cNvPr id="29" name="reveal1-line-480">
            <a:extLst xmlns:a="http://schemas.openxmlformats.org/drawingml/2006/main">
              <a:ext uri="{FF2B5EF4-FFF2-40B4-BE49-F238E27FC236}">
                <a16:creationId xmlns:a16="http://schemas.microsoft.com/office/drawing/2014/main" id="{D0BC0AA1-F008-4930-8522-FF87C6B20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8857" y="4321020"/>
            <a:ext cx="85768" cy="41430"/>
          </a:xfrm>
          <a:custGeom xmlns:a="http://schemas.openxmlformats.org/drawingml/2006/main">
            <a:pathLst>
              <a:path w="85768" h="41430">
                <a:moveTo>
                  <a:pt x="0" y="0"/>
                </a:moveTo>
                <a:lnTo>
                  <a:pt x="85768" y="4143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119A92"/>
            </a:solidFill>
            <a:prstDash val="solid"/>
          </a:ln>
        </p:spPr>
      </p:sp>
      <p:sp>
        <p:nvSpPr>
          <p:cNvPr id="30" name="reveal2-object-481">
            <a:extLst xmlns:a="http://schemas.openxmlformats.org/drawingml/2006/main">
              <a:ext uri="{FF2B5EF4-FFF2-40B4-BE49-F238E27FC236}">
                <a16:creationId xmlns:a16="http://schemas.microsoft.com/office/drawing/2014/main" id="{0835E1AD-2DCC-48A0-BDBD-80EE4153E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4705350"/>
            <a:ext cx="400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ctr">
              <a:defRPr sz="1425" b="1">
                <a:solidFill>
                  <a:srgbClr val="C9783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ctr">
              <a:defRPr sz="1425" b="1">
                <a:solidFill>
                  <a:srgbClr val="C9783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C97835"/>
                </a:solidFill>
                <a:latin typeface="Microsoft YaHei"/>
                <a:ea typeface="Microsoft YaHei"/>
                <a:cs typeface="Microsoft YaHei"/>
              </a:rPr>
              <a:t>轮到旧收尾：首行检查——已在运行，直接返回</a:t>
            </a:r>
          </a:p>
        </p:txBody>
      </p:sp>
      <p:sp>
        <p:nvSpPr>
          <p:cNvPr id="31" name="reveal2-object-482">
            <a:extLst xmlns:a="http://schemas.openxmlformats.org/drawingml/2006/main">
              <a:ext uri="{FF2B5EF4-FFF2-40B4-BE49-F238E27FC236}">
                <a16:creationId xmlns:a16="http://schemas.microsoft.com/office/drawing/2014/main" id="{5818F4CE-33C4-48F8-A96C-EA1E478D2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5010150"/>
            <a:ext cx="26574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ctr">
              <a:defRPr sz="1425" b="0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ctr">
              <a:defRPr sz="1425" b="0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rPr>
              <a:t>状态回调：运行中</a:t>
            </a:r>
          </a:p>
        </p:txBody>
      </p:sp>
      <p:sp>
        <p:nvSpPr>
          <p:cNvPr id="32" name="reveal2-line-483">
            <a:extLst xmlns:a="http://schemas.openxmlformats.org/drawingml/2006/main">
              <a:ext uri="{FF2B5EF4-FFF2-40B4-BE49-F238E27FC236}">
                <a16:creationId xmlns:a16="http://schemas.microsoft.com/office/drawing/2014/main" id="{C25C9091-4B96-4C52-A263-E2A652B0A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5295900"/>
            <a:ext cx="2809875" cy="9525"/>
          </a:xfrm>
          <a:custGeom xmlns:a="http://schemas.openxmlformats.org/drawingml/2006/main">
            <a:pathLst>
              <a:path w="2809875" h="9525">
                <a:moveTo>
                  <a:pt x="2809875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119A92"/>
            </a:solidFill>
            <a:prstDash val="solid"/>
          </a:ln>
        </p:spPr>
      </p:sp>
      <p:sp>
        <p:nvSpPr>
          <p:cNvPr id="33" name="reveal2-line-484">
            <a:extLst xmlns:a="http://schemas.openxmlformats.org/drawingml/2006/main">
              <a:ext uri="{FF2B5EF4-FFF2-40B4-BE49-F238E27FC236}">
                <a16:creationId xmlns:a16="http://schemas.microsoft.com/office/drawing/2014/main" id="{D76AA688-6D44-4CCE-9F46-26BDB4A70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5254470"/>
            <a:ext cx="85768" cy="41430"/>
          </a:xfrm>
          <a:custGeom xmlns:a="http://schemas.openxmlformats.org/drawingml/2006/main">
            <a:pathLst>
              <a:path w="85768" h="41430">
                <a:moveTo>
                  <a:pt x="85768" y="0"/>
                </a:moveTo>
                <a:lnTo>
                  <a:pt x="0" y="4143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119A92"/>
            </a:solidFill>
            <a:prstDash val="solid"/>
          </a:ln>
        </p:spPr>
      </p:sp>
      <p:sp>
        <p:nvSpPr>
          <p:cNvPr id="34" name="reveal2-line-485">
            <a:extLst xmlns:a="http://schemas.openxmlformats.org/drawingml/2006/main">
              <a:ext uri="{FF2B5EF4-FFF2-40B4-BE49-F238E27FC236}">
                <a16:creationId xmlns:a16="http://schemas.microsoft.com/office/drawing/2014/main" id="{6D0AA566-502B-405F-9FBB-6E6C926D7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5295900"/>
            <a:ext cx="85768" cy="41430"/>
          </a:xfrm>
          <a:custGeom xmlns:a="http://schemas.openxmlformats.org/drawingml/2006/main">
            <a:pathLst>
              <a:path w="85768" h="41430">
                <a:moveTo>
                  <a:pt x="85768" y="4143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119A92"/>
            </a:solidFill>
            <a:prstDash val="solid"/>
          </a:ln>
        </p:spPr>
      </p:sp>
      <p:sp>
        <p:nvSpPr>
          <p:cNvPr id="35" name="reveal2-object-486">
            <a:extLst xmlns:a="http://schemas.openxmlformats.org/drawingml/2006/main">
              <a:ext uri="{FF2B5EF4-FFF2-40B4-BE49-F238E27FC236}">
                <a16:creationId xmlns:a16="http://schemas.microsoft.com/office/drawing/2014/main" id="{55300513-A4EF-4D1B-9B3A-4229CFC42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76900"/>
            <a:ext cx="10858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1875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875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rPr>
              <a:t>先到先执行，动手前看状态：一次交错，被两条小规则消化。</a:t>
            </a:r>
          </a:p>
        </p:txBody>
      </p:sp>
      <p:sp>
        <p:nvSpPr>
          <p:cNvPr id="36" name="object-487">
            <a:extLst xmlns:a="http://schemas.openxmlformats.org/drawingml/2006/main">
              <a:ext uri="{FF2B5EF4-FFF2-40B4-BE49-F238E27FC236}">
                <a16:creationId xmlns:a16="http://schemas.microsoft.com/office/drawing/2014/main" id="{C81B0D72-A17D-403C-A885-CB82930CE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4125"/>
            <a:ext cx="10191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12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rPr>
              <a:t>角色同前页；时序为一种交错示意。</a:t>
            </a:r>
          </a:p>
        </p:txBody>
      </p:sp>
      <p:sp>
        <p:nvSpPr>
          <p:cNvPr id="37" name="object-488">
            <a:extLst xmlns:a="http://schemas.openxmlformats.org/drawingml/2006/main">
              <a:ext uri="{FF2B5EF4-FFF2-40B4-BE49-F238E27FC236}">
                <a16:creationId xmlns:a16="http://schemas.microsoft.com/office/drawing/2014/main" id="{ABD0D6B7-E58E-4EC2-9464-024048589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0425" y="6334125"/>
            <a:ext cx="5429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r">
              <a:defRPr sz="14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4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1547942906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1"/>
      <p:bldP spid="18" grpId="1"/>
      <p:bldP spid="19" grpId="1"/>
      <p:bldP spid="20" grpId="1"/>
      <p:bldP spid="21" grpId="1"/>
      <p:bldP spid="22" grpId="1"/>
      <p:bldP spid="23" grpId="1"/>
      <p:bldP spid="24" grpId="1"/>
      <p:bldP spid="25" grpId="1"/>
      <p:bldP spid="26" grpId="1"/>
      <p:bldP spid="27" grpId="1"/>
      <p:bldP spid="28" grpId="1"/>
      <p:bldP spid="29" grpId="1"/>
      <p:bldP spid="30" grpId="2"/>
      <p:bldP spid="31" grpId="2"/>
      <p:bldP spid="32" grpId="2"/>
      <p:bldP spid="33" grpId="2"/>
      <p:bldP spid="34" grpId="2"/>
      <p:bldP spid="35" grpId="2"/>
    </p:bldLst>
  </p:timing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2" name="object-489">
            <a:extLst xmlns:a="http://schemas.openxmlformats.org/drawingml/2006/main">
              <a:ext uri="{FF2B5EF4-FFF2-40B4-BE49-F238E27FC236}">
                <a16:creationId xmlns:a16="http://schemas.microsoft.com/office/drawing/2014/main" id="{E06EF0D9-3772-4FF3-92C3-410E56FE8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53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31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31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rPr>
              <a:t>切到耳机：三方接力</a:t>
            </a:r>
          </a:p>
        </p:txBody>
      </p:sp>
      <p:sp>
        <p:nvSpPr>
          <p:cNvPr id="2" name="object-490">
            <a:extLst xmlns:a="http://schemas.openxmlformats.org/drawingml/2006/main">
              <a:ext uri="{FF2B5EF4-FFF2-40B4-BE49-F238E27FC236}">
                <a16:creationId xmlns:a16="http://schemas.microsoft.com/office/drawing/2014/main" id="{33FF4299-3005-4D6C-889E-A39E18BE7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95400"/>
            <a:ext cx="10858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20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0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rPr>
              <a:t>三方接力换设备，节点不换人。</a:t>
            </a:r>
          </a:p>
        </p:txBody>
      </p:sp>
      <p:sp>
        <p:nvSpPr>
          <p:cNvPr id="3" name="object-491">
            <a:extLst xmlns:a="http://schemas.openxmlformats.org/drawingml/2006/main">
              <a:ext uri="{FF2B5EF4-FFF2-40B4-BE49-F238E27FC236}">
                <a16:creationId xmlns:a16="http://schemas.microsoft.com/office/drawing/2014/main" id="{21A7CD23-412A-4BE8-9A09-9DD15ACC5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828800"/>
            <a:ext cx="2286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276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object-492">
            <a:extLst xmlns:a="http://schemas.openxmlformats.org/drawingml/2006/main">
              <a:ext uri="{FF2B5EF4-FFF2-40B4-BE49-F238E27FC236}">
                <a16:creationId xmlns:a16="http://schemas.microsoft.com/office/drawing/2014/main" id="{1DE9ACBA-0C29-49EF-98F7-E299FAFB4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885950"/>
            <a:ext cx="2057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ctr">
              <a:def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设备策略</a:t>
            </a:r>
          </a:p>
        </p:txBody>
      </p:sp>
      <p:sp>
        <p:nvSpPr>
          <p:cNvPr id="5" name="line-493">
            <a:extLst xmlns:a="http://schemas.openxmlformats.org/drawingml/2006/main">
              <a:ext uri="{FF2B5EF4-FFF2-40B4-BE49-F238E27FC236}">
                <a16:creationId xmlns:a16="http://schemas.microsoft.com/office/drawing/2014/main" id="{FB4AE0DD-723E-434E-A8D4-2B49A0DE9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2266950"/>
            <a:ext cx="9525" cy="3829050"/>
          </a:xfrm>
          <a:custGeom xmlns:a="http://schemas.openxmlformats.org/drawingml/2006/main">
            <a:pathLst>
              <a:path w="9525" h="3829050">
                <a:moveTo>
                  <a:pt x="0" y="0"/>
                </a:moveTo>
                <a:lnTo>
                  <a:pt x="0" y="3829050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DCE5EE"/>
            </a:solidFill>
            <a:prstDash val="solid"/>
          </a:ln>
        </p:spPr>
      </p:sp>
      <p:sp>
        <p:nvSpPr>
          <p:cNvPr id="6" name="object-494">
            <a:extLst xmlns:a="http://schemas.openxmlformats.org/drawingml/2006/main">
              <a:ext uri="{FF2B5EF4-FFF2-40B4-BE49-F238E27FC236}">
                <a16:creationId xmlns:a16="http://schemas.microsoft.com/office/drawing/2014/main" id="{FCF3742A-E6C3-43B9-9B1B-8036D38F6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875" y="1828800"/>
            <a:ext cx="2286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263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object-495">
            <a:extLst xmlns:a="http://schemas.openxmlformats.org/drawingml/2006/main">
              <a:ext uri="{FF2B5EF4-FFF2-40B4-BE49-F238E27FC236}">
                <a16:creationId xmlns:a16="http://schemas.microsoft.com/office/drawing/2014/main" id="{B048169D-DAF9-4C0B-A8DE-FD72893E32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6175" y="1885950"/>
            <a:ext cx="2057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ctr">
              <a:def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管理器</a:t>
            </a:r>
          </a:p>
        </p:txBody>
      </p:sp>
      <p:sp>
        <p:nvSpPr>
          <p:cNvPr id="8" name="line-496">
            <a:extLst xmlns:a="http://schemas.openxmlformats.org/drawingml/2006/main">
              <a:ext uri="{FF2B5EF4-FFF2-40B4-BE49-F238E27FC236}">
                <a16:creationId xmlns:a16="http://schemas.microsoft.com/office/drawing/2014/main" id="{22C9DE93-EF4B-492C-938C-B1060DADE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875" y="2266950"/>
            <a:ext cx="9525" cy="3829050"/>
          </a:xfrm>
          <a:custGeom xmlns:a="http://schemas.openxmlformats.org/drawingml/2006/main">
            <a:pathLst>
              <a:path w="9525" h="3829050">
                <a:moveTo>
                  <a:pt x="0" y="0"/>
                </a:moveTo>
                <a:lnTo>
                  <a:pt x="0" y="3829050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DCE5EE"/>
            </a:solidFill>
            <a:prstDash val="solid"/>
          </a:ln>
        </p:spPr>
      </p:sp>
      <p:sp>
        <p:nvSpPr>
          <p:cNvPr id="9" name="object-497">
            <a:extLst xmlns:a="http://schemas.openxmlformats.org/drawingml/2006/main">
              <a:ext uri="{FF2B5EF4-FFF2-40B4-BE49-F238E27FC236}">
                <a16:creationId xmlns:a16="http://schemas.microsoft.com/office/drawing/2014/main" id="{D8421252-ED1C-4337-A4F5-B4DC4068B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828800"/>
            <a:ext cx="2286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263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object-498">
            <a:extLst xmlns:a="http://schemas.openxmlformats.org/drawingml/2006/main">
              <a:ext uri="{FF2B5EF4-FFF2-40B4-BE49-F238E27FC236}">
                <a16:creationId xmlns:a16="http://schemas.microsoft.com/office/drawing/2014/main" id="{0692192C-BF69-4968-8A19-304FA1E0A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1885950"/>
            <a:ext cx="2057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ctr">
              <a:def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旧设备 · 渲染侧</a:t>
            </a:r>
          </a:p>
        </p:txBody>
      </p:sp>
      <p:sp>
        <p:nvSpPr>
          <p:cNvPr id="11" name="line-499">
            <a:extLst xmlns:a="http://schemas.openxmlformats.org/drawingml/2006/main">
              <a:ext uri="{FF2B5EF4-FFF2-40B4-BE49-F238E27FC236}">
                <a16:creationId xmlns:a16="http://schemas.microsoft.com/office/drawing/2014/main" id="{4FAD1182-4611-4E3A-9B41-94FF91434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266950"/>
            <a:ext cx="9525" cy="3829050"/>
          </a:xfrm>
          <a:custGeom xmlns:a="http://schemas.openxmlformats.org/drawingml/2006/main">
            <a:pathLst>
              <a:path w="9525" h="3829050">
                <a:moveTo>
                  <a:pt x="0" y="0"/>
                </a:moveTo>
                <a:lnTo>
                  <a:pt x="0" y="3829050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DCE5EE"/>
            </a:solidFill>
            <a:prstDash val="solid"/>
          </a:ln>
        </p:spPr>
      </p:sp>
      <p:sp>
        <p:nvSpPr>
          <p:cNvPr id="12" name="object-500">
            <a:extLst xmlns:a="http://schemas.openxmlformats.org/drawingml/2006/main">
              <a:ext uri="{FF2B5EF4-FFF2-40B4-BE49-F238E27FC236}">
                <a16:creationId xmlns:a16="http://schemas.microsoft.com/office/drawing/2014/main" id="{B826D60B-3DEF-4E58-B4F6-906501116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1828800"/>
            <a:ext cx="2286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9A9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object-501">
            <a:extLst xmlns:a="http://schemas.openxmlformats.org/drawingml/2006/main">
              <a:ext uri="{FF2B5EF4-FFF2-40B4-BE49-F238E27FC236}">
                <a16:creationId xmlns:a16="http://schemas.microsoft.com/office/drawing/2014/main" id="{2BA8AB70-BBFA-472A-A7FD-731361A52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5925" y="1885950"/>
            <a:ext cx="2057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ctr">
              <a:def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新设备 · 渲染侧</a:t>
            </a:r>
          </a:p>
        </p:txBody>
      </p:sp>
      <p:sp>
        <p:nvSpPr>
          <p:cNvPr id="14" name="line-502">
            <a:extLst xmlns:a="http://schemas.openxmlformats.org/drawingml/2006/main">
              <a:ext uri="{FF2B5EF4-FFF2-40B4-BE49-F238E27FC236}">
                <a16:creationId xmlns:a16="http://schemas.microsoft.com/office/drawing/2014/main" id="{2EDD6DEE-9015-414C-8CF4-AD8420FB5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4625" y="2266950"/>
            <a:ext cx="9525" cy="3829050"/>
          </a:xfrm>
          <a:custGeom xmlns:a="http://schemas.openxmlformats.org/drawingml/2006/main">
            <a:pathLst>
              <a:path w="9525" h="3829050">
                <a:moveTo>
                  <a:pt x="0" y="0"/>
                </a:moveTo>
                <a:lnTo>
                  <a:pt x="0" y="3829050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DCE5EE"/>
            </a:solidFill>
            <a:prstDash val="solid"/>
          </a:ln>
        </p:spPr>
      </p:sp>
      <p:sp>
        <p:nvSpPr>
          <p:cNvPr id="15" name="reveal1-object-503">
            <a:extLst xmlns:a="http://schemas.openxmlformats.org/drawingml/2006/main">
              <a:ext uri="{FF2B5EF4-FFF2-40B4-BE49-F238E27FC236}">
                <a16:creationId xmlns:a16="http://schemas.microsoft.com/office/drawing/2014/main" id="{A3723647-48CB-402A-B88A-8FB4AB084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2305050"/>
            <a:ext cx="26574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ctr">
              <a:defRPr sz="1425" b="0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ctr">
              <a:defRPr sz="1425" b="0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rPr>
              <a:t>目标已选定：耳机</a:t>
            </a:r>
          </a:p>
        </p:txBody>
      </p:sp>
      <p:sp>
        <p:nvSpPr>
          <p:cNvPr id="16" name="reveal1-line-504">
            <a:extLst xmlns:a="http://schemas.openxmlformats.org/drawingml/2006/main">
              <a:ext uri="{FF2B5EF4-FFF2-40B4-BE49-F238E27FC236}">
                <a16:creationId xmlns:a16="http://schemas.microsoft.com/office/drawing/2014/main" id="{B952BB75-792E-4773-A76A-D0DA74576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2590800"/>
            <a:ext cx="2809875" cy="9525"/>
          </a:xfrm>
          <a:custGeom xmlns:a="http://schemas.openxmlformats.org/drawingml/2006/main">
            <a:pathLst>
              <a:path w="2809875" h="9525">
                <a:moveTo>
                  <a:pt x="0" y="0"/>
                </a:moveTo>
                <a:lnTo>
                  <a:pt x="28098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3379EB"/>
            </a:solidFill>
            <a:prstDash val="solid"/>
          </a:ln>
        </p:spPr>
      </p:sp>
      <p:sp>
        <p:nvSpPr>
          <p:cNvPr id="17" name="reveal1-line-505">
            <a:extLst xmlns:a="http://schemas.openxmlformats.org/drawingml/2006/main">
              <a:ext uri="{FF2B5EF4-FFF2-40B4-BE49-F238E27FC236}">
                <a16:creationId xmlns:a16="http://schemas.microsoft.com/office/drawing/2014/main" id="{6E5C0ACC-EE2A-4E00-B182-EEFB27EE5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07" y="2590800"/>
            <a:ext cx="85768" cy="41430"/>
          </a:xfrm>
          <a:custGeom xmlns:a="http://schemas.openxmlformats.org/drawingml/2006/main">
            <a:pathLst>
              <a:path w="85768" h="41430">
                <a:moveTo>
                  <a:pt x="0" y="41430"/>
                </a:moveTo>
                <a:lnTo>
                  <a:pt x="85768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3379EB"/>
            </a:solidFill>
            <a:prstDash val="solid"/>
          </a:ln>
        </p:spPr>
      </p:sp>
      <p:sp>
        <p:nvSpPr>
          <p:cNvPr id="18" name="reveal1-line-506">
            <a:extLst xmlns:a="http://schemas.openxmlformats.org/drawingml/2006/main">
              <a:ext uri="{FF2B5EF4-FFF2-40B4-BE49-F238E27FC236}">
                <a16:creationId xmlns:a16="http://schemas.microsoft.com/office/drawing/2014/main" id="{F898EDF8-C686-4654-AA29-A3926FC02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07" y="2549370"/>
            <a:ext cx="85768" cy="41430"/>
          </a:xfrm>
          <a:custGeom xmlns:a="http://schemas.openxmlformats.org/drawingml/2006/main">
            <a:pathLst>
              <a:path w="85768" h="41430">
                <a:moveTo>
                  <a:pt x="0" y="0"/>
                </a:moveTo>
                <a:lnTo>
                  <a:pt x="85768" y="4143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3379EB"/>
            </a:solidFill>
            <a:prstDash val="solid"/>
          </a:ln>
        </p:spPr>
      </p:sp>
      <p:sp>
        <p:nvSpPr>
          <p:cNvPr id="19" name="reveal1-object-507">
            <a:extLst xmlns:a="http://schemas.openxmlformats.org/drawingml/2006/main">
              <a:ext uri="{FF2B5EF4-FFF2-40B4-BE49-F238E27FC236}">
                <a16:creationId xmlns:a16="http://schemas.microsoft.com/office/drawing/2014/main" id="{F231E983-5655-4FA2-B56A-4DAAC3C32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91075" y="2667000"/>
            <a:ext cx="26574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ctr">
              <a:defRPr sz="1425" b="0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ctr">
              <a:defRPr sz="1425" b="0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rPr>
              <a:t>发起迁移</a:t>
            </a:r>
          </a:p>
        </p:txBody>
      </p:sp>
      <p:sp>
        <p:nvSpPr>
          <p:cNvPr id="20" name="reveal1-line-508">
            <a:extLst xmlns:a="http://schemas.openxmlformats.org/drawingml/2006/main">
              <a:ext uri="{FF2B5EF4-FFF2-40B4-BE49-F238E27FC236}">
                <a16:creationId xmlns:a16="http://schemas.microsoft.com/office/drawing/2014/main" id="{17073561-1CF8-4FA2-B328-5BAE8390F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875" y="2952750"/>
            <a:ext cx="2809875" cy="9525"/>
          </a:xfrm>
          <a:custGeom xmlns:a="http://schemas.openxmlformats.org/drawingml/2006/main">
            <a:pathLst>
              <a:path w="2809875" h="9525">
                <a:moveTo>
                  <a:pt x="0" y="0"/>
                </a:moveTo>
                <a:lnTo>
                  <a:pt x="28098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3379EB"/>
            </a:solidFill>
            <a:prstDash val="solid"/>
          </a:ln>
        </p:spPr>
      </p:sp>
      <p:sp>
        <p:nvSpPr>
          <p:cNvPr id="21" name="reveal1-line-509">
            <a:extLst xmlns:a="http://schemas.openxmlformats.org/drawingml/2006/main">
              <a:ext uri="{FF2B5EF4-FFF2-40B4-BE49-F238E27FC236}">
                <a16:creationId xmlns:a16="http://schemas.microsoft.com/office/drawing/2014/main" id="{A82A29BE-5D44-4496-B14D-40724469AA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8982" y="2952750"/>
            <a:ext cx="85768" cy="41430"/>
          </a:xfrm>
          <a:custGeom xmlns:a="http://schemas.openxmlformats.org/drawingml/2006/main">
            <a:pathLst>
              <a:path w="85768" h="41430">
                <a:moveTo>
                  <a:pt x="0" y="41430"/>
                </a:moveTo>
                <a:lnTo>
                  <a:pt x="85768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3379EB"/>
            </a:solidFill>
            <a:prstDash val="solid"/>
          </a:ln>
        </p:spPr>
      </p:sp>
      <p:sp>
        <p:nvSpPr>
          <p:cNvPr id="22" name="reveal1-line-510">
            <a:extLst xmlns:a="http://schemas.openxmlformats.org/drawingml/2006/main">
              <a:ext uri="{FF2B5EF4-FFF2-40B4-BE49-F238E27FC236}">
                <a16:creationId xmlns:a16="http://schemas.microsoft.com/office/drawing/2014/main" id="{D119578A-BF87-4FD2-A28E-DDD1FE4A1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8982" y="2911320"/>
            <a:ext cx="85768" cy="41430"/>
          </a:xfrm>
          <a:custGeom xmlns:a="http://schemas.openxmlformats.org/drawingml/2006/main">
            <a:pathLst>
              <a:path w="85768" h="41430">
                <a:moveTo>
                  <a:pt x="0" y="0"/>
                </a:moveTo>
                <a:lnTo>
                  <a:pt x="85768" y="4143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3379EB"/>
            </a:solidFill>
            <a:prstDash val="solid"/>
          </a:ln>
        </p:spPr>
      </p:sp>
      <p:sp>
        <p:nvSpPr>
          <p:cNvPr id="23" name="reveal1-object-511">
            <a:extLst xmlns:a="http://schemas.openxmlformats.org/drawingml/2006/main">
              <a:ext uri="{FF2B5EF4-FFF2-40B4-BE49-F238E27FC236}">
                <a16:creationId xmlns:a16="http://schemas.microsoft.com/office/drawing/2014/main" id="{503FACAD-E58B-46A9-8411-39B9730FF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3181350"/>
            <a:ext cx="3048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ctr">
              <a:defRPr sz="1425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ctr">
              <a:defRPr sz="1425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rPr>
              <a:t>摘除旧连接，节点带着状态保留</a:t>
            </a:r>
          </a:p>
        </p:txBody>
      </p:sp>
      <p:sp>
        <p:nvSpPr>
          <p:cNvPr id="24" name="reveal1-object-512">
            <a:extLst xmlns:a="http://schemas.openxmlformats.org/drawingml/2006/main">
              <a:ext uri="{FF2B5EF4-FFF2-40B4-BE49-F238E27FC236}">
                <a16:creationId xmlns:a16="http://schemas.microsoft.com/office/drawing/2014/main" id="{70ADA674-28EE-4A44-97A0-4991C8607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3562350"/>
            <a:ext cx="20002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9A9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reveal1-object-513">
            <a:extLst xmlns:a="http://schemas.openxmlformats.org/drawingml/2006/main">
              <a:ext uri="{FF2B5EF4-FFF2-40B4-BE49-F238E27FC236}">
                <a16:creationId xmlns:a16="http://schemas.microsoft.com/office/drawing/2014/main" id="{51644D21-08BB-4253-B531-CA51A62DB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38925" y="3619500"/>
            <a:ext cx="1771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ctr"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音乐 A · 输入节点</a:t>
            </a:r>
          </a:p>
        </p:txBody>
      </p:sp>
      <p:sp>
        <p:nvSpPr>
          <p:cNvPr id="26" name="reveal1-object-514">
            <a:extLst xmlns:a="http://schemas.openxmlformats.org/drawingml/2006/main">
              <a:ext uri="{FF2B5EF4-FFF2-40B4-BE49-F238E27FC236}">
                <a16:creationId xmlns:a16="http://schemas.microsoft.com/office/drawing/2014/main" id="{E3B4E923-FDC4-472B-99D3-80FE05768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91075" y="4019550"/>
            <a:ext cx="26574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ctr">
              <a:defRPr sz="1425" b="0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ctr">
              <a:defRPr sz="1425" b="0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rPr>
              <a:t>交接：同一个输入节点</a:t>
            </a:r>
          </a:p>
        </p:txBody>
      </p:sp>
      <p:sp>
        <p:nvSpPr>
          <p:cNvPr id="27" name="reveal1-line-515">
            <a:extLst xmlns:a="http://schemas.openxmlformats.org/drawingml/2006/main">
              <a:ext uri="{FF2B5EF4-FFF2-40B4-BE49-F238E27FC236}">
                <a16:creationId xmlns:a16="http://schemas.microsoft.com/office/drawing/2014/main" id="{9A2A57BC-9546-4C1F-8827-3A91EC839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875" y="4305300"/>
            <a:ext cx="2809875" cy="9525"/>
          </a:xfrm>
          <a:custGeom xmlns:a="http://schemas.openxmlformats.org/drawingml/2006/main">
            <a:pathLst>
              <a:path w="2809875" h="9525">
                <a:moveTo>
                  <a:pt x="2809875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119A92"/>
            </a:solidFill>
            <a:prstDash val="solid"/>
          </a:ln>
        </p:spPr>
      </p:sp>
      <p:sp>
        <p:nvSpPr>
          <p:cNvPr id="28" name="reveal1-line-516">
            <a:extLst xmlns:a="http://schemas.openxmlformats.org/drawingml/2006/main">
              <a:ext uri="{FF2B5EF4-FFF2-40B4-BE49-F238E27FC236}">
                <a16:creationId xmlns:a16="http://schemas.microsoft.com/office/drawing/2014/main" id="{61912237-E7AE-4187-A6DA-A1F7BCB04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875" y="4263870"/>
            <a:ext cx="85768" cy="41430"/>
          </a:xfrm>
          <a:custGeom xmlns:a="http://schemas.openxmlformats.org/drawingml/2006/main">
            <a:pathLst>
              <a:path w="85768" h="41430">
                <a:moveTo>
                  <a:pt x="85768" y="0"/>
                </a:moveTo>
                <a:lnTo>
                  <a:pt x="0" y="4143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119A92"/>
            </a:solidFill>
            <a:prstDash val="solid"/>
          </a:ln>
        </p:spPr>
      </p:sp>
      <p:sp>
        <p:nvSpPr>
          <p:cNvPr id="29" name="reveal1-line-517">
            <a:extLst xmlns:a="http://schemas.openxmlformats.org/drawingml/2006/main">
              <a:ext uri="{FF2B5EF4-FFF2-40B4-BE49-F238E27FC236}">
                <a16:creationId xmlns:a16="http://schemas.microsoft.com/office/drawing/2014/main" id="{62A78DC0-10EB-4964-8FEC-A5E2C4F5FB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875" y="4305300"/>
            <a:ext cx="85768" cy="41430"/>
          </a:xfrm>
          <a:custGeom xmlns:a="http://schemas.openxmlformats.org/drawingml/2006/main">
            <a:pathLst>
              <a:path w="85768" h="41430">
                <a:moveTo>
                  <a:pt x="85768" y="4143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119A92"/>
            </a:solidFill>
            <a:prstDash val="solid"/>
          </a:ln>
        </p:spPr>
      </p:sp>
      <p:sp>
        <p:nvSpPr>
          <p:cNvPr id="30" name="reveal2-object-518">
            <a:extLst xmlns:a="http://schemas.openxmlformats.org/drawingml/2006/main">
              <a:ext uri="{FF2B5EF4-FFF2-40B4-BE49-F238E27FC236}">
                <a16:creationId xmlns:a16="http://schemas.microsoft.com/office/drawing/2014/main" id="{7D6FFA71-4EEF-4800-9422-5A24DD3BE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91075" y="4476750"/>
            <a:ext cx="5467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ctr">
              <a:defRPr sz="1425" b="0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ctr">
              <a:defRPr sz="1425" b="0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rPr>
              <a:t>节点交接到目标侧</a:t>
            </a:r>
          </a:p>
        </p:txBody>
      </p:sp>
      <p:sp>
        <p:nvSpPr>
          <p:cNvPr id="31" name="reveal2-line-519">
            <a:extLst xmlns:a="http://schemas.openxmlformats.org/drawingml/2006/main">
              <a:ext uri="{FF2B5EF4-FFF2-40B4-BE49-F238E27FC236}">
                <a16:creationId xmlns:a16="http://schemas.microsoft.com/office/drawing/2014/main" id="{03E4A140-23CC-469D-9CA9-893A8E21E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875" y="4762500"/>
            <a:ext cx="5619750" cy="9525"/>
          </a:xfrm>
          <a:custGeom xmlns:a="http://schemas.openxmlformats.org/drawingml/2006/main">
            <a:pathLst>
              <a:path w="5619750" h="9525">
                <a:moveTo>
                  <a:pt x="0" y="0"/>
                </a:moveTo>
                <a:lnTo>
                  <a:pt x="56197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3379EB"/>
            </a:solidFill>
            <a:prstDash val="solid"/>
          </a:ln>
        </p:spPr>
      </p:sp>
      <p:sp>
        <p:nvSpPr>
          <p:cNvPr id="32" name="reveal2-line-520">
            <a:extLst xmlns:a="http://schemas.openxmlformats.org/drawingml/2006/main">
              <a:ext uri="{FF2B5EF4-FFF2-40B4-BE49-F238E27FC236}">
                <a16:creationId xmlns:a16="http://schemas.microsoft.com/office/drawing/2014/main" id="{2308498B-E30B-4DB9-B762-EF28DB0D4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8857" y="4762500"/>
            <a:ext cx="85768" cy="41430"/>
          </a:xfrm>
          <a:custGeom xmlns:a="http://schemas.openxmlformats.org/drawingml/2006/main">
            <a:pathLst>
              <a:path w="85768" h="41430">
                <a:moveTo>
                  <a:pt x="0" y="41430"/>
                </a:moveTo>
                <a:lnTo>
                  <a:pt x="85768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3379EB"/>
            </a:solidFill>
            <a:prstDash val="solid"/>
          </a:ln>
        </p:spPr>
      </p:sp>
      <p:sp>
        <p:nvSpPr>
          <p:cNvPr id="33" name="reveal2-line-521">
            <a:extLst xmlns:a="http://schemas.openxmlformats.org/drawingml/2006/main">
              <a:ext uri="{FF2B5EF4-FFF2-40B4-BE49-F238E27FC236}">
                <a16:creationId xmlns:a16="http://schemas.microsoft.com/office/drawing/2014/main" id="{D09BAC04-F064-40D2-A6A7-FC8C6489F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8857" y="4721070"/>
            <a:ext cx="85768" cy="41430"/>
          </a:xfrm>
          <a:custGeom xmlns:a="http://schemas.openxmlformats.org/drawingml/2006/main">
            <a:pathLst>
              <a:path w="85768" h="41430">
                <a:moveTo>
                  <a:pt x="0" y="0"/>
                </a:moveTo>
                <a:lnTo>
                  <a:pt x="85768" y="4143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3379EB"/>
            </a:solidFill>
            <a:prstDash val="solid"/>
          </a:ln>
        </p:spPr>
      </p:sp>
      <p:sp>
        <p:nvSpPr>
          <p:cNvPr id="34" name="reveal2-object-522">
            <a:extLst xmlns:a="http://schemas.openxmlformats.org/drawingml/2006/main">
              <a:ext uri="{FF2B5EF4-FFF2-40B4-BE49-F238E27FC236}">
                <a16:creationId xmlns:a16="http://schemas.microsoft.com/office/drawing/2014/main" id="{7244D78B-17F6-476C-BEA4-FEA2927D6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501015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ctr">
              <a:defRPr sz="1425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ctr">
              <a:defRPr sz="1425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rPr>
              <a:t>改设备信息、调帧长，运行中才接入</a:t>
            </a:r>
          </a:p>
        </p:txBody>
      </p:sp>
      <p:sp>
        <p:nvSpPr>
          <p:cNvPr id="35" name="reveal2-object-523">
            <a:extLst xmlns:a="http://schemas.openxmlformats.org/drawingml/2006/main">
              <a:ext uri="{FF2B5EF4-FFF2-40B4-BE49-F238E27FC236}">
                <a16:creationId xmlns:a16="http://schemas.microsoft.com/office/drawing/2014/main" id="{0C18CA5E-6ABF-47A3-96EE-2795129DA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5391150"/>
            <a:ext cx="26574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ctr">
              <a:defRPr sz="1425" b="0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ctr">
              <a:defRPr sz="1425" b="0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rPr>
              <a:t>归属更新：耳机</a:t>
            </a:r>
          </a:p>
        </p:txBody>
      </p:sp>
      <p:sp>
        <p:nvSpPr>
          <p:cNvPr id="36" name="reveal2-line-524">
            <a:extLst xmlns:a="http://schemas.openxmlformats.org/drawingml/2006/main">
              <a:ext uri="{FF2B5EF4-FFF2-40B4-BE49-F238E27FC236}">
                <a16:creationId xmlns:a16="http://schemas.microsoft.com/office/drawing/2014/main" id="{3E49FC88-CA66-405D-A76B-F2ADE88A3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5676900"/>
            <a:ext cx="2809875" cy="9525"/>
          </a:xfrm>
          <a:custGeom xmlns:a="http://schemas.openxmlformats.org/drawingml/2006/main">
            <a:pathLst>
              <a:path w="2809875" h="9525">
                <a:moveTo>
                  <a:pt x="2809875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119A92"/>
            </a:solidFill>
            <a:prstDash val="solid"/>
          </a:ln>
        </p:spPr>
      </p:sp>
      <p:sp>
        <p:nvSpPr>
          <p:cNvPr id="37" name="reveal2-line-525">
            <a:extLst xmlns:a="http://schemas.openxmlformats.org/drawingml/2006/main">
              <a:ext uri="{FF2B5EF4-FFF2-40B4-BE49-F238E27FC236}">
                <a16:creationId xmlns:a16="http://schemas.microsoft.com/office/drawing/2014/main" id="{9EAD9B34-6B96-4654-BB85-5E9457363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5635470"/>
            <a:ext cx="85768" cy="41430"/>
          </a:xfrm>
          <a:custGeom xmlns:a="http://schemas.openxmlformats.org/drawingml/2006/main">
            <a:pathLst>
              <a:path w="85768" h="41430">
                <a:moveTo>
                  <a:pt x="85768" y="0"/>
                </a:moveTo>
                <a:lnTo>
                  <a:pt x="0" y="4143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119A92"/>
            </a:solidFill>
            <a:prstDash val="solid"/>
          </a:ln>
        </p:spPr>
      </p:sp>
      <p:sp>
        <p:nvSpPr>
          <p:cNvPr id="38" name="reveal2-line-526">
            <a:extLst xmlns:a="http://schemas.openxmlformats.org/drawingml/2006/main">
              <a:ext uri="{FF2B5EF4-FFF2-40B4-BE49-F238E27FC236}">
                <a16:creationId xmlns:a16="http://schemas.microsoft.com/office/drawing/2014/main" id="{A5B62288-5C4F-4E63-A68F-FD6FA74C1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5676900"/>
            <a:ext cx="85768" cy="41430"/>
          </a:xfrm>
          <a:custGeom xmlns:a="http://schemas.openxmlformats.org/drawingml/2006/main">
            <a:pathLst>
              <a:path w="85768" h="41430">
                <a:moveTo>
                  <a:pt x="85768" y="4143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119A92"/>
            </a:solidFill>
            <a:prstDash val="solid"/>
          </a:ln>
        </p:spPr>
      </p:sp>
      <p:sp>
        <p:nvSpPr>
          <p:cNvPr id="39" name="reveal2-object-527">
            <a:extLst xmlns:a="http://schemas.openxmlformats.org/drawingml/2006/main">
              <a:ext uri="{FF2B5EF4-FFF2-40B4-BE49-F238E27FC236}">
                <a16:creationId xmlns:a16="http://schemas.microsoft.com/office/drawing/2014/main" id="{EF4B67EE-FDEB-461A-A1AB-213B6B86C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0"/>
            <a:ext cx="10858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1875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875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rPr>
              <a:t>节点不换人，参数跟设备走：音乐 A 全程是同一路。</a:t>
            </a:r>
          </a:p>
        </p:txBody>
      </p:sp>
      <p:sp>
        <p:nvSpPr>
          <p:cNvPr id="40" name="object-528">
            <a:extLst xmlns:a="http://schemas.openxmlformats.org/drawingml/2006/main">
              <a:ext uri="{FF2B5EF4-FFF2-40B4-BE49-F238E27FC236}">
                <a16:creationId xmlns:a16="http://schemas.microsoft.com/office/drawing/2014/main" id="{9F2088BA-11D0-4C23-B2F5-7B1702674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4125"/>
            <a:ext cx="10191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12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rPr>
              <a:t>时序为普通迁移路径示意。</a:t>
            </a:r>
          </a:p>
        </p:txBody>
      </p:sp>
      <p:sp>
        <p:nvSpPr>
          <p:cNvPr id="41" name="object-529">
            <a:extLst xmlns:a="http://schemas.openxmlformats.org/drawingml/2006/main">
              <a:ext uri="{FF2B5EF4-FFF2-40B4-BE49-F238E27FC236}">
                <a16:creationId xmlns:a16="http://schemas.microsoft.com/office/drawing/2014/main" id="{9A107D89-D87B-4251-85EB-7DBE0A8F3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0425" y="6334125"/>
            <a:ext cx="5429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r">
              <a:defRPr sz="14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4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517716971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1"/>
      <p:bldP spid="16" grpId="1"/>
      <p:bldP spid="17" grpId="1"/>
      <p:bldP spid="18" grpId="1"/>
      <p:bldP spid="19" grpId="1"/>
      <p:bldP spid="20" grpId="1"/>
      <p:bldP spid="21" grpId="1"/>
      <p:bldP spid="22" grpId="1"/>
      <p:bldP spid="23" grpId="1"/>
      <p:bldP spid="24" grpId="1"/>
      <p:bldP spid="25" grpId="1"/>
      <p:bldP spid="26" grpId="1"/>
      <p:bldP spid="27" grpId="1"/>
      <p:bldP spid="28" grpId="1"/>
      <p:bldP spid="29" grpId="1"/>
      <p:bldP spid="30" grpId="2"/>
      <p:bldP spid="31" grpId="2"/>
      <p:bldP spid="32" grpId="2"/>
      <p:bldP spid="33" grpId="2"/>
      <p:bldP spid="34" grpId="2"/>
      <p:bldP spid="35" grpId="2"/>
      <p:bldP spid="36" grpId="2"/>
      <p:bldP spid="37" grpId="2"/>
      <p:bldP spid="38" grpId="2"/>
      <p:bldP spid="39" grpId="2"/>
    </p:bldLst>
  </p:timing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object-530">
            <a:extLst xmlns:a="http://schemas.openxmlformats.org/drawingml/2006/main">
              <a:ext uri="{FF2B5EF4-FFF2-40B4-BE49-F238E27FC236}">
                <a16:creationId xmlns:a16="http://schemas.microsoft.com/office/drawing/2014/main" id="{C715B688-E12F-4B6E-A01F-C5927620D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53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31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31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rPr>
              <a:t>三个保证，落在代码的哪里？</a:t>
            </a:r>
          </a:p>
        </p:txBody>
      </p:sp>
      <p:sp>
        <p:nvSpPr>
          <p:cNvPr id="2" name="object-531">
            <a:extLst xmlns:a="http://schemas.openxmlformats.org/drawingml/2006/main">
              <a:ext uri="{FF2B5EF4-FFF2-40B4-BE49-F238E27FC236}">
                <a16:creationId xmlns:a16="http://schemas.microsoft.com/office/drawing/2014/main" id="{9C0FAE95-F3CF-4192-A423-F34B3958B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95400"/>
            <a:ext cx="10858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20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0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rPr>
              <a:t>三个保证不是设计愿望，各有具体落点。</a:t>
            </a:r>
          </a:p>
        </p:txBody>
      </p:sp>
      <p:sp>
        <p:nvSpPr>
          <p:cNvPr id="3" name="object-532">
            <a:extLst xmlns:a="http://schemas.openxmlformats.org/drawingml/2006/main">
              <a:ext uri="{FF2B5EF4-FFF2-40B4-BE49-F238E27FC236}">
                <a16:creationId xmlns:a16="http://schemas.microsoft.com/office/drawing/2014/main" id="{1E30E874-F2A8-44B4-901E-3F2C35727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1866900"/>
            <a:ext cx="4572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1650" b="1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650" b="1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rPr>
              <a:t>引擎的保证</a:t>
            </a:r>
          </a:p>
        </p:txBody>
      </p:sp>
      <p:sp>
        <p:nvSpPr>
          <p:cNvPr id="4" name="object-533">
            <a:extLst xmlns:a="http://schemas.openxmlformats.org/drawingml/2006/main">
              <a:ext uri="{FF2B5EF4-FFF2-40B4-BE49-F238E27FC236}">
                <a16:creationId xmlns:a16="http://schemas.microsoft.com/office/drawing/2014/main" id="{D3DDA458-6A0F-4569-A71E-A0EAD73CC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1866900"/>
            <a:ext cx="476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1650" b="1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650" b="1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rPr>
              <a:t>代码里的落点</a:t>
            </a:r>
          </a:p>
        </p:txBody>
      </p:sp>
      <p:sp>
        <p:nvSpPr>
          <p:cNvPr id="5" name="reveal1-object-534">
            <a:extLst xmlns:a="http://schemas.openxmlformats.org/drawingml/2006/main">
              <a:ext uri="{FF2B5EF4-FFF2-40B4-BE49-F238E27FC236}">
                <a16:creationId xmlns:a16="http://schemas.microsoft.com/office/drawing/2014/main" id="{057CDDCC-1746-4B29-9E99-6ED1F187B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9800"/>
            <a:ext cx="1333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2025" b="1">
                <a:solidFill>
                  <a:srgbClr val="C9783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025" b="1">
                <a:solidFill>
                  <a:srgbClr val="C9783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C97835"/>
                </a:solidFill>
                <a:latin typeface="Microsoft YaHei"/>
                <a:ea typeface="Microsoft YaHei"/>
                <a:cs typeface="Microsoft YaHei"/>
              </a:rPr>
              <a:t>暂停</a:t>
            </a:r>
          </a:p>
        </p:txBody>
      </p:sp>
      <p:sp>
        <p:nvSpPr>
          <p:cNvPr id="6" name="reveal1-object-535">
            <a:extLst xmlns:a="http://schemas.openxmlformats.org/drawingml/2006/main">
              <a:ext uri="{FF2B5EF4-FFF2-40B4-BE49-F238E27FC236}">
                <a16:creationId xmlns:a16="http://schemas.microsoft.com/office/drawing/2014/main" id="{B7765242-820E-4FAE-9DEC-E58CC401F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2171700"/>
            <a:ext cx="4572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263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reveal1-object-536">
            <a:extLst xmlns:a="http://schemas.openxmlformats.org/drawingml/2006/main">
              <a:ext uri="{FF2B5EF4-FFF2-40B4-BE49-F238E27FC236}">
                <a16:creationId xmlns:a16="http://schemas.microsoft.com/office/drawing/2014/main" id="{0FE944E0-DA4C-4319-9D26-8B7979809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2228850"/>
            <a:ext cx="43434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ctr">
              <a:def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ctr">
              <a:def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渐变挂在增益节点上，逐帧执行</a:t>
            </a:r>
          </a:p>
        </p:txBody>
      </p:sp>
      <p:sp>
        <p:nvSpPr>
          <p:cNvPr id="8" name="reveal1-object-537">
            <a:extLst xmlns:a="http://schemas.openxmlformats.org/drawingml/2006/main">
              <a:ext uri="{FF2B5EF4-FFF2-40B4-BE49-F238E27FC236}">
                <a16:creationId xmlns:a16="http://schemas.microsoft.com/office/drawing/2014/main" id="{C74843FB-154D-4CF5-9DEC-DD5E48130B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2209800"/>
            <a:ext cx="4762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1650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rPr>
              <a:t>做完才回调收尾，收尾再排队</a:t>
            </a:r>
          </a:p>
        </p:txBody>
      </p:sp>
      <p:sp>
        <p:nvSpPr>
          <p:cNvPr id="9" name="reveal1-object-538">
            <a:extLst xmlns:a="http://schemas.openxmlformats.org/drawingml/2006/main">
              <a:ext uri="{FF2B5EF4-FFF2-40B4-BE49-F238E27FC236}">
                <a16:creationId xmlns:a16="http://schemas.microsoft.com/office/drawing/2014/main" id="{71DB8D39-84F9-4C38-BD52-E6DEB82B6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52750"/>
            <a:ext cx="1333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2025" b="1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025" b="1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rPr>
              <a:t>恢复</a:t>
            </a:r>
          </a:p>
        </p:txBody>
      </p:sp>
      <p:sp>
        <p:nvSpPr>
          <p:cNvPr id="10" name="reveal1-object-539">
            <a:extLst xmlns:a="http://schemas.openxmlformats.org/drawingml/2006/main">
              <a:ext uri="{FF2B5EF4-FFF2-40B4-BE49-F238E27FC236}">
                <a16:creationId xmlns:a16="http://schemas.microsoft.com/office/drawing/2014/main" id="{29E5910C-CFD8-40AE-8AC5-9F051FF3C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2914650"/>
            <a:ext cx="4572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263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reveal1-object-540">
            <a:extLst xmlns:a="http://schemas.openxmlformats.org/drawingml/2006/main">
              <a:ext uri="{FF2B5EF4-FFF2-40B4-BE49-F238E27FC236}">
                <a16:creationId xmlns:a16="http://schemas.microsoft.com/office/drawing/2014/main" id="{B8900992-A2E8-4FBB-8DEB-E45618A0F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2971800"/>
            <a:ext cx="43434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ctr">
              <a:def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ctr">
              <a:def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第一步就把状态改成“运行中”</a:t>
            </a:r>
          </a:p>
        </p:txBody>
      </p:sp>
      <p:sp>
        <p:nvSpPr>
          <p:cNvPr id="12" name="reveal1-object-541">
            <a:extLst xmlns:a="http://schemas.openxmlformats.org/drawingml/2006/main">
              <a:ext uri="{FF2B5EF4-FFF2-40B4-BE49-F238E27FC236}">
                <a16:creationId xmlns:a16="http://schemas.microsoft.com/office/drawing/2014/main" id="{A3E003E6-6936-466D-A8D6-B3291EACC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2952750"/>
            <a:ext cx="4762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1650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rPr>
              <a:t>旧收尾首行检查它，已运行即返回</a:t>
            </a:r>
          </a:p>
        </p:txBody>
      </p:sp>
      <p:sp>
        <p:nvSpPr>
          <p:cNvPr id="13" name="reveal2-object-542">
            <a:extLst xmlns:a="http://schemas.openxmlformats.org/drawingml/2006/main">
              <a:ext uri="{FF2B5EF4-FFF2-40B4-BE49-F238E27FC236}">
                <a16:creationId xmlns:a16="http://schemas.microsoft.com/office/drawing/2014/main" id="{71A01552-67DC-4FB2-AFAF-C1687F222D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95700"/>
            <a:ext cx="1333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2025" b="1">
                <a:solidFill>
                  <a:srgbClr val="887798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025" b="1">
                <a:solidFill>
                  <a:srgbClr val="88779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887798"/>
                </a:solidFill>
                <a:latin typeface="Microsoft YaHei"/>
                <a:ea typeface="Microsoft YaHei"/>
                <a:cs typeface="Microsoft YaHei"/>
              </a:rPr>
              <a:t>淡入时机</a:t>
            </a:r>
          </a:p>
        </p:txBody>
      </p:sp>
      <p:sp>
        <p:nvSpPr>
          <p:cNvPr id="14" name="reveal2-object-543">
            <a:extLst xmlns:a="http://schemas.openxmlformats.org/drawingml/2006/main">
              <a:ext uri="{FF2B5EF4-FFF2-40B4-BE49-F238E27FC236}">
                <a16:creationId xmlns:a16="http://schemas.microsoft.com/office/drawing/2014/main" id="{2B47C64F-BFEA-4230-8AA1-E32FF7469B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3657600"/>
            <a:ext cx="4572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263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reveal2-object-544">
            <a:extLst xmlns:a="http://schemas.openxmlformats.org/drawingml/2006/main">
              <a:ext uri="{FF2B5EF4-FFF2-40B4-BE49-F238E27FC236}">
                <a16:creationId xmlns:a16="http://schemas.microsoft.com/office/drawing/2014/main" id="{84B398A7-BFEB-4717-924B-D5856B1FB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3714750"/>
            <a:ext cx="43434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ctr">
              <a:def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ctr">
              <a:def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接通后立刻挂淡入，再启动音效</a:t>
            </a:r>
          </a:p>
        </p:txBody>
      </p:sp>
      <p:sp>
        <p:nvSpPr>
          <p:cNvPr id="16" name="reveal2-object-545">
            <a:extLst xmlns:a="http://schemas.openxmlformats.org/drawingml/2006/main">
              <a:ext uri="{FF2B5EF4-FFF2-40B4-BE49-F238E27FC236}">
                <a16:creationId xmlns:a16="http://schemas.microsoft.com/office/drawing/2014/main" id="{C89FCC5A-AFD8-43E6-9C25-C73802029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3695700"/>
            <a:ext cx="4762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1650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rPr>
              <a:t>注释写明：晚了会漏全音量数据帧</a:t>
            </a:r>
          </a:p>
        </p:txBody>
      </p:sp>
      <p:sp>
        <p:nvSpPr>
          <p:cNvPr id="17" name="reveal2-object-546">
            <a:extLst xmlns:a="http://schemas.openxmlformats.org/drawingml/2006/main">
              <a:ext uri="{FF2B5EF4-FFF2-40B4-BE49-F238E27FC236}">
                <a16:creationId xmlns:a16="http://schemas.microsoft.com/office/drawing/2014/main" id="{C41C1F90-FAB4-42DD-8DBD-44BD2ACAF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38650"/>
            <a:ext cx="1333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2025" b="1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025" b="1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rPr>
              <a:t>切耳机</a:t>
            </a:r>
          </a:p>
        </p:txBody>
      </p:sp>
      <p:sp>
        <p:nvSpPr>
          <p:cNvPr id="18" name="reveal2-object-547">
            <a:extLst xmlns:a="http://schemas.openxmlformats.org/drawingml/2006/main">
              <a:ext uri="{FF2B5EF4-FFF2-40B4-BE49-F238E27FC236}">
                <a16:creationId xmlns:a16="http://schemas.microsoft.com/office/drawing/2014/main" id="{16BBAA73-B020-4E40-8AC9-9714092A7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4400550"/>
            <a:ext cx="4572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263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reveal2-object-548">
            <a:extLst xmlns:a="http://schemas.openxmlformats.org/drawingml/2006/main">
              <a:ext uri="{FF2B5EF4-FFF2-40B4-BE49-F238E27FC236}">
                <a16:creationId xmlns:a16="http://schemas.microsoft.com/office/drawing/2014/main" id="{E915F5DE-173B-48FB-AE82-6E5604AE9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4457700"/>
            <a:ext cx="43434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ctr">
              <a:def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ctr">
              <a:def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节点带状态交接，目标侧调帧长</a:t>
            </a:r>
          </a:p>
        </p:txBody>
      </p:sp>
      <p:sp>
        <p:nvSpPr>
          <p:cNvPr id="20" name="reveal2-object-549">
            <a:extLst xmlns:a="http://schemas.openxmlformats.org/drawingml/2006/main">
              <a:ext uri="{FF2B5EF4-FFF2-40B4-BE49-F238E27FC236}">
                <a16:creationId xmlns:a16="http://schemas.microsoft.com/office/drawing/2014/main" id="{9E9912EF-F57A-4AE2-861F-32A04C783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4438650"/>
            <a:ext cx="4762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1650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rPr>
              <a:t>只有运行中的会话才接入新链</a:t>
            </a:r>
          </a:p>
        </p:txBody>
      </p:sp>
      <p:sp>
        <p:nvSpPr>
          <p:cNvPr id="21" name="reveal2-object-550">
            <a:extLst xmlns:a="http://schemas.openxmlformats.org/drawingml/2006/main">
              <a:ext uri="{FF2B5EF4-FFF2-40B4-BE49-F238E27FC236}">
                <a16:creationId xmlns:a16="http://schemas.microsoft.com/office/drawing/2014/main" id="{B4444AFF-DD8E-4053-B69E-B8134E831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34000"/>
            <a:ext cx="10858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19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9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rPr>
              <a:t>一个状态标志、一行状态检查、一个先后顺序、一次参数调整，</a:t>
            </a:r>
          </a:p>
          <a:p xmlns:a="http://schemas.openxmlformats.org/drawingml/2006/main">
            <a:pPr algn="l">
              <a:defRPr sz="19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rPr>
              <a:t>复杂性摊开看，是这些小保证的叠加。</a:t>
            </a:r>
          </a:p>
        </p:txBody>
      </p:sp>
      <p:sp>
        <p:nvSpPr>
          <p:cNvPr id="22" name="object-551">
            <a:extLst xmlns:a="http://schemas.openxmlformats.org/drawingml/2006/main">
              <a:ext uri="{FF2B5EF4-FFF2-40B4-BE49-F238E27FC236}">
                <a16:creationId xmlns:a16="http://schemas.microsoft.com/office/drawing/2014/main" id="{22582CA9-CE6E-426F-9B8C-CBF1493D0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4125"/>
            <a:ext cx="10191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12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rPr>
              <a:t>左列为引擎行为，右列为代码落点；行号见讲稿附录。</a:t>
            </a:r>
          </a:p>
        </p:txBody>
      </p:sp>
      <p:sp>
        <p:nvSpPr>
          <p:cNvPr id="23" name="object-552">
            <a:extLst xmlns:a="http://schemas.openxmlformats.org/drawingml/2006/main">
              <a:ext uri="{FF2B5EF4-FFF2-40B4-BE49-F238E27FC236}">
                <a16:creationId xmlns:a16="http://schemas.microsoft.com/office/drawing/2014/main" id="{96197783-FD2F-4ECB-8D89-EB346B551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0425" y="6334125"/>
            <a:ext cx="5429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r">
              <a:defRPr sz="14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4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304970014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1"/>
      <p:bldP spid="6" grpId="1"/>
      <p:bldP spid="7" grpId="1"/>
      <p:bldP spid="8" grpId="1"/>
      <p:bldP spid="9" grpId="1"/>
      <p:bldP spid="10" grpId="1"/>
      <p:bldP spid="11" grpId="1"/>
      <p:bldP spid="12" grpId="1"/>
      <p:bldP spid="13" grpId="2"/>
      <p:bldP spid="14" grpId="2"/>
      <p:bldP spid="15" grpId="2"/>
      <p:bldP spid="16" grpId="2"/>
      <p:bldP spid="17" grpId="2"/>
      <p:bldP spid="18" grpId="2"/>
      <p:bldP spid="19" grpId="2"/>
      <p:bldP spid="20" grpId="2"/>
      <p:bldP spid="21" grpId="2"/>
    </p:bldLst>
  </p:timing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object-553">
            <a:extLst xmlns:a="http://schemas.openxmlformats.org/drawingml/2006/main">
              <a:ext uri="{FF2B5EF4-FFF2-40B4-BE49-F238E27FC236}">
                <a16:creationId xmlns:a16="http://schemas.microsoft.com/office/drawing/2014/main" id="{6833F8A6-1D1B-4E4D-8B2E-ADDFA9EC2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53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31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31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rPr>
              <a:t>再看这三个操作</a:t>
            </a:r>
          </a:p>
        </p:txBody>
      </p:sp>
      <p:sp>
        <p:nvSpPr>
          <p:cNvPr id="2" name="object-554">
            <a:extLst xmlns:a="http://schemas.openxmlformats.org/drawingml/2006/main">
              <a:ext uri="{FF2B5EF4-FFF2-40B4-BE49-F238E27FC236}">
                <a16:creationId xmlns:a16="http://schemas.microsoft.com/office/drawing/2014/main" id="{EF60606E-CFF7-413E-A234-5D12CD254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33500"/>
            <a:ext cx="10858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2100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100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rPr>
              <a:t>回到这一路音乐，三个操作分别改变了什么？</a:t>
            </a:r>
          </a:p>
        </p:txBody>
      </p:sp>
      <p:sp>
        <p:nvSpPr>
          <p:cNvPr id="3" name="object-555">
            <a:extLst xmlns:a="http://schemas.openxmlformats.org/drawingml/2006/main">
              <a:ext uri="{FF2B5EF4-FFF2-40B4-BE49-F238E27FC236}">
                <a16:creationId xmlns:a16="http://schemas.microsoft.com/office/drawing/2014/main" id="{DD252C1B-5D02-45DB-ACCA-BC903F75DA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38475"/>
            <a:ext cx="133350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9A9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object-556">
            <a:extLst xmlns:a="http://schemas.openxmlformats.org/drawingml/2006/main">
              <a:ext uri="{FF2B5EF4-FFF2-40B4-BE49-F238E27FC236}">
                <a16:creationId xmlns:a16="http://schemas.microsoft.com/office/drawing/2014/main" id="{43235C01-41ED-4EE7-907E-913A74050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95625"/>
            <a:ext cx="11049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ctr">
              <a:def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ctr">
              <a:def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音乐 A</a:t>
            </a:r>
          </a:p>
        </p:txBody>
      </p:sp>
      <p:sp>
        <p:nvSpPr>
          <p:cNvPr id="5" name="line-557">
            <a:extLst xmlns:a="http://schemas.openxmlformats.org/drawingml/2006/main">
              <a:ext uri="{FF2B5EF4-FFF2-40B4-BE49-F238E27FC236}">
                <a16:creationId xmlns:a16="http://schemas.microsoft.com/office/drawing/2014/main" id="{A12762B2-682A-43DB-B036-C3E1B8B09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3248025"/>
            <a:ext cx="723900" cy="9525"/>
          </a:xfrm>
          <a:custGeom xmlns:a="http://schemas.openxmlformats.org/drawingml/2006/main">
            <a:pathLst>
              <a:path w="723900" h="9525">
                <a:moveTo>
                  <a:pt x="0" y="0"/>
                </a:moveTo>
                <a:lnTo>
                  <a:pt x="7239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119A92"/>
            </a:solidFill>
            <a:prstDash val="solid"/>
          </a:ln>
        </p:spPr>
      </p:sp>
      <p:sp>
        <p:nvSpPr>
          <p:cNvPr id="6" name="line-558">
            <a:extLst xmlns:a="http://schemas.openxmlformats.org/drawingml/2006/main">
              <a:ext uri="{FF2B5EF4-FFF2-40B4-BE49-F238E27FC236}">
                <a16:creationId xmlns:a16="http://schemas.microsoft.com/office/drawing/2014/main" id="{4B3A0454-6033-4121-97FA-9B6698F3B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32" y="3248025"/>
            <a:ext cx="85768" cy="41430"/>
          </a:xfrm>
          <a:custGeom xmlns:a="http://schemas.openxmlformats.org/drawingml/2006/main">
            <a:pathLst>
              <a:path w="85768" h="41430">
                <a:moveTo>
                  <a:pt x="0" y="41430"/>
                </a:moveTo>
                <a:lnTo>
                  <a:pt x="85768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119A92"/>
            </a:solidFill>
            <a:prstDash val="solid"/>
          </a:ln>
        </p:spPr>
      </p:sp>
      <p:sp>
        <p:nvSpPr>
          <p:cNvPr id="7" name="line-559">
            <a:extLst xmlns:a="http://schemas.openxmlformats.org/drawingml/2006/main">
              <a:ext uri="{FF2B5EF4-FFF2-40B4-BE49-F238E27FC236}">
                <a16:creationId xmlns:a16="http://schemas.microsoft.com/office/drawing/2014/main" id="{9EA28E52-8E58-482A-A14B-F59417D90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32" y="3206595"/>
            <a:ext cx="85768" cy="41430"/>
          </a:xfrm>
          <a:custGeom xmlns:a="http://schemas.openxmlformats.org/drawingml/2006/main">
            <a:pathLst>
              <a:path w="85768" h="41430">
                <a:moveTo>
                  <a:pt x="0" y="0"/>
                </a:moveTo>
                <a:lnTo>
                  <a:pt x="85768" y="4143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119A92"/>
            </a:solidFill>
            <a:prstDash val="solid"/>
          </a:ln>
        </p:spPr>
      </p:sp>
      <p:sp>
        <p:nvSpPr>
          <p:cNvPr id="8" name="object-560">
            <a:extLst xmlns:a="http://schemas.openxmlformats.org/drawingml/2006/main">
              <a:ext uri="{FF2B5EF4-FFF2-40B4-BE49-F238E27FC236}">
                <a16:creationId xmlns:a16="http://schemas.microsoft.com/office/drawing/2014/main" id="{27C34E61-727F-4E54-A6EB-3FD893D71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2924175"/>
            <a:ext cx="166687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CE5EE"/>
            </a:solidFill>
            <a:prstDash val="solid"/>
          </a:ln>
        </p:spPr>
      </p:sp>
      <p:sp>
        <p:nvSpPr>
          <p:cNvPr id="9" name="object-561">
            <a:extLst xmlns:a="http://schemas.openxmlformats.org/drawingml/2006/main">
              <a:ext uri="{FF2B5EF4-FFF2-40B4-BE49-F238E27FC236}">
                <a16:creationId xmlns:a16="http://schemas.microsoft.com/office/drawing/2014/main" id="{E10D7CC7-3DC7-4AB1-8060-26B3C1FF9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90825" y="3133725"/>
            <a:ext cx="2286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9A9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object-562">
            <a:extLst xmlns:a="http://schemas.openxmlformats.org/drawingml/2006/main">
              <a:ext uri="{FF2B5EF4-FFF2-40B4-BE49-F238E27FC236}">
                <a16:creationId xmlns:a16="http://schemas.microsoft.com/office/drawing/2014/main" id="{F3DF11A1-A6D3-4EFD-A1A8-AA4D35CCC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95625" y="3133725"/>
            <a:ext cx="2286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9A9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object-563">
            <a:extLst xmlns:a="http://schemas.openxmlformats.org/drawingml/2006/main">
              <a:ext uri="{FF2B5EF4-FFF2-40B4-BE49-F238E27FC236}">
                <a16:creationId xmlns:a16="http://schemas.microsoft.com/office/drawing/2014/main" id="{74DDA2E1-04C6-4AA1-9EE4-A7C11936F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0425" y="3133725"/>
            <a:ext cx="2286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9A9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object-564">
            <a:extLst xmlns:a="http://schemas.openxmlformats.org/drawingml/2006/main">
              <a:ext uri="{FF2B5EF4-FFF2-40B4-BE49-F238E27FC236}">
                <a16:creationId xmlns:a16="http://schemas.microsoft.com/office/drawing/2014/main" id="{02FE34D6-9CAD-4746-95A0-64E2020B9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05225" y="3133725"/>
            <a:ext cx="2286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9A9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object-565">
            <a:extLst xmlns:a="http://schemas.openxmlformats.org/drawingml/2006/main">
              <a:ext uri="{FF2B5EF4-FFF2-40B4-BE49-F238E27FC236}">
                <a16:creationId xmlns:a16="http://schemas.microsoft.com/office/drawing/2014/main" id="{484EB25A-E3E4-45B0-89AD-E21AE5C96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5875" y="2924175"/>
            <a:ext cx="18097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263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object-566">
            <a:extLst xmlns:a="http://schemas.openxmlformats.org/drawingml/2006/main">
              <a:ext uri="{FF2B5EF4-FFF2-40B4-BE49-F238E27FC236}">
                <a16:creationId xmlns:a16="http://schemas.microsoft.com/office/drawing/2014/main" id="{44D25B1D-04AC-41B5-8E8E-B3C1BF076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0175" y="2981325"/>
            <a:ext cx="15811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ctr">
              <a:defRPr sz="19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ctr">
              <a:defRPr sz="19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增益与音效</a:t>
            </a:r>
          </a:p>
        </p:txBody>
      </p:sp>
      <p:sp>
        <p:nvSpPr>
          <p:cNvPr id="15" name="object-567">
            <a:extLst xmlns:a="http://schemas.openxmlformats.org/drawingml/2006/main">
              <a:ext uri="{FF2B5EF4-FFF2-40B4-BE49-F238E27FC236}">
                <a16:creationId xmlns:a16="http://schemas.microsoft.com/office/drawing/2014/main" id="{7DB8F87F-D28B-49E7-8EF2-56FA0BC48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5325" y="2924175"/>
            <a:ext cx="20955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263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object-568">
            <a:extLst xmlns:a="http://schemas.openxmlformats.org/drawingml/2006/main">
              <a:ext uri="{FF2B5EF4-FFF2-40B4-BE49-F238E27FC236}">
                <a16:creationId xmlns:a16="http://schemas.microsoft.com/office/drawing/2014/main" id="{6D13536D-9AB1-453C-9F1E-31C00FCC5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2981325"/>
            <a:ext cx="18669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ctr">
              <a:defRPr sz="19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ctr">
              <a:defRPr sz="19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设备处理链</a:t>
            </a:r>
          </a:p>
        </p:txBody>
      </p:sp>
      <p:sp>
        <p:nvSpPr>
          <p:cNvPr id="17" name="line-569">
            <a:extLst xmlns:a="http://schemas.openxmlformats.org/drawingml/2006/main">
              <a:ext uri="{FF2B5EF4-FFF2-40B4-BE49-F238E27FC236}">
                <a16:creationId xmlns:a16="http://schemas.microsoft.com/office/drawing/2014/main" id="{2EB23981-7713-4A3C-BC0E-F02E4F58B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3248025"/>
            <a:ext cx="762000" cy="9525"/>
          </a:xfrm>
          <a:custGeom xmlns:a="http://schemas.openxmlformats.org/drawingml/2006/main">
            <a:pathLst>
              <a:path w="762000" h="9525">
                <a:moveTo>
                  <a:pt x="0" y="0"/>
                </a:moveTo>
                <a:lnTo>
                  <a:pt x="7620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119A92"/>
            </a:solidFill>
            <a:prstDash val="solid"/>
          </a:ln>
        </p:spPr>
      </p:sp>
      <p:sp>
        <p:nvSpPr>
          <p:cNvPr id="18" name="line-570">
            <a:extLst xmlns:a="http://schemas.openxmlformats.org/drawingml/2006/main">
              <a:ext uri="{FF2B5EF4-FFF2-40B4-BE49-F238E27FC236}">
                <a16:creationId xmlns:a16="http://schemas.microsoft.com/office/drawing/2014/main" id="{AF851DD1-A754-4C51-AC7C-16A8BC12F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07" y="3248025"/>
            <a:ext cx="85768" cy="41430"/>
          </a:xfrm>
          <a:custGeom xmlns:a="http://schemas.openxmlformats.org/drawingml/2006/main">
            <a:pathLst>
              <a:path w="85768" h="41430">
                <a:moveTo>
                  <a:pt x="0" y="41430"/>
                </a:moveTo>
                <a:lnTo>
                  <a:pt x="85768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119A92"/>
            </a:solidFill>
            <a:prstDash val="solid"/>
          </a:ln>
        </p:spPr>
      </p:sp>
      <p:sp>
        <p:nvSpPr>
          <p:cNvPr id="19" name="line-571">
            <a:extLst xmlns:a="http://schemas.openxmlformats.org/drawingml/2006/main">
              <a:ext uri="{FF2B5EF4-FFF2-40B4-BE49-F238E27FC236}">
                <a16:creationId xmlns:a16="http://schemas.microsoft.com/office/drawing/2014/main" id="{D5051D62-71DF-442B-AEA4-5A847210A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07" y="3206595"/>
            <a:ext cx="85768" cy="41430"/>
          </a:xfrm>
          <a:custGeom xmlns:a="http://schemas.openxmlformats.org/drawingml/2006/main">
            <a:pathLst>
              <a:path w="85768" h="41430">
                <a:moveTo>
                  <a:pt x="0" y="0"/>
                </a:moveTo>
                <a:lnTo>
                  <a:pt x="85768" y="4143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119A92"/>
            </a:solidFill>
            <a:prstDash val="solid"/>
          </a:ln>
        </p:spPr>
      </p:sp>
      <p:sp>
        <p:nvSpPr>
          <p:cNvPr id="20" name="line-572">
            <a:extLst xmlns:a="http://schemas.openxmlformats.org/drawingml/2006/main">
              <a:ext uri="{FF2B5EF4-FFF2-40B4-BE49-F238E27FC236}">
                <a16:creationId xmlns:a16="http://schemas.microsoft.com/office/drawing/2014/main" id="{1A5F4A54-9877-4742-92BE-1B579A759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5625" y="3248025"/>
            <a:ext cx="1409700" cy="9525"/>
          </a:xfrm>
          <a:custGeom xmlns:a="http://schemas.openxmlformats.org/drawingml/2006/main">
            <a:pathLst>
              <a:path w="1409700" h="9525">
                <a:moveTo>
                  <a:pt x="0" y="0"/>
                </a:moveTo>
                <a:lnTo>
                  <a:pt x="14097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119A92"/>
            </a:solidFill>
            <a:prstDash val="solid"/>
          </a:ln>
        </p:spPr>
      </p:sp>
      <p:sp>
        <p:nvSpPr>
          <p:cNvPr id="21" name="line-573">
            <a:extLst xmlns:a="http://schemas.openxmlformats.org/drawingml/2006/main">
              <a:ext uri="{FF2B5EF4-FFF2-40B4-BE49-F238E27FC236}">
                <a16:creationId xmlns:a16="http://schemas.microsoft.com/office/drawing/2014/main" id="{5D61CCA7-B139-4467-8EB8-CE9DADFE3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557" y="3248025"/>
            <a:ext cx="85768" cy="41430"/>
          </a:xfrm>
          <a:custGeom xmlns:a="http://schemas.openxmlformats.org/drawingml/2006/main">
            <a:pathLst>
              <a:path w="85768" h="41430">
                <a:moveTo>
                  <a:pt x="0" y="41430"/>
                </a:moveTo>
                <a:lnTo>
                  <a:pt x="85768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119A92"/>
            </a:solidFill>
            <a:prstDash val="solid"/>
          </a:ln>
        </p:spPr>
      </p:sp>
      <p:sp>
        <p:nvSpPr>
          <p:cNvPr id="22" name="line-574">
            <a:extLst xmlns:a="http://schemas.openxmlformats.org/drawingml/2006/main">
              <a:ext uri="{FF2B5EF4-FFF2-40B4-BE49-F238E27FC236}">
                <a16:creationId xmlns:a16="http://schemas.microsoft.com/office/drawing/2014/main" id="{C17C6EC9-7781-4FC8-A8A5-8018CA09A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557" y="3206595"/>
            <a:ext cx="85768" cy="41430"/>
          </a:xfrm>
          <a:custGeom xmlns:a="http://schemas.openxmlformats.org/drawingml/2006/main">
            <a:pathLst>
              <a:path w="85768" h="41430">
                <a:moveTo>
                  <a:pt x="0" y="0"/>
                </a:moveTo>
                <a:lnTo>
                  <a:pt x="85768" y="4143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119A92"/>
            </a:solidFill>
            <a:prstDash val="solid"/>
          </a:ln>
        </p:spPr>
      </p:sp>
      <p:sp>
        <p:nvSpPr>
          <p:cNvPr id="23" name="line-575">
            <a:extLst xmlns:a="http://schemas.openxmlformats.org/drawingml/2006/main">
              <a:ext uri="{FF2B5EF4-FFF2-40B4-BE49-F238E27FC236}">
                <a16:creationId xmlns:a16="http://schemas.microsoft.com/office/drawing/2014/main" id="{425F755C-549B-4B40-B7CC-6D3DDE7F7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0825" y="3248025"/>
            <a:ext cx="1019175" cy="9525"/>
          </a:xfrm>
          <a:custGeom xmlns:a="http://schemas.openxmlformats.org/drawingml/2006/main">
            <a:pathLst>
              <a:path w="1019175" h="9525">
                <a:moveTo>
                  <a:pt x="0" y="0"/>
                </a:moveTo>
                <a:lnTo>
                  <a:pt x="10191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119A92"/>
            </a:solidFill>
            <a:prstDash val="solid"/>
          </a:ln>
        </p:spPr>
      </p:sp>
      <p:sp>
        <p:nvSpPr>
          <p:cNvPr id="24" name="line-576">
            <a:extLst xmlns:a="http://schemas.openxmlformats.org/drawingml/2006/main">
              <a:ext uri="{FF2B5EF4-FFF2-40B4-BE49-F238E27FC236}">
                <a16:creationId xmlns:a16="http://schemas.microsoft.com/office/drawing/2014/main" id="{860B9AA6-0B6E-44F1-8943-947819D3C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44232" y="3248025"/>
            <a:ext cx="85768" cy="41430"/>
          </a:xfrm>
          <a:custGeom xmlns:a="http://schemas.openxmlformats.org/drawingml/2006/main">
            <a:pathLst>
              <a:path w="85768" h="41430">
                <a:moveTo>
                  <a:pt x="0" y="41430"/>
                </a:moveTo>
                <a:lnTo>
                  <a:pt x="85768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119A92"/>
            </a:solidFill>
            <a:prstDash val="solid"/>
          </a:ln>
        </p:spPr>
      </p:sp>
      <p:sp>
        <p:nvSpPr>
          <p:cNvPr id="25" name="line-577">
            <a:extLst xmlns:a="http://schemas.openxmlformats.org/drawingml/2006/main">
              <a:ext uri="{FF2B5EF4-FFF2-40B4-BE49-F238E27FC236}">
                <a16:creationId xmlns:a16="http://schemas.microsoft.com/office/drawing/2014/main" id="{4F22B007-A59D-4496-B453-5C5AAECD82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44232" y="3206595"/>
            <a:ext cx="85768" cy="41430"/>
          </a:xfrm>
          <a:custGeom xmlns:a="http://schemas.openxmlformats.org/drawingml/2006/main">
            <a:pathLst>
              <a:path w="85768" h="41430">
                <a:moveTo>
                  <a:pt x="0" y="0"/>
                </a:moveTo>
                <a:lnTo>
                  <a:pt x="85768" y="4143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119A92"/>
            </a:solidFill>
            <a:prstDash val="solid"/>
          </a:ln>
        </p:spPr>
      </p:sp>
      <p:sp>
        <p:nvSpPr>
          <p:cNvPr id="26" name="reveal1-object-578">
            <a:extLst xmlns:a="http://schemas.openxmlformats.org/drawingml/2006/main">
              <a:ext uri="{FF2B5EF4-FFF2-40B4-BE49-F238E27FC236}">
                <a16:creationId xmlns:a16="http://schemas.microsoft.com/office/drawing/2014/main" id="{E5A33F4B-C11D-4AF8-8C7E-971382FF6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24325"/>
            <a:ext cx="28575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2175" b="1">
                <a:solidFill>
                  <a:srgbClr val="C9783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175" b="1">
                <a:solidFill>
                  <a:srgbClr val="C9783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C97835"/>
                </a:solidFill>
                <a:latin typeface="Microsoft YaHei"/>
                <a:ea typeface="Microsoft YaHei"/>
                <a:cs typeface="Microsoft YaHei"/>
              </a:rPr>
              <a:t>暂停</a:t>
            </a:r>
          </a:p>
        </p:txBody>
      </p:sp>
      <p:sp>
        <p:nvSpPr>
          <p:cNvPr id="27" name="reveal1-object-579">
            <a:extLst xmlns:a="http://schemas.openxmlformats.org/drawingml/2006/main">
              <a:ext uri="{FF2B5EF4-FFF2-40B4-BE49-F238E27FC236}">
                <a16:creationId xmlns:a16="http://schemas.microsoft.com/office/drawing/2014/main" id="{918A3DA2-1862-407C-9BA3-5BFC6A653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00575"/>
            <a:ext cx="309562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2025" b="0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025" b="0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rPr>
              <a:t>完成淡出，</a:t>
            </a:r>
          </a:p>
          <a:p xmlns:a="http://schemas.openxmlformats.org/drawingml/2006/main">
            <a:pPr algn="l">
              <a:defRPr sz="2025" b="0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rPr>
              <a:t>再断开输入。</a:t>
            </a:r>
          </a:p>
        </p:txBody>
      </p:sp>
      <p:sp>
        <p:nvSpPr>
          <p:cNvPr id="28" name="reveal1-object-580">
            <a:extLst xmlns:a="http://schemas.openxmlformats.org/drawingml/2006/main">
              <a:ext uri="{FF2B5EF4-FFF2-40B4-BE49-F238E27FC236}">
                <a16:creationId xmlns:a16="http://schemas.microsoft.com/office/drawing/2014/main" id="{ADBDC31B-E884-47E7-A8E9-50BB7E2F17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124325"/>
            <a:ext cx="28575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2175" b="1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175" b="1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3379EB"/>
                </a:solidFill>
                <a:latin typeface="Microsoft YaHei"/>
                <a:ea typeface="Microsoft YaHei"/>
                <a:cs typeface="Microsoft YaHei"/>
              </a:rPr>
              <a:t>恢复</a:t>
            </a:r>
          </a:p>
        </p:txBody>
      </p:sp>
      <p:sp>
        <p:nvSpPr>
          <p:cNvPr id="29" name="reveal1-object-581">
            <a:extLst xmlns:a="http://schemas.openxmlformats.org/drawingml/2006/main">
              <a:ext uri="{FF2B5EF4-FFF2-40B4-BE49-F238E27FC236}">
                <a16:creationId xmlns:a16="http://schemas.microsoft.com/office/drawing/2014/main" id="{34DE63F9-E3F3-4169-B806-27FF2C009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600575"/>
            <a:ext cx="309562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2025" b="0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025" b="0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rPr>
              <a:t>执行旧请求前，</a:t>
            </a:r>
          </a:p>
          <a:p xmlns:a="http://schemas.openxmlformats.org/drawingml/2006/main">
            <a:pPr algn="l">
              <a:defRPr sz="2025" b="0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rPr>
              <a:t>确认是否已恢复。</a:t>
            </a:r>
          </a:p>
        </p:txBody>
      </p:sp>
      <p:sp>
        <p:nvSpPr>
          <p:cNvPr id="30" name="reveal1-object-582">
            <a:extLst xmlns:a="http://schemas.openxmlformats.org/drawingml/2006/main">
              <a:ext uri="{FF2B5EF4-FFF2-40B4-BE49-F238E27FC236}">
                <a16:creationId xmlns:a16="http://schemas.microsoft.com/office/drawing/2014/main" id="{49962914-6256-404D-9611-C20621F88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4124325"/>
            <a:ext cx="33337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2175" b="1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175" b="1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119A92"/>
                </a:solidFill>
                <a:latin typeface="Microsoft YaHei"/>
                <a:ea typeface="Microsoft YaHei"/>
                <a:cs typeface="Microsoft YaHei"/>
              </a:rPr>
              <a:t>切耳机</a:t>
            </a:r>
          </a:p>
        </p:txBody>
      </p:sp>
      <p:sp>
        <p:nvSpPr>
          <p:cNvPr id="31" name="reveal1-object-583">
            <a:extLst xmlns:a="http://schemas.openxmlformats.org/drawingml/2006/main">
              <a:ext uri="{FF2B5EF4-FFF2-40B4-BE49-F238E27FC236}">
                <a16:creationId xmlns:a16="http://schemas.microsoft.com/office/drawing/2014/main" id="{552599EA-2FC6-450C-9554-7D0396D65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4600575"/>
            <a:ext cx="3333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2025" b="0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025" b="0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rPr>
              <a:t>交接同一个会话，</a:t>
            </a:r>
          </a:p>
          <a:p xmlns:a="http://schemas.openxmlformats.org/drawingml/2006/main">
            <a:pPr algn="l">
              <a:defRPr sz="2025" b="0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rPr>
              <a:t>接入目标设备链。</a:t>
            </a:r>
          </a:p>
        </p:txBody>
      </p:sp>
      <p:sp>
        <p:nvSpPr>
          <p:cNvPr id="32" name="reveal2-line-584">
            <a:extLst xmlns:a="http://schemas.openxmlformats.org/drawingml/2006/main">
              <a:ext uri="{FF2B5EF4-FFF2-40B4-BE49-F238E27FC236}">
                <a16:creationId xmlns:a16="http://schemas.microsoft.com/office/drawing/2014/main" id="{EE220262-95D4-47EF-9839-D2C726F13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19750"/>
            <a:ext cx="10953750" cy="9525"/>
          </a:xfrm>
          <a:custGeom xmlns:a="http://schemas.openxmlformats.org/drawingml/2006/main">
            <a:pathLst>
              <a:path w="10953750" h="9525">
                <a:moveTo>
                  <a:pt x="0" y="0"/>
                </a:moveTo>
                <a:lnTo>
                  <a:pt x="109537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DCE5EE"/>
            </a:solidFill>
            <a:prstDash val="solid"/>
          </a:ln>
        </p:spPr>
      </p:sp>
      <p:sp>
        <p:nvSpPr>
          <p:cNvPr id="33" name="reveal2-object-585">
            <a:extLst xmlns:a="http://schemas.openxmlformats.org/drawingml/2006/main">
              <a:ext uri="{FF2B5EF4-FFF2-40B4-BE49-F238E27FC236}">
                <a16:creationId xmlns:a16="http://schemas.microsoft.com/office/drawing/2014/main" id="{DC211782-6E59-4E38-8814-C25DA198E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858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210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2263B"/>
                </a:solidFill>
                <a:latin typeface="Microsoft YaHei"/>
                <a:ea typeface="Microsoft YaHei"/>
                <a:cs typeface="Microsoft YaHei"/>
              </a:rPr>
              <a:t>时间、队列、状态、设备差异、耳朵：五样都得交代，这就是复杂性的去处。</a:t>
            </a:r>
          </a:p>
        </p:txBody>
      </p:sp>
      <p:sp>
        <p:nvSpPr>
          <p:cNvPr id="34" name="object-586">
            <a:extLst xmlns:a="http://schemas.openxmlformats.org/drawingml/2006/main">
              <a:ext uri="{FF2B5EF4-FFF2-40B4-BE49-F238E27FC236}">
                <a16:creationId xmlns:a16="http://schemas.microsoft.com/office/drawing/2014/main" id="{032A00A9-B155-430B-986C-8E2D95542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4125"/>
            <a:ext cx="10191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l">
              <a:defRPr sz="12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rPr>
              <a:t>下一部分：相同普通输出路径下，对比 PA 与 HPAE 的执行组织。</a:t>
            </a:r>
          </a:p>
        </p:txBody>
      </p:sp>
      <p:sp>
        <p:nvSpPr>
          <p:cNvPr id="35" name="object-587">
            <a:extLst xmlns:a="http://schemas.openxmlformats.org/drawingml/2006/main">
              <a:ext uri="{FF2B5EF4-FFF2-40B4-BE49-F238E27FC236}">
                <a16:creationId xmlns:a16="http://schemas.microsoft.com/office/drawing/2014/main" id="{46DFDDC8-D811-4CE9-AA99-B62CB0F30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0425" y="6334125"/>
            <a:ext cx="5429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/>
          <a:lstStyle xmlns:a="http://schemas.openxmlformats.org/drawingml/2006/main">
            <a:defPPr algn="r">
              <a:defRPr sz="14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4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62768A"/>
                </a:solidFill>
                <a:latin typeface="Microsoft YaHei"/>
                <a:ea typeface="Microsoft YaHei"/>
                <a:cs typeface="Microsoft YaHei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235510068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1"/>
      <p:bldP spid="27" grpId="1"/>
      <p:bldP spid="28" grpId="1"/>
      <p:bldP spid="29" grpId="1"/>
      <p:bldP spid="30" grpId="1"/>
      <p:bldP spid="31" grpId="1"/>
      <p:bldP spid="32" grpId="2"/>
      <p:bldP spid="33" grpId="2"/>
    </p:bldLst>
  </p:timing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2026-10-22T00:54:44.0410000Z</dcterms:created>
  <dcterms:modified xsi:type="dcterms:W3CDTF">2026-10-22T00:54:44.0410000Z</dcterms:modified>
</coreProperties>
</file>