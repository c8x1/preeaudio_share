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1f519de62c4fe4" /><Relationship Type="http://schemas.openxmlformats.org/officeDocument/2006/relationships/extended-properties" Target="/docProps/app.xml" Id="Rfbb7f391478f474b" /><Relationship Type="http://schemas.openxmlformats.org/officeDocument/2006/relationships/officeDocument" Target="/ppt/presentation.xml" Id="R4497b85806d940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0305c567cc48f0"/>
  </p:sldMasterIdLst>
  <p:notesMasterIdLst>
    <p:notesMasterId xmlns:r="http://schemas.openxmlformats.org/officeDocument/2006/relationships" r:id="Rb7a161baa0474a4a"/>
  </p:notesMasterIdLst>
  <p:sldIdLst>
    <p:sldId xmlns:r="http://schemas.openxmlformats.org/officeDocument/2006/relationships" id="256" r:id="Rc7bf9b76ecdb413e"/>
    <p:sldId xmlns:r="http://schemas.openxmlformats.org/officeDocument/2006/relationships" id="257" r:id="R7cbdcaf5280c4aa4"/>
    <p:sldId xmlns:r="http://schemas.openxmlformats.org/officeDocument/2006/relationships" id="258" r:id="Rdf068fbd656f423c"/>
    <p:sldId xmlns:r="http://schemas.openxmlformats.org/officeDocument/2006/relationships" id="259" r:id="R0679492932f24fa5"/>
    <p:sldId xmlns:r="http://schemas.openxmlformats.org/officeDocument/2006/relationships" id="260" r:id="R25216fea09484987"/>
    <p:sldId xmlns:r="http://schemas.openxmlformats.org/officeDocument/2006/relationships" id="261" r:id="Rb09894859cc14a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babd4671824695" /><Relationship Type="http://schemas.openxmlformats.org/officeDocument/2006/relationships/slideMaster" Target="/ppt/slideMasters/slideMaster1.xml" Id="Rf40305c567cc48f0" /><Relationship Type="http://schemas.openxmlformats.org/officeDocument/2006/relationships/notesMaster" Target="/ppt/notesMasters/notesMaster1.xml" Id="Rb7a161baa0474a4a" /><Relationship Type="http://schemas.openxmlformats.org/officeDocument/2006/relationships/presProps" Target="/ppt/presProps.xml" Id="Ra899a07d5d594870" /><Relationship Type="http://schemas.openxmlformats.org/officeDocument/2006/relationships/tableStyles" Target="/ppt/tableStyles.xml" Id="R17f8bf39f3f24e0a" /><Relationship Type="http://schemas.openxmlformats.org/officeDocument/2006/relationships/slide" Target="/ppt/slides/slide1.xml" Id="Rc7bf9b76ecdb413e" /><Relationship Type="http://schemas.openxmlformats.org/officeDocument/2006/relationships/slide" Target="/ppt/slides/slide2.xml" Id="R7cbdcaf5280c4aa4" /><Relationship Type="http://schemas.openxmlformats.org/officeDocument/2006/relationships/slide" Target="/ppt/slides/slide3.xml" Id="Rdf068fbd656f423c" /><Relationship Type="http://schemas.openxmlformats.org/officeDocument/2006/relationships/slide" Target="/ppt/slides/slide4.xml" Id="R0679492932f24fa5" /><Relationship Type="http://schemas.openxmlformats.org/officeDocument/2006/relationships/slide" Target="/ppt/slides/slide5.xml" Id="R25216fea09484987" /><Relationship Type="http://schemas.openxmlformats.org/officeDocument/2006/relationships/slide" Target="/ppt/slides/slide6.xml" Id="Rb09894859cc14a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01bcda4f0c47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a93ac1e6504889" /><Relationship Type="http://schemas.openxmlformats.org/officeDocument/2006/relationships/notesMaster" Target="/ppt/notesMasters/notesMaster1.xml" Id="R64f78ac721d04e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7cb29b24054b64" /><Relationship Type="http://schemas.openxmlformats.org/officeDocument/2006/relationships/notesMaster" Target="/ppt/notesMasters/notesMaster1.xml" Id="Rc5db62d6968149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2e60ce11ab4c34" /><Relationship Type="http://schemas.openxmlformats.org/officeDocument/2006/relationships/notesMaster" Target="/ppt/notesMasters/notesMaster1.xml" Id="R52e25ca007e340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b8513a47c14fb5" /><Relationship Type="http://schemas.openxmlformats.org/officeDocument/2006/relationships/notesMaster" Target="/ppt/notesMasters/notesMaster1.xml" Id="R7b349291f07243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16d3221a3645ff" /><Relationship Type="http://schemas.openxmlformats.org/officeDocument/2006/relationships/notesMaster" Target="/ppt/notesMasters/notesMaster1.xml" Id="Rec59d584b5cc45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86c8fedbc2446a" /><Relationship Type="http://schemas.openxmlformats.org/officeDocument/2006/relationships/notesMaster" Target="/ppt/notesMasters/notesMaster1.xml" Id="R634efb60cc504d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一首歌，三个操作</a:t>
            </a:r>
          </a:p>
          <a:p xmlns:a="http://schemas.openxmlformats.org/drawingml/2006/main">
            <a:r>
              <a:t>时间：1分钟</a:t>
            </a:r>
          </a:p>
          <a:p xmlns:a="http://schemas.openxmlformats.org/drawingml/2006/main">
            <a:r>
              <a:t>本页目标：一首歌，三个操作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先看这一条线。音乐 A 是同一路播放会话，数据已经在缓冲中等待处理，经过增益和音效后送往扬声器。这里不展开全部节点，只保留后面会改变的部分。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第一次点击：暂停和恢复首先涉及增益，但还会改变输入连接和播放状态。暂停需要让声音平顺地停下来，恢复则要让新的播放状态不被旧操作破坏。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第二次点击：切耳机改变了输出设备，也改变了会话应该接入的处理链。接下来从暂停开始，看这些动作怎么落实。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演示：初始显示一条数据链；第一次点击显示暂停与恢复；第二次点击显示设备切换。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技术边界：实线表示数据；虚线表示控制。处理链为简化示意。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暂停时，先淡出，再断开</a:t>
            </a:r>
          </a:p>
          <a:p xmlns:a="http://schemas.openxmlformats.org/drawingml/2006/main">
            <a:r>
              <a:t>时间：1.7分钟</a:t>
            </a:r>
          </a:p>
          <a:p xmlns:a="http://schemas.openxmlformats.org/drawingml/2006/main">
            <a:r>
              <a:t>本页目标：暂停时，先淡出，再断开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直接截断一段幅度不为零的波形，可能产生突变。先逐渐降低增益，可以减轻这种突变。看下面的时间轴：暂停请求提出之后，先等待设备侧执行。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次点击：开始淡出时，输入连接必须保留，否则后面的处理无法完成。增益逐渐下降，淡出完成后的处理再次进入请求队列。等这个请求执行，才暂停相关音效、断开输入、更新会话状态。图上的“正在暂停”对应设备侧会话状态，不是用户界面的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次点击：声音的渐变结束和输入连接拆除不是一个时刻。理解这个等待窗口，下一页的恢复交错就不神秘了。若缺少增益节点、设备未运行或处于相应旁路条件，实现也允许直接完成，本页专讲正常淡出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演示：先看两种波形与暂停请求；第一次点击揭示淡出、完成排队和断开；第二次点击强调两个时刻。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技术边界：正常淡出路径；波形与时间均为示意，不代表设备实测。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https://gitcode.com/openharmony/multimedia_audio_framework/blob/3a2688e805df970739e3b0cebf9cc05d8cb24e9b/services/audio_engine/manager/src/hpae_renderer_manager.cpp#L1868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已经恢复播放，旧的暂停还会生效吗？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本页目标：已经恢复播放，旧的暂停还会生效吗？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一页中，淡出完成后的收尾需要等待执行。本页选择一种具体交错：恢复请求已经排在前面，淡出完成请求随后加入。队列左侧是下一条要执行的请求。这里描述的是引擎执行顺序，不把界面点击等同于可任意并发的客户端调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第一次点击：恢复请求先执行，会话回到正在播放，输入相连，恢复所需的淡入已安排。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第二次点击：旧的暂停收尾终于执行。假如不检查状态，它就会暂停相关音效、拆掉输入，并写回暂停状态。实际处理会先检查当前是否已经恢复运行；如果是，就结束本次收尾，保留当前通路。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这个检查针对图示交错。它不是给所有旧事件加了代次号，也不能据此宣称任意多次暂停恢复的交错都由这一个判断解决。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演示：初始只显示待执行请求及音乐 A；第一次点击执行恢复；第二次点击执行旧的收尾并显示检查结果。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技术边界：一种请求交错；不表示每次快速点击都能触发。这里只讨论恢复后尚未再次暂停的情况。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淡入为什么要先于音效启动？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本页目标：淡入为什么要先于音效启动？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知道“恢复时会淡入”还不够，设置的时机也影响声音。先看上行假设：处理链已经接上，应用又预先准备了数据。如果先启动会话音效，等启动完成才设置淡入，这段窗口里就可能有数据按全增益输出。上行是用来说明风险的反事实，不是在描述某个历史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点击后看下行：实际顺序是在接入之后立即安排淡入，然后才启动会话音效。实现注释明确解释了预缓冲数据和音效启动耗时带来的窗口。上下行用同一时间方向比较先后，增益曲线只是说明淡入已经安排，不能读成淡入在音效启动前一定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演示：先展示设置偏晚的风险窗口；点击后展示实际顺序与增益示意。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技术边界：上行为假设的错误顺序，下行为实际顺序；增益曲线仅示意，不表达淡入时长。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https://gitcode.com/openharmony/multimedia_audio_framework/blob/3a2688e805df970739e3b0cebf9cc05d8cb24e9b/services/audio_engine/manager/src/hpae_renderer_manager.cpp#L919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切到耳机，哪些东西变了？</a:t>
            </a:r>
          </a:p>
          <a:p xmlns:a="http://schemas.openxmlformats.org/drawingml/2006/main">
            <a:r>
              <a:t>时间：2分钟</a:t>
            </a:r>
          </a:p>
          <a:p xmlns:a="http://schemas.openxmlformats.org/drawingml/2006/main">
            <a:r>
              <a:t>本页目标：切到耳机，哪些东西变了？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第一幅是切换前：音乐 A 接到扬声器侧处理链，管理层把它归属到扬声器。设备策略已经选定耳机作为目标，我们只看引擎怎样执行迁移。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第一次点击：旧设备侧移除输入会话，但持有同一个输入节点并将其交接出去。音乐 A 的身份延续。目标侧接收后，更新设备相关信息，并依据目标采样率和处理帧长度调整处理粒度。帧粒度可以理解为一轮处理多少音频数据，不是歌曲的播放进度。不同设备的具体数值依配置而定，本页不编造固定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次点击：目标侧创建或接入相应处理簇，符合连接条件且会话处于运行状态时，接入耳机侧处理链。管理层更新会话映射。这些动作跨越异步交接，图只表达阶段，不把映射更新画成所有设备动作完成的同步栅栏。目标不可用和状态变化会走其他分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演示：先看切换前；第一次点击看断开和参数调整；第二次点击看目标连接与归属变化。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技术边界：普通迁移路径示意；交接中不承诺零间隙，接入成功也不等于声学输出已稳定。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https://gitcode.com/openharmony/multimedia_audio_framework/blob/3a2688e805df970739e3b0cebf9cc05d8cb24e9b/services/audio_engine/manager/src/hpae_renderer_manager.cpp#L872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https://gitcode.com/openharmony/multimedia_audio_framework/blob/3a2688e805df970739e3b0cebf9cc05d8cb24e9b/services/audio_engine/manager/src/hpae_renderer_manager.cpp#L114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https://gitcode.com/openharmony/multimedia_audio_framework/blob/3a2688e805df970739e3b0cebf9cc05d8cb24e9b/services/audio_engine/manager/src/hpae_manager.cpp#L1181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再看这三个操作</a:t>
            </a:r>
          </a:p>
          <a:p xmlns:a="http://schemas.openxmlformats.org/drawingml/2006/main">
            <a:r>
              <a:t>时间：1分钟</a:t>
            </a:r>
          </a:p>
          <a:p xmlns:a="http://schemas.openxmlformats.org/drawingml/2006/main">
            <a:r>
              <a:t>本页目标：再看这三个操作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回到第一页的音乐 A。缓冲、增益和设备链还是这几个对象。第一次点击：暂停要求让增益变化做完再拆输入；恢复要求旧请求执行时重新看状态；切设备要求同一个会话进入目标设备处理链。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第二次点击：这些动作都要及时完成，背后的线程、队列以及缓冲该怎样安排？这才是下一部分比较 PA 和 HPAE 的具体问题。我们将看控制请求经过哪些交接、音频处理在哪个线程完成，以及设备迁移如何组织节点生命周期。这里不把上述能力说成 HPAE 独有，也不从结构图推导未测量的时延或功耗幅度。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演示：先回到同一路音乐；第一次点击回顾三处具体动作；第二次点击提出线程与队列问题。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技术边界：下一部分：在相同普通输出路径下，对比 PA 与 HPAE 的执行组织。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https://gitcode.com/openharmony/multimedia_audio_framework/blob/3a2688e805df970739e3b0cebf9cc05d8cb24e9b/services/audio_engine/manager/src/hpae_renderer_manager.cpp#L872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296ead61bd4ff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37516eba3f41e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7ef84addce485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e2dfd0962d49e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89447af164451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67b1a61ca740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767401-F83D-42C8-BED9-C71100921E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D15CB13-C965-417D-AC28-9792CE724FE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7E838C-8389-4946-B427-51216CDD73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68F7A5-F93E-4C24-A52F-6AA5A5EED0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DBC18E0-0E6D-40B1-8077-5B473B14FB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FC953A-CCAB-4F40-A3DF-2A34FF627A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054820-DD1F-4C64-B51D-EBF50A256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77A50B4-FC4E-40B4-9857-565CCADD22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464E15-B2EC-486A-8E92-2250A3337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68A1594-C978-4C17-805B-CC1C63D2BB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b87115484f46db" /><Relationship Type="http://schemas.openxmlformats.org/officeDocument/2006/relationships/slideLayout" Target="/ppt/slideLayouts/slideLayout1.xml" Id="R382f08dd1a4e4d09" /><Relationship Type="http://schemas.openxmlformats.org/officeDocument/2006/relationships/slideLayout" Target="/ppt/slideLayouts/slideLayout2.xml" Id="Rcef7b99ed8c14e1b" /><Relationship Type="http://schemas.openxmlformats.org/officeDocument/2006/relationships/slideLayout" Target="/ppt/slideLayouts/slideLayout3.xml" Id="Rf571dda5bdf44ec3" /><Relationship Type="http://schemas.openxmlformats.org/officeDocument/2006/relationships/slideLayout" Target="/ppt/slideLayouts/slideLayout4.xml" Id="Rf81daa73b9e94bd9" /><Relationship Type="http://schemas.openxmlformats.org/officeDocument/2006/relationships/slideLayout" Target="/ppt/slideLayouts/slideLayout5.xml" Id="R08c42a9d5e824d1a" /><Relationship Type="http://schemas.openxmlformats.org/officeDocument/2006/relationships/slideLayout" Target="/ppt/slideLayouts/slideLayout6.xml" Id="R38b0428509f84b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2f08dd1a4e4d09"/>
    <p:sldLayoutId xmlns:r="http://schemas.openxmlformats.org/officeDocument/2006/relationships" id="2147483650" r:id="Rcef7b99ed8c14e1b"/>
    <p:sldLayoutId xmlns:r="http://schemas.openxmlformats.org/officeDocument/2006/relationships" id="2147483651" r:id="Rf571dda5bdf44ec3"/>
    <p:sldLayoutId xmlns:r="http://schemas.openxmlformats.org/officeDocument/2006/relationships" id="2147483652" r:id="Rf81daa73b9e94bd9"/>
    <p:sldLayoutId xmlns:r="http://schemas.openxmlformats.org/officeDocument/2006/relationships" id="2147483653" r:id="R08c42a9d5e824d1a"/>
    <p:sldLayoutId xmlns:r="http://schemas.openxmlformats.org/officeDocument/2006/relationships" id="2147483654" r:id="R38b0428509f84b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afc97676ef4dad" /><Relationship Type="http://schemas.openxmlformats.org/officeDocument/2006/relationships/notesSlide" Target="/ppt/notesSlides/notesSlide1.xml" Id="Rddb99ac9a9b843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d0afe180554532" /><Relationship Type="http://schemas.openxmlformats.org/officeDocument/2006/relationships/notesSlide" Target="/ppt/notesSlides/notesSlide2.xml" Id="R7b2fcc7baaea4d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c6acf07df04aa7" /><Relationship Type="http://schemas.openxmlformats.org/officeDocument/2006/relationships/notesSlide" Target="/ppt/notesSlides/notesSlide3.xml" Id="R5287e2e3e14c44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70f07f6eb54d37" /><Relationship Type="http://schemas.openxmlformats.org/officeDocument/2006/relationships/notesSlide" Target="/ppt/notesSlides/notesSlide4.xml" Id="R492083fc51824e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1816c19cf544cf" /><Relationship Type="http://schemas.openxmlformats.org/officeDocument/2006/relationships/notesSlide" Target="/ppt/notesSlides/notesSlide5.xml" Id="R24e63b241e5742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5fc072d9594846" /><Relationship Type="http://schemas.openxmlformats.org/officeDocument/2006/relationships/notesSlide" Target="/ppt/notesSlides/notesSlide6.xml" Id="R05d9c15f7a6f44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object-0">
            <a:extLst xmlns:a="http://schemas.openxmlformats.org/drawingml/2006/main">
              <a:ext uri="{FF2B5EF4-FFF2-40B4-BE49-F238E27FC236}">
                <a16:creationId xmlns:a16="http://schemas.microsoft.com/office/drawing/2014/main" id="{FC4E6CD3-37CC-4FB7-9C6A-92976FB9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">
            <a:extLst xmlns:a="http://schemas.openxmlformats.org/drawingml/2006/main">
              <a:ext uri="{FF2B5EF4-FFF2-40B4-BE49-F238E27FC236}">
                <a16:creationId xmlns:a16="http://schemas.microsoft.com/office/drawing/2014/main" id="{AC81D2F8-71B0-4D32-BFB4-44F818A3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扬声器正在放歌。我们暂停一下，继续播放，再切到耳机。</a:t>
            </a:r>
          </a:p>
        </p:txBody>
      </p:sp>
      <p:sp>
        <p:nvSpPr>
          <p:cNvPr id="3" name="object-2">
            <a:extLst xmlns:a="http://schemas.openxmlformats.org/drawingml/2006/main">
              <a:ext uri="{FF2B5EF4-FFF2-40B4-BE49-F238E27FC236}">
                <a16:creationId xmlns:a16="http://schemas.microsoft.com/office/drawing/2014/main" id="{7F54C305-5F0B-4FC5-B03A-5C72DD79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3">
            <a:extLst xmlns:a="http://schemas.openxmlformats.org/drawingml/2006/main">
              <a:ext uri="{FF2B5EF4-FFF2-40B4-BE49-F238E27FC236}">
                <a16:creationId xmlns:a16="http://schemas.microsoft.com/office/drawing/2014/main" id="{62B6E039-A44E-4304-8941-DA81FDD2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object-4">
            <a:extLst xmlns:a="http://schemas.openxmlformats.org/drawingml/2006/main">
              <a:ext uri="{FF2B5EF4-FFF2-40B4-BE49-F238E27FC236}">
                <a16:creationId xmlns:a16="http://schemas.microsoft.com/office/drawing/2014/main" id="{FF32A352-D046-4E89-BA33-AE0871F2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</a:t>
            </a:r>
          </a:p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后文称“会话”</a:t>
            </a:r>
          </a:p>
        </p:txBody>
      </p:sp>
      <p:sp>
        <p:nvSpPr>
          <p:cNvPr id="6" name="object-5">
            <a:extLst xmlns:a="http://schemas.openxmlformats.org/drawingml/2006/main">
              <a:ext uri="{FF2B5EF4-FFF2-40B4-BE49-F238E27FC236}">
                <a16:creationId xmlns:a16="http://schemas.microsoft.com/office/drawing/2014/main" id="{96E6AA96-A440-4762-A4B8-4FC197B6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194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7" name="object-6">
            <a:extLst xmlns:a="http://schemas.openxmlformats.org/drawingml/2006/main">
              <a:ext uri="{FF2B5EF4-FFF2-40B4-BE49-F238E27FC236}">
                <a16:creationId xmlns:a16="http://schemas.microsoft.com/office/drawing/2014/main" id="{AF2B7994-25BC-4440-B77D-DF930385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7">
            <a:extLst xmlns:a="http://schemas.openxmlformats.org/drawingml/2006/main">
              <a:ext uri="{FF2B5EF4-FFF2-40B4-BE49-F238E27FC236}">
                <a16:creationId xmlns:a16="http://schemas.microsoft.com/office/drawing/2014/main" id="{D339ACF8-178A-49B7-9C5C-D4E51369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bject-8">
            <a:extLst xmlns:a="http://schemas.openxmlformats.org/drawingml/2006/main">
              <a:ext uri="{FF2B5EF4-FFF2-40B4-BE49-F238E27FC236}">
                <a16:creationId xmlns:a16="http://schemas.microsoft.com/office/drawing/2014/main" id="{9ED73C5B-3B16-4F94-AE1F-A1181B6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9">
            <a:extLst xmlns:a="http://schemas.openxmlformats.org/drawingml/2006/main">
              <a:ext uri="{FF2B5EF4-FFF2-40B4-BE49-F238E27FC236}">
                <a16:creationId xmlns:a16="http://schemas.microsoft.com/office/drawing/2014/main" id="{B5C34D17-658B-40CD-81BD-0624DB63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10">
            <a:extLst xmlns:a="http://schemas.openxmlformats.org/drawingml/2006/main">
              <a:ext uri="{FF2B5EF4-FFF2-40B4-BE49-F238E27FC236}">
                <a16:creationId xmlns:a16="http://schemas.microsoft.com/office/drawing/2014/main" id="{E03B9793-C597-407F-A07E-DD5E7177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290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待处理的数据</a:t>
            </a:r>
          </a:p>
        </p:txBody>
      </p:sp>
      <p:sp>
        <p:nvSpPr>
          <p:cNvPr id="12" name="object-11">
            <a:extLst xmlns:a="http://schemas.openxmlformats.org/drawingml/2006/main">
              <a:ext uri="{FF2B5EF4-FFF2-40B4-BE49-F238E27FC236}">
                <a16:creationId xmlns:a16="http://schemas.microsoft.com/office/drawing/2014/main" id="{74F56F34-6175-4FCD-B801-D343ADC1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12">
            <a:extLst xmlns:a="http://schemas.openxmlformats.org/drawingml/2006/main">
              <a:ext uri="{FF2B5EF4-FFF2-40B4-BE49-F238E27FC236}">
                <a16:creationId xmlns:a16="http://schemas.microsoft.com/office/drawing/2014/main" id="{8AA4C156-A19A-4565-B1B3-471D4FB9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4" name="object-13">
            <a:extLst xmlns:a="http://schemas.openxmlformats.org/drawingml/2006/main">
              <a:ext uri="{FF2B5EF4-FFF2-40B4-BE49-F238E27FC236}">
                <a16:creationId xmlns:a16="http://schemas.microsoft.com/office/drawing/2014/main" id="{F6CC2C20-F1CB-4D30-BE04-D53F45B1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14">
            <a:extLst xmlns:a="http://schemas.openxmlformats.org/drawingml/2006/main">
              <a:ext uri="{FF2B5EF4-FFF2-40B4-BE49-F238E27FC236}">
                <a16:creationId xmlns:a16="http://schemas.microsoft.com/office/drawing/2014/main" id="{05CD1A41-89D7-4823-BCFF-5D12F3E3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设备输出</a:t>
            </a:r>
          </a:p>
        </p:txBody>
      </p:sp>
      <p:sp>
        <p:nvSpPr>
          <p:cNvPr id="16" name="object-15">
            <a:extLst xmlns:a="http://schemas.openxmlformats.org/drawingml/2006/main">
              <a:ext uri="{FF2B5EF4-FFF2-40B4-BE49-F238E27FC236}">
                <a16:creationId xmlns:a16="http://schemas.microsoft.com/office/drawing/2014/main" id="{7F881CFB-0614-4153-B301-18099039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43275"/>
            <a:ext cx="1476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</a:t>
            </a:r>
          </a:p>
        </p:txBody>
      </p:sp>
      <p:sp>
        <p:nvSpPr>
          <p:cNvPr id="17" name="line-16">
            <a:extLst xmlns:a="http://schemas.openxmlformats.org/drawingml/2006/main">
              <a:ext uri="{FF2B5EF4-FFF2-40B4-BE49-F238E27FC236}">
                <a16:creationId xmlns:a16="http://schemas.microsoft.com/office/drawing/2014/main" id="{4E4DDAB1-8ED7-4AE3-974E-A6732240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52825"/>
            <a:ext cx="666750" cy="9525"/>
          </a:xfrm>
          <a:custGeom xmlns:a="http://schemas.openxmlformats.org/drawingml/2006/main">
            <a:pathLst>
              <a:path w="666750" h="952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17">
            <a:extLst xmlns:a="http://schemas.openxmlformats.org/drawingml/2006/main">
              <a:ext uri="{FF2B5EF4-FFF2-40B4-BE49-F238E27FC236}">
                <a16:creationId xmlns:a16="http://schemas.microsoft.com/office/drawing/2014/main" id="{918C2E16-710D-4D18-925E-1C885E27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18">
            <a:extLst xmlns:a="http://schemas.openxmlformats.org/drawingml/2006/main">
              <a:ext uri="{FF2B5EF4-FFF2-40B4-BE49-F238E27FC236}">
                <a16:creationId xmlns:a16="http://schemas.microsoft.com/office/drawing/2014/main" id="{CB590464-06A1-4A91-BFE6-8FD6BE52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19">
            <a:extLst xmlns:a="http://schemas.openxmlformats.org/drawingml/2006/main">
              <a:ext uri="{FF2B5EF4-FFF2-40B4-BE49-F238E27FC236}">
                <a16:creationId xmlns:a16="http://schemas.microsoft.com/office/drawing/2014/main" id="{63822FB7-4481-44FE-8E1C-CA04B3FF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52825"/>
            <a:ext cx="771525" cy="9525"/>
          </a:xfrm>
          <a:custGeom xmlns:a="http://schemas.openxmlformats.org/drawingml/2006/main">
            <a:pathLst>
              <a:path w="771525" h="9525">
                <a:moveTo>
                  <a:pt x="0" y="0"/>
                </a:moveTo>
                <a:lnTo>
                  <a:pt x="771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20">
            <a:extLst xmlns:a="http://schemas.openxmlformats.org/drawingml/2006/main">
              <a:ext uri="{FF2B5EF4-FFF2-40B4-BE49-F238E27FC236}">
                <a16:creationId xmlns:a16="http://schemas.microsoft.com/office/drawing/2014/main" id="{E84C8950-9108-4A8C-9578-8E1BD56C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21">
            <a:extLst xmlns:a="http://schemas.openxmlformats.org/drawingml/2006/main">
              <a:ext uri="{FF2B5EF4-FFF2-40B4-BE49-F238E27FC236}">
                <a16:creationId xmlns:a16="http://schemas.microsoft.com/office/drawing/2014/main" id="{F8D1473C-08E2-4100-B92E-949651E2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22">
            <a:extLst xmlns:a="http://schemas.openxmlformats.org/drawingml/2006/main">
              <a:ext uri="{FF2B5EF4-FFF2-40B4-BE49-F238E27FC236}">
                <a16:creationId xmlns:a16="http://schemas.microsoft.com/office/drawing/2014/main" id="{6C297951-4282-463A-B263-3993D29C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552825"/>
            <a:ext cx="1038225" cy="9525"/>
          </a:xfrm>
          <a:custGeom xmlns:a="http://schemas.openxmlformats.org/drawingml/2006/main">
            <a:pathLst>
              <a:path w="1038225" h="9525">
                <a:moveTo>
                  <a:pt x="0" y="0"/>
                </a:moveTo>
                <a:lnTo>
                  <a:pt x="1038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23">
            <a:extLst xmlns:a="http://schemas.openxmlformats.org/drawingml/2006/main">
              <a:ext uri="{FF2B5EF4-FFF2-40B4-BE49-F238E27FC236}">
                <a16:creationId xmlns:a16="http://schemas.microsoft.com/office/drawing/2014/main" id="{480C8206-A5AC-4911-A1C2-2D026B17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24">
            <a:extLst xmlns:a="http://schemas.openxmlformats.org/drawingml/2006/main">
              <a:ext uri="{FF2B5EF4-FFF2-40B4-BE49-F238E27FC236}">
                <a16:creationId xmlns:a16="http://schemas.microsoft.com/office/drawing/2014/main" id="{8E51FCC5-56DC-4530-BE4F-4F92D74B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line-25">
            <a:extLst xmlns:a="http://schemas.openxmlformats.org/drawingml/2006/main">
              <a:ext uri="{FF2B5EF4-FFF2-40B4-BE49-F238E27FC236}">
                <a16:creationId xmlns:a16="http://schemas.microsoft.com/office/drawing/2014/main" id="{494A3B4F-A041-4BB0-B6FC-11D174D4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282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7" name="line-26">
            <a:extLst xmlns:a="http://schemas.openxmlformats.org/drawingml/2006/main">
              <a:ext uri="{FF2B5EF4-FFF2-40B4-BE49-F238E27FC236}">
                <a16:creationId xmlns:a16="http://schemas.microsoft.com/office/drawing/2014/main" id="{39B8E25C-EA75-431B-84C1-B5F2C96C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line-27">
            <a:extLst xmlns:a="http://schemas.openxmlformats.org/drawingml/2006/main">
              <a:ext uri="{FF2B5EF4-FFF2-40B4-BE49-F238E27FC236}">
                <a16:creationId xmlns:a16="http://schemas.microsoft.com/office/drawing/2014/main" id="{3AD50238-DEE3-4597-ACDF-5080B8B2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object-28">
            <a:extLst xmlns:a="http://schemas.openxmlformats.org/drawingml/2006/main">
              <a:ext uri="{FF2B5EF4-FFF2-40B4-BE49-F238E27FC236}">
                <a16:creationId xmlns:a16="http://schemas.microsoft.com/office/drawing/2014/main" id="{D9E00DD8-903A-4036-9F8B-96308EF4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① 暂停   ② 恢复</a:t>
            </a:r>
          </a:p>
        </p:txBody>
      </p:sp>
      <p:sp>
        <p:nvSpPr>
          <p:cNvPr id="30" name="reveal1-line-29">
            <a:extLst xmlns:a="http://schemas.openxmlformats.org/drawingml/2006/main">
              <a:ext uri="{FF2B5EF4-FFF2-40B4-BE49-F238E27FC236}">
                <a16:creationId xmlns:a16="http://schemas.microsoft.com/office/drawing/2014/main" id="{6E724670-6014-4F71-83B5-712E4FAE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193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1" name="reveal1-line-30">
            <a:extLst xmlns:a="http://schemas.openxmlformats.org/drawingml/2006/main">
              <a:ext uri="{FF2B5EF4-FFF2-40B4-BE49-F238E27FC236}">
                <a16:creationId xmlns:a16="http://schemas.microsoft.com/office/drawing/2014/main" id="{CE1573C1-E46F-47F8-9472-3CAE8D19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082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2" name="reveal1-line-31">
            <a:extLst xmlns:a="http://schemas.openxmlformats.org/drawingml/2006/main">
              <a:ext uri="{FF2B5EF4-FFF2-40B4-BE49-F238E27FC236}">
                <a16:creationId xmlns:a16="http://schemas.microsoft.com/office/drawing/2014/main" id="{6A6A381D-ECD4-42C5-B16E-2CB2143E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971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3" name="reveal1-line-32">
            <a:extLst xmlns:a="http://schemas.openxmlformats.org/drawingml/2006/main">
              <a:ext uri="{FF2B5EF4-FFF2-40B4-BE49-F238E27FC236}">
                <a16:creationId xmlns:a16="http://schemas.microsoft.com/office/drawing/2014/main" id="{ACD4D290-E67D-4816-BBB5-DCE775A4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8860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4" name="reveal1-line-33">
            <a:extLst xmlns:a="http://schemas.openxmlformats.org/drawingml/2006/main">
              <a:ext uri="{FF2B5EF4-FFF2-40B4-BE49-F238E27FC236}">
                <a16:creationId xmlns:a16="http://schemas.microsoft.com/office/drawing/2014/main" id="{0BB30AFA-7888-49B9-919D-FF375118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9749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5" name="reveal1-line-34">
            <a:extLst xmlns:a="http://schemas.openxmlformats.org/drawingml/2006/main">
              <a:ext uri="{FF2B5EF4-FFF2-40B4-BE49-F238E27FC236}">
                <a16:creationId xmlns:a16="http://schemas.microsoft.com/office/drawing/2014/main" id="{33FDF78D-CCA2-4633-90E7-5937281C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38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6" name="reveal1-line-35">
            <a:extLst xmlns:a="http://schemas.openxmlformats.org/drawingml/2006/main">
              <a:ext uri="{FF2B5EF4-FFF2-40B4-BE49-F238E27FC236}">
                <a16:creationId xmlns:a16="http://schemas.microsoft.com/office/drawing/2014/main" id="{2B10F21B-03B4-4861-9318-C9FDD5B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69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reveal1-line-36">
            <a:extLst xmlns:a="http://schemas.openxmlformats.org/drawingml/2006/main">
              <a:ext uri="{FF2B5EF4-FFF2-40B4-BE49-F238E27FC236}">
                <a16:creationId xmlns:a16="http://schemas.microsoft.com/office/drawing/2014/main" id="{3678A389-C511-4DE9-9202-74E94FA5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8" name="reveal1-object-37">
            <a:extLst xmlns:a="http://schemas.openxmlformats.org/drawingml/2006/main">
              <a:ext uri="{FF2B5EF4-FFF2-40B4-BE49-F238E27FC236}">
                <a16:creationId xmlns:a16="http://schemas.microsoft.com/office/drawing/2014/main" id="{E2F32AA2-1030-4F93-B7EB-056BF9CA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870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先改变增益，</a:t>
            </a:r>
          </a:p>
          <a:p xmlns:a="http://schemas.openxmlformats.org/drawingml/2006/main">
            <a: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还要处理连接和播放状态。</a:t>
            </a:r>
          </a:p>
        </p:txBody>
      </p:sp>
      <p:sp>
        <p:nvSpPr>
          <p:cNvPr id="39" name="reveal2-object-38">
            <a:extLst xmlns:a="http://schemas.openxmlformats.org/drawingml/2006/main">
              <a:ext uri="{FF2B5EF4-FFF2-40B4-BE49-F238E27FC236}">
                <a16:creationId xmlns:a16="http://schemas.microsoft.com/office/drawing/2014/main" id="{4043ACE0-E4DF-4E1C-9E3A-B512F220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171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③ 切到耳机</a:t>
            </a:r>
          </a:p>
        </p:txBody>
      </p:sp>
      <p:sp>
        <p:nvSpPr>
          <p:cNvPr id="40" name="reveal2-line-39">
            <a:extLst xmlns:a="http://schemas.openxmlformats.org/drawingml/2006/main">
              <a:ext uri="{FF2B5EF4-FFF2-40B4-BE49-F238E27FC236}">
                <a16:creationId xmlns:a16="http://schemas.microsoft.com/office/drawing/2014/main" id="{501956DE-8D00-41F8-B2D9-491C32A7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289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1" name="reveal2-line-40">
            <a:extLst xmlns:a="http://schemas.openxmlformats.org/drawingml/2006/main">
              <a:ext uri="{FF2B5EF4-FFF2-40B4-BE49-F238E27FC236}">
                <a16:creationId xmlns:a16="http://schemas.microsoft.com/office/drawing/2014/main" id="{966B9EC7-3DE6-4B67-83EC-19F4EF6B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7017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2" name="reveal2-line-41">
            <a:extLst xmlns:a="http://schemas.openxmlformats.org/drawingml/2006/main">
              <a:ext uri="{FF2B5EF4-FFF2-40B4-BE49-F238E27FC236}">
                <a16:creationId xmlns:a16="http://schemas.microsoft.com/office/drawing/2014/main" id="{713EE631-1086-4F85-A21D-42540962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11450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3" name="reveal2-line-42">
            <a:extLst xmlns:a="http://schemas.openxmlformats.org/drawingml/2006/main">
              <a:ext uri="{FF2B5EF4-FFF2-40B4-BE49-F238E27FC236}">
                <a16:creationId xmlns:a16="http://schemas.microsoft.com/office/drawing/2014/main" id="{19ADED06-6DD5-48A0-8AED-F2F2D399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5272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4" name="reveal2-line-43">
            <a:extLst xmlns:a="http://schemas.openxmlformats.org/drawingml/2006/main">
              <a:ext uri="{FF2B5EF4-FFF2-40B4-BE49-F238E27FC236}">
                <a16:creationId xmlns:a16="http://schemas.microsoft.com/office/drawing/2014/main" id="{D18D7A15-88B5-4DFD-8044-56382CC6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40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5" name="reveal2-line-44">
            <a:extLst xmlns:a="http://schemas.openxmlformats.org/drawingml/2006/main">
              <a:ext uri="{FF2B5EF4-FFF2-40B4-BE49-F238E27FC236}">
                <a16:creationId xmlns:a16="http://schemas.microsoft.com/office/drawing/2014/main" id="{389C1377-F664-4F40-8D34-E5F82FAC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35275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6" name="reveal2-line-45">
            <a:extLst xmlns:a="http://schemas.openxmlformats.org/drawingml/2006/main">
              <a:ext uri="{FF2B5EF4-FFF2-40B4-BE49-F238E27FC236}">
                <a16:creationId xmlns:a16="http://schemas.microsoft.com/office/drawing/2014/main" id="{12E6EAD0-59E0-4F86-AD12-B9E350F0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77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7" name="reveal2-line-46">
            <a:extLst xmlns:a="http://schemas.openxmlformats.org/drawingml/2006/main">
              <a:ext uri="{FF2B5EF4-FFF2-40B4-BE49-F238E27FC236}">
                <a16:creationId xmlns:a16="http://schemas.microsoft.com/office/drawing/2014/main" id="{1CC4BA0F-B34D-490D-A6D4-F350C5A2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8" name="reveal2-line-47">
            <a:extLst xmlns:a="http://schemas.openxmlformats.org/drawingml/2006/main">
              <a:ext uri="{FF2B5EF4-FFF2-40B4-BE49-F238E27FC236}">
                <a16:creationId xmlns:a16="http://schemas.microsoft.com/office/drawing/2014/main" id="{4B0F35C1-936F-4313-8750-68CA3CEE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83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9" name="reveal2-line-48">
            <a:extLst xmlns:a="http://schemas.openxmlformats.org/drawingml/2006/main">
              <a:ext uri="{FF2B5EF4-FFF2-40B4-BE49-F238E27FC236}">
                <a16:creationId xmlns:a16="http://schemas.microsoft.com/office/drawing/2014/main" id="{73B5E7AF-7A9C-4EF6-8DBF-81EC48AB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1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0" name="reveal2-line-49">
            <a:extLst xmlns:a="http://schemas.openxmlformats.org/drawingml/2006/main">
              <a:ext uri="{FF2B5EF4-FFF2-40B4-BE49-F238E27FC236}">
                <a16:creationId xmlns:a16="http://schemas.microsoft.com/office/drawing/2014/main" id="{1AE236E6-5567-4C08-868C-25A1299C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038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1" name="reveal2-line-50">
            <a:extLst xmlns:a="http://schemas.openxmlformats.org/drawingml/2006/main">
              <a:ext uri="{FF2B5EF4-FFF2-40B4-BE49-F238E27FC236}">
                <a16:creationId xmlns:a16="http://schemas.microsoft.com/office/drawing/2014/main" id="{20BF5C4C-F4E6-45B7-8116-33F79220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7663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2" name="reveal2-line-51">
            <a:extLst xmlns:a="http://schemas.openxmlformats.org/drawingml/2006/main">
              <a:ext uri="{FF2B5EF4-FFF2-40B4-BE49-F238E27FC236}">
                <a16:creationId xmlns:a16="http://schemas.microsoft.com/office/drawing/2014/main" id="{BA1390CE-69E1-4AEC-B183-A5C26BA5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938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3" name="reveal2-line-52">
            <a:extLst xmlns:a="http://schemas.openxmlformats.org/drawingml/2006/main">
              <a:ext uri="{FF2B5EF4-FFF2-40B4-BE49-F238E27FC236}">
                <a16:creationId xmlns:a16="http://schemas.microsoft.com/office/drawing/2014/main" id="{E07AEF34-69A0-4ADC-9C18-2EFE8752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2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4" name="reveal2-line-53">
            <a:extLst xmlns:a="http://schemas.openxmlformats.org/drawingml/2006/main">
              <a:ext uri="{FF2B5EF4-FFF2-40B4-BE49-F238E27FC236}">
                <a16:creationId xmlns:a16="http://schemas.microsoft.com/office/drawing/2014/main" id="{E30BD109-A111-4D42-BE93-F5FEC81B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512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5" name="reveal2-line-54">
            <a:extLst xmlns:a="http://schemas.openxmlformats.org/drawingml/2006/main">
              <a:ext uri="{FF2B5EF4-FFF2-40B4-BE49-F238E27FC236}">
                <a16:creationId xmlns:a16="http://schemas.microsoft.com/office/drawing/2014/main" id="{8D6F2215-0559-4292-AD53-17A586A2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6" name="reveal2-line-55">
            <a:extLst xmlns:a="http://schemas.openxmlformats.org/drawingml/2006/main">
              <a:ext uri="{FF2B5EF4-FFF2-40B4-BE49-F238E27FC236}">
                <a16:creationId xmlns:a16="http://schemas.microsoft.com/office/drawing/2014/main" id="{BE18F9D1-2D1D-4A44-B56F-0FF4CFEB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7" name="reveal2-line-56">
            <a:extLst xmlns:a="http://schemas.openxmlformats.org/drawingml/2006/main">
              <a:ext uri="{FF2B5EF4-FFF2-40B4-BE49-F238E27FC236}">
                <a16:creationId xmlns:a16="http://schemas.microsoft.com/office/drawing/2014/main" id="{39C20820-C9BF-4973-AD4B-6E8AB6FE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258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8" name="reveal2-line-57">
            <a:extLst xmlns:a="http://schemas.openxmlformats.org/drawingml/2006/main">
              <a:ext uri="{FF2B5EF4-FFF2-40B4-BE49-F238E27FC236}">
                <a16:creationId xmlns:a16="http://schemas.microsoft.com/office/drawing/2014/main" id="{AAFE5FE9-5F2C-4666-9D6A-2580FB1F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68625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9" name="reveal2-line-58">
            <a:extLst xmlns:a="http://schemas.openxmlformats.org/drawingml/2006/main">
              <a:ext uri="{FF2B5EF4-FFF2-40B4-BE49-F238E27FC236}">
                <a16:creationId xmlns:a16="http://schemas.microsoft.com/office/drawing/2014/main" id="{88C5CE59-047F-4037-A6F1-98254566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14663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0" name="reveal2-line-59">
            <a:extLst xmlns:a="http://schemas.openxmlformats.org/drawingml/2006/main">
              <a:ext uri="{FF2B5EF4-FFF2-40B4-BE49-F238E27FC236}">
                <a16:creationId xmlns:a16="http://schemas.microsoft.com/office/drawing/2014/main" id="{E91C5409-F938-4360-9BEC-8513E056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070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1" name="reveal2-line-60">
            <a:extLst xmlns:a="http://schemas.openxmlformats.org/drawingml/2006/main">
              <a:ext uri="{FF2B5EF4-FFF2-40B4-BE49-F238E27FC236}">
                <a16:creationId xmlns:a16="http://schemas.microsoft.com/office/drawing/2014/main" id="{DB3E8FBE-5F70-42D6-94B6-98B0782A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673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2" name="reveal2-line-61">
            <a:extLst xmlns:a="http://schemas.openxmlformats.org/drawingml/2006/main">
              <a:ext uri="{FF2B5EF4-FFF2-40B4-BE49-F238E27FC236}">
                <a16:creationId xmlns:a16="http://schemas.microsoft.com/office/drawing/2014/main" id="{5A2B44B3-E28C-467F-9EDA-E6F8087D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42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3" name="reveal2-line-62">
            <a:extLst xmlns:a="http://schemas.openxmlformats.org/drawingml/2006/main">
              <a:ext uri="{FF2B5EF4-FFF2-40B4-BE49-F238E27FC236}">
                <a16:creationId xmlns:a16="http://schemas.microsoft.com/office/drawing/2014/main" id="{9E622E46-84CD-480C-ADCE-279EF6E5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4" name="reveal2-object-63">
            <a:extLst xmlns:a="http://schemas.openxmlformats.org/drawingml/2006/main">
              <a:ext uri="{FF2B5EF4-FFF2-40B4-BE49-F238E27FC236}">
                <a16:creationId xmlns:a16="http://schemas.microsoft.com/office/drawing/2014/main" id="{A4CE19DD-BAE7-4510-A926-BDD60613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838700"/>
            <a:ext cx="276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换输出设备，</a:t>
            </a:r>
          </a:p>
          <a:p xmlns:a="http://schemas.openxmlformats.org/drawingml/2006/main">
            <a:pPr algn="ctr">
              <a:def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也要改变处理连接。</a:t>
            </a:r>
          </a:p>
        </p:txBody>
      </p:sp>
      <p:sp>
        <p:nvSpPr>
          <p:cNvPr id="65" name="object-64">
            <a:extLst xmlns:a="http://schemas.openxmlformats.org/drawingml/2006/main">
              <a:ext uri="{FF2B5EF4-FFF2-40B4-BE49-F238E27FC236}">
                <a16:creationId xmlns:a16="http://schemas.microsoft.com/office/drawing/2014/main" id="{84E28736-9FF5-429C-B8F9-8632A654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实线表示数据；虚线表示控制。处理链为简化示意。</a:t>
            </a:r>
          </a:p>
        </p:txBody>
      </p:sp>
      <p:sp>
        <p:nvSpPr>
          <p:cNvPr id="66" name="object-65">
            <a:extLst xmlns:a="http://schemas.openxmlformats.org/drawingml/2006/main">
              <a:ext uri="{FF2B5EF4-FFF2-40B4-BE49-F238E27FC236}">
                <a16:creationId xmlns:a16="http://schemas.microsoft.com/office/drawing/2014/main" id="{37476C4C-A2F6-4493-8F99-592265B8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590133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1"/>
      <p:bldP spid="30" grpId="1"/>
      <p:bldP spid="31" grpId="1"/>
      <p:bldP spid="32" grpId="1"/>
      <p:bldP spid="33" grpId="1"/>
      <p:bldP spid="34" grpId="1"/>
      <p:bldP spid="35" grpId="1"/>
      <p:bldP spid="36" grpId="1"/>
      <p:bldP spid="37" grpId="1"/>
      <p:bldP spid="38" grpId="1"/>
      <p:bldP spid="39" grpId="2"/>
      <p:bldP spid="40" grpId="2"/>
      <p:bldP spid="41" grpId="2"/>
      <p:bldP spid="42" grpId="2"/>
      <p:bldP spid="43" grpId="2"/>
      <p:bldP spid="44" grpId="2"/>
      <p:bldP spid="45" grpId="2"/>
      <p:bldP spid="46" grpId="2"/>
      <p:bldP spid="47" grpId="2"/>
      <p:bldP spid="48" grpId="2"/>
      <p:bldP spid="49" grpId="2"/>
      <p:bldP spid="50" grpId="2"/>
      <p:bldP spid="51" grpId="2"/>
      <p:bldP spid="52" grpId="2"/>
      <p:bldP spid="53" grpId="2"/>
      <p:bldP spid="54" grpId="2"/>
      <p:bldP spid="55" grpId="2"/>
      <p:bldP spid="56" grpId="2"/>
      <p:bldP spid="57" grpId="2"/>
      <p:bldP spid="58" grpId="2"/>
      <p:bldP spid="59" grpId="2"/>
      <p:bldP spid="60" grpId="2"/>
      <p:bldP spid="61" grpId="2"/>
      <p:bldP spid="62" grpId="2"/>
      <p:bldP spid="63" grpId="2"/>
      <p:bldP spid="64" grpId="2"/>
    </p:bld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" name="object-66">
            <a:extLst xmlns:a="http://schemas.openxmlformats.org/drawingml/2006/main">
              <a:ext uri="{FF2B5EF4-FFF2-40B4-BE49-F238E27FC236}">
                <a16:creationId xmlns:a16="http://schemas.microsoft.com/office/drawing/2014/main" id="{42EB52FC-9D16-4BDB-9B41-F579F4B1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暂停时，先淡出，再断开</a:t>
            </a:r>
          </a:p>
        </p:txBody>
      </p:sp>
      <p:sp>
        <p:nvSpPr>
          <p:cNvPr id="2" name="object-67">
            <a:extLst xmlns:a="http://schemas.openxmlformats.org/drawingml/2006/main">
              <a:ext uri="{FF2B5EF4-FFF2-40B4-BE49-F238E27FC236}">
                <a16:creationId xmlns:a16="http://schemas.microsoft.com/office/drawing/2014/main" id="{34ADF2A2-074C-4ED2-89E5-D915D840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直接截断</a:t>
            </a:r>
          </a:p>
        </p:txBody>
      </p:sp>
      <p:sp>
        <p:nvSpPr>
          <p:cNvPr id="3" name="line-68">
            <a:extLst xmlns:a="http://schemas.openxmlformats.org/drawingml/2006/main">
              <a:ext uri="{FF2B5EF4-FFF2-40B4-BE49-F238E27FC236}">
                <a16:creationId xmlns:a16="http://schemas.microsoft.com/office/drawing/2014/main" id="{A85D826C-657A-4F9B-8433-EEC681B5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" name="line-69">
            <a:extLst xmlns:a="http://schemas.openxmlformats.org/drawingml/2006/main">
              <a:ext uri="{FF2B5EF4-FFF2-40B4-BE49-F238E27FC236}">
                <a16:creationId xmlns:a16="http://schemas.microsoft.com/office/drawing/2014/main" id="{7AF0ABA6-C3F1-4283-8CAF-460A5BCA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03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" name="line-70">
            <a:extLst xmlns:a="http://schemas.openxmlformats.org/drawingml/2006/main">
              <a:ext uri="{FF2B5EF4-FFF2-40B4-BE49-F238E27FC236}">
                <a16:creationId xmlns:a16="http://schemas.microsoft.com/office/drawing/2014/main" id="{5517ADE6-FB43-477B-B638-86A9059D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" name="line-71">
            <a:extLst xmlns:a="http://schemas.openxmlformats.org/drawingml/2006/main">
              <a:ext uri="{FF2B5EF4-FFF2-40B4-BE49-F238E27FC236}">
                <a16:creationId xmlns:a16="http://schemas.microsoft.com/office/drawing/2014/main" id="{711B5F89-8B3E-49BF-8919-B6C0F361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09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" name="line-72">
            <a:extLst xmlns:a="http://schemas.openxmlformats.org/drawingml/2006/main">
              <a:ext uri="{FF2B5EF4-FFF2-40B4-BE49-F238E27FC236}">
                <a16:creationId xmlns:a16="http://schemas.microsoft.com/office/drawing/2014/main" id="{7284E801-69AE-4DFA-A023-9F748D7F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3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" name="line-73">
            <a:extLst xmlns:a="http://schemas.openxmlformats.org/drawingml/2006/main">
              <a:ext uri="{FF2B5EF4-FFF2-40B4-BE49-F238E27FC236}">
                <a16:creationId xmlns:a16="http://schemas.microsoft.com/office/drawing/2014/main" id="{52CED6F2-9A8F-4E86-B814-EADF67A7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016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9" name="line-74">
            <a:extLst xmlns:a="http://schemas.openxmlformats.org/drawingml/2006/main">
              <a:ext uri="{FF2B5EF4-FFF2-40B4-BE49-F238E27FC236}">
                <a16:creationId xmlns:a16="http://schemas.microsoft.com/office/drawing/2014/main" id="{D4E600FE-0227-4EA6-88BE-C28C77C8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019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0" name="line-75">
            <a:extLst xmlns:a="http://schemas.openxmlformats.org/drawingml/2006/main">
              <a:ext uri="{FF2B5EF4-FFF2-40B4-BE49-F238E27FC236}">
                <a16:creationId xmlns:a16="http://schemas.microsoft.com/office/drawing/2014/main" id="{97D3ACF4-F6F0-4592-B4D3-00C35E5E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1022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1" name="line-76">
            <a:extLst xmlns:a="http://schemas.openxmlformats.org/drawingml/2006/main">
              <a:ext uri="{FF2B5EF4-FFF2-40B4-BE49-F238E27FC236}">
                <a16:creationId xmlns:a16="http://schemas.microsoft.com/office/drawing/2014/main" id="{9C12E041-4D14-45EA-987C-24EFC5D6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2" name="line-77">
            <a:extLst xmlns:a="http://schemas.openxmlformats.org/drawingml/2006/main">
              <a:ext uri="{FF2B5EF4-FFF2-40B4-BE49-F238E27FC236}">
                <a16:creationId xmlns:a16="http://schemas.microsoft.com/office/drawing/2014/main" id="{5F1A02BB-6DAC-41BF-9498-C0391046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028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3" name="line-78">
            <a:extLst xmlns:a="http://schemas.openxmlformats.org/drawingml/2006/main">
              <a:ext uri="{FF2B5EF4-FFF2-40B4-BE49-F238E27FC236}">
                <a16:creationId xmlns:a16="http://schemas.microsoft.com/office/drawing/2014/main" id="{F5A277A0-6D64-4D31-A6ED-1125799B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6031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4" name="line-79">
            <a:extLst xmlns:a="http://schemas.openxmlformats.org/drawingml/2006/main">
              <a:ext uri="{FF2B5EF4-FFF2-40B4-BE49-F238E27FC236}">
                <a16:creationId xmlns:a16="http://schemas.microsoft.com/office/drawing/2014/main" id="{22017871-BE5A-4239-92E3-1AE7BB03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034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5" name="line-80">
            <a:extLst xmlns:a="http://schemas.openxmlformats.org/drawingml/2006/main">
              <a:ext uri="{FF2B5EF4-FFF2-40B4-BE49-F238E27FC236}">
                <a16:creationId xmlns:a16="http://schemas.microsoft.com/office/drawing/2014/main" id="{82ED78DB-4D23-43B1-BC2C-EF1DFAF1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038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6" name="line-81">
            <a:extLst xmlns:a="http://schemas.openxmlformats.org/drawingml/2006/main">
              <a:ext uri="{FF2B5EF4-FFF2-40B4-BE49-F238E27FC236}">
                <a16:creationId xmlns:a16="http://schemas.microsoft.com/office/drawing/2014/main" id="{7B1902BE-E001-40C8-9DFF-727168F7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041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7" name="line-82">
            <a:extLst xmlns:a="http://schemas.openxmlformats.org/drawingml/2006/main">
              <a:ext uri="{FF2B5EF4-FFF2-40B4-BE49-F238E27FC236}">
                <a16:creationId xmlns:a16="http://schemas.microsoft.com/office/drawing/2014/main" id="{4BE3E11C-2C2A-4AEB-A00B-066B7A8C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044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8" name="line-83">
            <a:extLst xmlns:a="http://schemas.openxmlformats.org/drawingml/2006/main">
              <a:ext uri="{FF2B5EF4-FFF2-40B4-BE49-F238E27FC236}">
                <a16:creationId xmlns:a16="http://schemas.microsoft.com/office/drawing/2014/main" id="{6EBE84A5-B55A-4DEC-B16B-D22FAC54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047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9" name="line-84">
            <a:extLst xmlns:a="http://schemas.openxmlformats.org/drawingml/2006/main">
              <a:ext uri="{FF2B5EF4-FFF2-40B4-BE49-F238E27FC236}">
                <a16:creationId xmlns:a16="http://schemas.microsoft.com/office/drawing/2014/main" id="{E0C8AEA1-39F8-4BCB-8BAB-A8CF8198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0" name="line-85">
            <a:extLst xmlns:a="http://schemas.openxmlformats.org/drawingml/2006/main">
              <a:ext uri="{FF2B5EF4-FFF2-40B4-BE49-F238E27FC236}">
                <a16:creationId xmlns:a16="http://schemas.microsoft.com/office/drawing/2014/main" id="{DB8FDD82-27FD-4FE0-9F02-B2307490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053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1" name="line-86">
            <a:extLst xmlns:a="http://schemas.openxmlformats.org/drawingml/2006/main">
              <a:ext uri="{FF2B5EF4-FFF2-40B4-BE49-F238E27FC236}">
                <a16:creationId xmlns:a16="http://schemas.microsoft.com/office/drawing/2014/main" id="{BD5902F5-5326-4F32-B43B-7963C390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056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2" name="line-87">
            <a:extLst xmlns:a="http://schemas.openxmlformats.org/drawingml/2006/main">
              <a:ext uri="{FF2B5EF4-FFF2-40B4-BE49-F238E27FC236}">
                <a16:creationId xmlns:a16="http://schemas.microsoft.com/office/drawing/2014/main" id="{42CBA447-11D0-4262-9C73-771A929B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059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3" name="line-88">
            <a:extLst xmlns:a="http://schemas.openxmlformats.org/drawingml/2006/main">
              <a:ext uri="{FF2B5EF4-FFF2-40B4-BE49-F238E27FC236}">
                <a16:creationId xmlns:a16="http://schemas.microsoft.com/office/drawing/2014/main" id="{A499E524-4C79-468A-B7A4-299FB6D7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063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4" name="line-89">
            <a:extLst xmlns:a="http://schemas.openxmlformats.org/drawingml/2006/main">
              <a:ext uri="{FF2B5EF4-FFF2-40B4-BE49-F238E27FC236}">
                <a16:creationId xmlns:a16="http://schemas.microsoft.com/office/drawing/2014/main" id="{1E25B9C0-01E1-4769-9AEF-E0F1CCD2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066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5" name="line-90">
            <a:extLst xmlns:a="http://schemas.openxmlformats.org/drawingml/2006/main">
              <a:ext uri="{FF2B5EF4-FFF2-40B4-BE49-F238E27FC236}">
                <a16:creationId xmlns:a16="http://schemas.microsoft.com/office/drawing/2014/main" id="{CDD602A3-17FA-4401-BA95-7153F7C4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069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6" name="line-91">
            <a:extLst xmlns:a="http://schemas.openxmlformats.org/drawingml/2006/main">
              <a:ext uri="{FF2B5EF4-FFF2-40B4-BE49-F238E27FC236}">
                <a16:creationId xmlns:a16="http://schemas.microsoft.com/office/drawing/2014/main" id="{688B1064-6F16-4D82-AFC0-51C27D4F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072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7" name="line-92">
            <a:extLst xmlns:a="http://schemas.openxmlformats.org/drawingml/2006/main">
              <a:ext uri="{FF2B5EF4-FFF2-40B4-BE49-F238E27FC236}">
                <a16:creationId xmlns:a16="http://schemas.microsoft.com/office/drawing/2014/main" id="{A6415338-DDBF-440E-BB97-29577BD0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8" name="line-93">
            <a:extLst xmlns:a="http://schemas.openxmlformats.org/drawingml/2006/main">
              <a:ext uri="{FF2B5EF4-FFF2-40B4-BE49-F238E27FC236}">
                <a16:creationId xmlns:a16="http://schemas.microsoft.com/office/drawing/2014/main" id="{56D17AA1-F56A-457A-9169-FEAF1880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078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9" name="line-94">
            <a:extLst xmlns:a="http://schemas.openxmlformats.org/drawingml/2006/main">
              <a:ext uri="{FF2B5EF4-FFF2-40B4-BE49-F238E27FC236}">
                <a16:creationId xmlns:a16="http://schemas.microsoft.com/office/drawing/2014/main" id="{81E3F6FD-7D9B-4159-86B6-7081B2E7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0" name="line-95">
            <a:extLst xmlns:a="http://schemas.openxmlformats.org/drawingml/2006/main">
              <a:ext uri="{FF2B5EF4-FFF2-40B4-BE49-F238E27FC236}">
                <a16:creationId xmlns:a16="http://schemas.microsoft.com/office/drawing/2014/main" id="{DE804C72-E1FD-409B-BD80-8504865C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84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1" name="line-96">
            <a:extLst xmlns:a="http://schemas.openxmlformats.org/drawingml/2006/main">
              <a:ext uri="{FF2B5EF4-FFF2-40B4-BE49-F238E27FC236}">
                <a16:creationId xmlns:a16="http://schemas.microsoft.com/office/drawing/2014/main" id="{8B378543-D9DB-4B20-B747-1C1DAA44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088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2" name="line-97">
            <a:extLst xmlns:a="http://schemas.openxmlformats.org/drawingml/2006/main">
              <a:ext uri="{FF2B5EF4-FFF2-40B4-BE49-F238E27FC236}">
                <a16:creationId xmlns:a16="http://schemas.microsoft.com/office/drawing/2014/main" id="{401CAF9E-44A3-4DD6-8378-BC688EE5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091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3" name="line-98">
            <a:extLst xmlns:a="http://schemas.openxmlformats.org/drawingml/2006/main">
              <a:ext uri="{FF2B5EF4-FFF2-40B4-BE49-F238E27FC236}">
                <a16:creationId xmlns:a16="http://schemas.microsoft.com/office/drawing/2014/main" id="{FD9C20E6-1806-4E82-B1F5-B93FA6BD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094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4" name="line-99">
            <a:extLst xmlns:a="http://schemas.openxmlformats.org/drawingml/2006/main">
              <a:ext uri="{FF2B5EF4-FFF2-40B4-BE49-F238E27FC236}">
                <a16:creationId xmlns:a16="http://schemas.microsoft.com/office/drawing/2014/main" id="{0C3B2F78-23A2-49E4-B1F4-2E9F08CE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097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5" name="line-100">
            <a:extLst xmlns:a="http://schemas.openxmlformats.org/drawingml/2006/main">
              <a:ext uri="{FF2B5EF4-FFF2-40B4-BE49-F238E27FC236}">
                <a16:creationId xmlns:a16="http://schemas.microsoft.com/office/drawing/2014/main" id="{113F05D5-E2AF-4AF8-A44C-1DB76823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6" name="line-101">
            <a:extLst xmlns:a="http://schemas.openxmlformats.org/drawingml/2006/main">
              <a:ext uri="{FF2B5EF4-FFF2-40B4-BE49-F238E27FC236}">
                <a16:creationId xmlns:a16="http://schemas.microsoft.com/office/drawing/2014/main" id="{98E6982D-9CBB-49AA-BFE4-69AB1D14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103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7" name="line-102">
            <a:extLst xmlns:a="http://schemas.openxmlformats.org/drawingml/2006/main">
              <a:ext uri="{FF2B5EF4-FFF2-40B4-BE49-F238E27FC236}">
                <a16:creationId xmlns:a16="http://schemas.microsoft.com/office/drawing/2014/main" id="{1943A137-9FC4-4A23-92C9-9E6467DB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106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8" name="line-103">
            <a:extLst xmlns:a="http://schemas.openxmlformats.org/drawingml/2006/main">
              <a:ext uri="{FF2B5EF4-FFF2-40B4-BE49-F238E27FC236}">
                <a16:creationId xmlns:a16="http://schemas.microsoft.com/office/drawing/2014/main" id="{E99BE3D5-582C-48D3-B9FD-34027EEA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1109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9" name="line-104">
            <a:extLst xmlns:a="http://schemas.openxmlformats.org/drawingml/2006/main">
              <a:ext uri="{FF2B5EF4-FFF2-40B4-BE49-F238E27FC236}">
                <a16:creationId xmlns:a16="http://schemas.microsoft.com/office/drawing/2014/main" id="{2F0DF3A8-20A7-4E59-8B2F-F67D60C3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0" name="line-105">
            <a:extLst xmlns:a="http://schemas.openxmlformats.org/drawingml/2006/main">
              <a:ext uri="{FF2B5EF4-FFF2-40B4-BE49-F238E27FC236}">
                <a16:creationId xmlns:a16="http://schemas.microsoft.com/office/drawing/2014/main" id="{A45DA94B-5FF0-4E68-96F7-322E1979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116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1" name="line-106">
            <a:extLst xmlns:a="http://schemas.openxmlformats.org/drawingml/2006/main">
              <a:ext uri="{FF2B5EF4-FFF2-40B4-BE49-F238E27FC236}">
                <a16:creationId xmlns:a16="http://schemas.microsoft.com/office/drawing/2014/main" id="{8EE55817-51E0-4A19-ADF0-71B05706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119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2" name="line-107">
            <a:extLst xmlns:a="http://schemas.openxmlformats.org/drawingml/2006/main">
              <a:ext uri="{FF2B5EF4-FFF2-40B4-BE49-F238E27FC236}">
                <a16:creationId xmlns:a16="http://schemas.microsoft.com/office/drawing/2014/main" id="{405DEAC1-2931-4F0E-959E-FC780D16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122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3" name="line-108">
            <a:extLst xmlns:a="http://schemas.openxmlformats.org/drawingml/2006/main">
              <a:ext uri="{FF2B5EF4-FFF2-40B4-BE49-F238E27FC236}">
                <a16:creationId xmlns:a16="http://schemas.microsoft.com/office/drawing/2014/main" id="{3614B0E2-3A30-4C1D-8019-74C83886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4" name="line-109">
            <a:extLst xmlns:a="http://schemas.openxmlformats.org/drawingml/2006/main">
              <a:ext uri="{FF2B5EF4-FFF2-40B4-BE49-F238E27FC236}">
                <a16:creationId xmlns:a16="http://schemas.microsoft.com/office/drawing/2014/main" id="{6D485277-29C7-446C-BDFE-C63831ED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28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5" name="line-110">
            <a:extLst xmlns:a="http://schemas.openxmlformats.org/drawingml/2006/main">
              <a:ext uri="{FF2B5EF4-FFF2-40B4-BE49-F238E27FC236}">
                <a16:creationId xmlns:a16="http://schemas.microsoft.com/office/drawing/2014/main" id="{492F5B67-2D06-4A41-B021-7CB088C9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131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6" name="line-111">
            <a:extLst xmlns:a="http://schemas.openxmlformats.org/drawingml/2006/main">
              <a:ext uri="{FF2B5EF4-FFF2-40B4-BE49-F238E27FC236}">
                <a16:creationId xmlns:a16="http://schemas.microsoft.com/office/drawing/2014/main" id="{CE6CD208-3508-4B64-8C86-F5756AB3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34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7" name="line-112">
            <a:extLst xmlns:a="http://schemas.openxmlformats.org/drawingml/2006/main">
              <a:ext uri="{FF2B5EF4-FFF2-40B4-BE49-F238E27FC236}">
                <a16:creationId xmlns:a16="http://schemas.microsoft.com/office/drawing/2014/main" id="{3B9D42E3-B046-4CB3-81AF-F5E02751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1586349"/>
            <a:ext cx="25003" cy="185301"/>
          </a:xfrm>
          <a:custGeom xmlns:a="http://schemas.openxmlformats.org/drawingml/2006/main">
            <a:pathLst>
              <a:path w="25003" h="185301">
                <a:moveTo>
                  <a:pt x="0" y="0"/>
                </a:moveTo>
                <a:lnTo>
                  <a:pt x="25003" y="18530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8" name="line-113">
            <a:extLst xmlns:a="http://schemas.openxmlformats.org/drawingml/2006/main">
              <a:ext uri="{FF2B5EF4-FFF2-40B4-BE49-F238E27FC236}">
                <a16:creationId xmlns:a16="http://schemas.microsoft.com/office/drawing/2014/main" id="{AB3A1277-35ED-4E82-AB16-CF50C4B2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1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9" name="line-114">
            <a:extLst xmlns:a="http://schemas.openxmlformats.org/drawingml/2006/main">
              <a:ext uri="{FF2B5EF4-FFF2-40B4-BE49-F238E27FC236}">
                <a16:creationId xmlns:a16="http://schemas.microsoft.com/office/drawing/2014/main" id="{464A835E-5D8C-496D-BD8B-B84CC921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1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0" name="line-115">
            <a:extLst xmlns:a="http://schemas.openxmlformats.org/drawingml/2006/main">
              <a:ext uri="{FF2B5EF4-FFF2-40B4-BE49-F238E27FC236}">
                <a16:creationId xmlns:a16="http://schemas.microsoft.com/office/drawing/2014/main" id="{F0B6ADC8-CC57-4768-9071-42B52CB6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1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1" name="line-116">
            <a:extLst xmlns:a="http://schemas.openxmlformats.org/drawingml/2006/main">
              <a:ext uri="{FF2B5EF4-FFF2-40B4-BE49-F238E27FC236}">
                <a16:creationId xmlns:a16="http://schemas.microsoft.com/office/drawing/2014/main" id="{C58B5CF3-A5CB-46AB-9905-A0200089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2" name="line-117">
            <a:extLst xmlns:a="http://schemas.openxmlformats.org/drawingml/2006/main">
              <a:ext uri="{FF2B5EF4-FFF2-40B4-BE49-F238E27FC236}">
                <a16:creationId xmlns:a16="http://schemas.microsoft.com/office/drawing/2014/main" id="{6965DECF-2539-480C-8B2C-8EEF0CC0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15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3" name="line-118">
            <a:extLst xmlns:a="http://schemas.openxmlformats.org/drawingml/2006/main">
              <a:ext uri="{FF2B5EF4-FFF2-40B4-BE49-F238E27FC236}">
                <a16:creationId xmlns:a16="http://schemas.microsoft.com/office/drawing/2014/main" id="{2A93DC82-EC3B-4877-AA96-B4E4204F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4" name="line-119">
            <a:extLst xmlns:a="http://schemas.openxmlformats.org/drawingml/2006/main">
              <a:ext uri="{FF2B5EF4-FFF2-40B4-BE49-F238E27FC236}">
                <a16:creationId xmlns:a16="http://schemas.microsoft.com/office/drawing/2014/main" id="{DA78C439-F61B-4639-88FA-519E3D94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15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5" name="line-120">
            <a:extLst xmlns:a="http://schemas.openxmlformats.org/drawingml/2006/main">
              <a:ext uri="{FF2B5EF4-FFF2-40B4-BE49-F238E27FC236}">
                <a16:creationId xmlns:a16="http://schemas.microsoft.com/office/drawing/2014/main" id="{07F8C389-0049-424E-983D-56586593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16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6" name="line-121">
            <a:extLst xmlns:a="http://schemas.openxmlformats.org/drawingml/2006/main">
              <a:ext uri="{FF2B5EF4-FFF2-40B4-BE49-F238E27FC236}">
                <a16:creationId xmlns:a16="http://schemas.microsoft.com/office/drawing/2014/main" id="{9930C1EB-DE9A-44A9-9F1A-3A23D1EA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6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7" name="line-122">
            <a:extLst xmlns:a="http://schemas.openxmlformats.org/drawingml/2006/main">
              <a:ext uri="{FF2B5EF4-FFF2-40B4-BE49-F238E27FC236}">
                <a16:creationId xmlns:a16="http://schemas.microsoft.com/office/drawing/2014/main" id="{C8C8E8A5-8AE3-47E8-810A-353ABD5E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16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8" name="line-123">
            <a:extLst xmlns:a="http://schemas.openxmlformats.org/drawingml/2006/main">
              <a:ext uri="{FF2B5EF4-FFF2-40B4-BE49-F238E27FC236}">
                <a16:creationId xmlns:a16="http://schemas.microsoft.com/office/drawing/2014/main" id="{38F91960-336B-4931-A93C-021E6C8D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117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9" name="line-124">
            <a:extLst xmlns:a="http://schemas.openxmlformats.org/drawingml/2006/main">
              <a:ext uri="{FF2B5EF4-FFF2-40B4-BE49-F238E27FC236}">
                <a16:creationId xmlns:a16="http://schemas.microsoft.com/office/drawing/2014/main" id="{FE2BFADD-78B5-454E-B21D-CEB32C2B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0" name="line-125">
            <a:extLst xmlns:a="http://schemas.openxmlformats.org/drawingml/2006/main">
              <a:ext uri="{FF2B5EF4-FFF2-40B4-BE49-F238E27FC236}">
                <a16:creationId xmlns:a16="http://schemas.microsoft.com/office/drawing/2014/main" id="{29C17336-CC5C-457A-BAD7-704F95F4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117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1" name="line-126">
            <a:extLst xmlns:a="http://schemas.openxmlformats.org/drawingml/2006/main">
              <a:ext uri="{FF2B5EF4-FFF2-40B4-BE49-F238E27FC236}">
                <a16:creationId xmlns:a16="http://schemas.microsoft.com/office/drawing/2014/main" id="{D0F047E4-DF83-4834-B272-6BBC2406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618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2" name="line-127">
            <a:extLst xmlns:a="http://schemas.openxmlformats.org/drawingml/2006/main">
              <a:ext uri="{FF2B5EF4-FFF2-40B4-BE49-F238E27FC236}">
                <a16:creationId xmlns:a16="http://schemas.microsoft.com/office/drawing/2014/main" id="{6C98E6C3-32A6-49CF-9391-94309A50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3" name="line-128">
            <a:extLst xmlns:a="http://schemas.openxmlformats.org/drawingml/2006/main">
              <a:ext uri="{FF2B5EF4-FFF2-40B4-BE49-F238E27FC236}">
                <a16:creationId xmlns:a16="http://schemas.microsoft.com/office/drawing/2014/main" id="{8B72593B-C52E-4D11-BF8C-CB7F2EB3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4" name="line-129">
            <a:extLst xmlns:a="http://schemas.openxmlformats.org/drawingml/2006/main">
              <a:ext uri="{FF2B5EF4-FFF2-40B4-BE49-F238E27FC236}">
                <a16:creationId xmlns:a16="http://schemas.microsoft.com/office/drawing/2014/main" id="{45E20105-0DBB-41AA-8F20-5A7F1F74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9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5" name="line-130">
            <a:extLst xmlns:a="http://schemas.openxmlformats.org/drawingml/2006/main">
              <a:ext uri="{FF2B5EF4-FFF2-40B4-BE49-F238E27FC236}">
                <a16:creationId xmlns:a16="http://schemas.microsoft.com/office/drawing/2014/main" id="{EC300B78-B4E8-4F35-9186-BDFB1EA4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19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6" name="line-131">
            <a:extLst xmlns:a="http://schemas.openxmlformats.org/drawingml/2006/main">
              <a:ext uri="{FF2B5EF4-FFF2-40B4-BE49-F238E27FC236}">
                <a16:creationId xmlns:a16="http://schemas.microsoft.com/office/drawing/2014/main" id="{0B4ECEBE-04AF-4F20-BA57-6EB0C91A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19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7" name="line-132">
            <a:extLst xmlns:a="http://schemas.openxmlformats.org/drawingml/2006/main">
              <a:ext uri="{FF2B5EF4-FFF2-40B4-BE49-F238E27FC236}">
                <a16:creationId xmlns:a16="http://schemas.microsoft.com/office/drawing/2014/main" id="{329AB3D9-AFEC-449E-9835-9D46885E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8" name="line-133">
            <a:extLst xmlns:a="http://schemas.openxmlformats.org/drawingml/2006/main">
              <a:ext uri="{FF2B5EF4-FFF2-40B4-BE49-F238E27FC236}">
                <a16:creationId xmlns:a16="http://schemas.microsoft.com/office/drawing/2014/main" id="{DE87F56C-E1A0-442F-9125-31538D95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20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9" name="line-134">
            <a:extLst xmlns:a="http://schemas.openxmlformats.org/drawingml/2006/main">
              <a:ext uri="{FF2B5EF4-FFF2-40B4-BE49-F238E27FC236}">
                <a16:creationId xmlns:a16="http://schemas.microsoft.com/office/drawing/2014/main" id="{3077E1F5-F8C8-490B-B4C1-D54A5D66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20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0" name="line-135">
            <a:extLst xmlns:a="http://schemas.openxmlformats.org/drawingml/2006/main">
              <a:ext uri="{FF2B5EF4-FFF2-40B4-BE49-F238E27FC236}">
                <a16:creationId xmlns:a16="http://schemas.microsoft.com/office/drawing/2014/main" id="{FC80B56B-0B4F-4354-ACEF-D645505B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120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1" name="line-136">
            <a:extLst xmlns:a="http://schemas.openxmlformats.org/drawingml/2006/main">
              <a:ext uri="{FF2B5EF4-FFF2-40B4-BE49-F238E27FC236}">
                <a16:creationId xmlns:a16="http://schemas.microsoft.com/office/drawing/2014/main" id="{E9631048-809C-47F9-B8DB-997106B4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21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2" name="line-137">
            <a:extLst xmlns:a="http://schemas.openxmlformats.org/drawingml/2006/main">
              <a:ext uri="{FF2B5EF4-FFF2-40B4-BE49-F238E27FC236}">
                <a16:creationId xmlns:a16="http://schemas.microsoft.com/office/drawing/2014/main" id="{1BC83765-A5A6-430E-8345-6DDF79C6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21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3" name="line-138">
            <a:extLst xmlns:a="http://schemas.openxmlformats.org/drawingml/2006/main">
              <a:ext uri="{FF2B5EF4-FFF2-40B4-BE49-F238E27FC236}">
                <a16:creationId xmlns:a16="http://schemas.microsoft.com/office/drawing/2014/main" id="{C20524BE-F883-41C5-937B-475D475A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621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4" name="line-139">
            <a:extLst xmlns:a="http://schemas.openxmlformats.org/drawingml/2006/main">
              <a:ext uri="{FF2B5EF4-FFF2-40B4-BE49-F238E27FC236}">
                <a16:creationId xmlns:a16="http://schemas.microsoft.com/office/drawing/2014/main" id="{8617F27D-2F3D-47ED-997A-67EE6932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122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5" name="line-140">
            <a:extLst xmlns:a="http://schemas.openxmlformats.org/drawingml/2006/main">
              <a:ext uri="{FF2B5EF4-FFF2-40B4-BE49-F238E27FC236}">
                <a16:creationId xmlns:a16="http://schemas.microsoft.com/office/drawing/2014/main" id="{81EA50D3-9D17-4AEB-A3BD-795A22FF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6" name="line-141">
            <a:extLst xmlns:a="http://schemas.openxmlformats.org/drawingml/2006/main">
              <a:ext uri="{FF2B5EF4-FFF2-40B4-BE49-F238E27FC236}">
                <a16:creationId xmlns:a16="http://schemas.microsoft.com/office/drawing/2014/main" id="{62B86498-6C87-41A9-8F77-10976CAD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22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7" name="line-142">
            <a:extLst xmlns:a="http://schemas.openxmlformats.org/drawingml/2006/main">
              <a:ext uri="{FF2B5EF4-FFF2-40B4-BE49-F238E27FC236}">
                <a16:creationId xmlns:a16="http://schemas.microsoft.com/office/drawing/2014/main" id="{421E91ED-5488-4841-A98F-CC8E4CB9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23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8" name="line-143">
            <a:extLst xmlns:a="http://schemas.openxmlformats.org/drawingml/2006/main">
              <a:ext uri="{FF2B5EF4-FFF2-40B4-BE49-F238E27FC236}">
                <a16:creationId xmlns:a16="http://schemas.microsoft.com/office/drawing/2014/main" id="{02AE3838-A3E6-429F-9357-6D3C3E40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23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9" name="line-144">
            <a:extLst xmlns:a="http://schemas.openxmlformats.org/drawingml/2006/main">
              <a:ext uri="{FF2B5EF4-FFF2-40B4-BE49-F238E27FC236}">
                <a16:creationId xmlns:a16="http://schemas.microsoft.com/office/drawing/2014/main" id="{7D33DA1C-59EF-42FF-A886-027FA040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23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0" name="line-145">
            <a:extLst xmlns:a="http://schemas.openxmlformats.org/drawingml/2006/main">
              <a:ext uri="{FF2B5EF4-FFF2-40B4-BE49-F238E27FC236}">
                <a16:creationId xmlns:a16="http://schemas.microsoft.com/office/drawing/2014/main" id="{E427D565-BE49-418E-AAC8-9268B6DD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12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1" name="line-146">
            <a:extLst xmlns:a="http://schemas.openxmlformats.org/drawingml/2006/main">
              <a:ext uri="{FF2B5EF4-FFF2-40B4-BE49-F238E27FC236}">
                <a16:creationId xmlns:a16="http://schemas.microsoft.com/office/drawing/2014/main" id="{CF4C88F4-5027-45C7-8FC5-DB2291F8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2" name="line-147">
            <a:extLst xmlns:a="http://schemas.openxmlformats.org/drawingml/2006/main">
              <a:ext uri="{FF2B5EF4-FFF2-40B4-BE49-F238E27FC236}">
                <a16:creationId xmlns:a16="http://schemas.microsoft.com/office/drawing/2014/main" id="{EB19A862-9ACD-4BA4-8AB6-1D356F49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3" name="object-148">
            <a:extLst xmlns:a="http://schemas.openxmlformats.org/drawingml/2006/main">
              <a:ext uri="{FF2B5EF4-FFF2-40B4-BE49-F238E27FC236}">
                <a16:creationId xmlns:a16="http://schemas.microsoft.com/office/drawing/2014/main" id="{9CA647B4-6D9B-4959-A24D-4455CA85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52575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波形可能突然跳变</a:t>
            </a:r>
          </a:p>
        </p:txBody>
      </p:sp>
      <p:sp>
        <p:nvSpPr>
          <p:cNvPr id="84" name="object-149">
            <a:extLst xmlns:a="http://schemas.openxmlformats.org/drawingml/2006/main">
              <a:ext uri="{FF2B5EF4-FFF2-40B4-BE49-F238E27FC236}">
                <a16:creationId xmlns:a16="http://schemas.microsoft.com/office/drawing/2014/main" id="{5BC40807-94A3-4953-84D4-5978758E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13335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逐渐降低增益</a:t>
            </a:r>
          </a:p>
        </p:txBody>
      </p:sp>
      <p:sp>
        <p:nvSpPr>
          <p:cNvPr id="85" name="line-150">
            <a:extLst xmlns:a="http://schemas.openxmlformats.org/drawingml/2006/main">
              <a:ext uri="{FF2B5EF4-FFF2-40B4-BE49-F238E27FC236}">
                <a16:creationId xmlns:a16="http://schemas.microsoft.com/office/drawing/2014/main" id="{1D2783F4-D767-406D-AF9E-762A3BA8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5921"/>
            <a:ext cx="25003" cy="35407"/>
          </a:xfrm>
          <a:custGeom xmlns:a="http://schemas.openxmlformats.org/drawingml/2006/main">
            <a:pathLst>
              <a:path w="25003" h="35407">
                <a:moveTo>
                  <a:pt x="0" y="354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6" name="line-151">
            <a:extLst xmlns:a="http://schemas.openxmlformats.org/drawingml/2006/main">
              <a:ext uri="{FF2B5EF4-FFF2-40B4-BE49-F238E27FC236}">
                <a16:creationId xmlns:a16="http://schemas.microsoft.com/office/drawing/2014/main" id="{FF64839F-AA3F-4E96-B052-511B296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553" y="1569409"/>
            <a:ext cx="25003" cy="16512"/>
          </a:xfrm>
          <a:custGeom xmlns:a="http://schemas.openxmlformats.org/drawingml/2006/main">
            <a:pathLst>
              <a:path w="25003" h="16512">
                <a:moveTo>
                  <a:pt x="0" y="1651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7" name="line-152">
            <a:extLst xmlns:a="http://schemas.openxmlformats.org/drawingml/2006/main">
              <a:ext uri="{FF2B5EF4-FFF2-40B4-BE49-F238E27FC236}">
                <a16:creationId xmlns:a16="http://schemas.microsoft.com/office/drawing/2014/main" id="{A1FAA54F-61F8-435E-BB1C-753041AB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3556" y="156940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5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8" name="line-153">
            <a:extLst xmlns:a="http://schemas.openxmlformats.org/drawingml/2006/main">
              <a:ext uri="{FF2B5EF4-FFF2-40B4-BE49-F238E27FC236}">
                <a16:creationId xmlns:a16="http://schemas.microsoft.com/office/drawing/2014/main" id="{6D00A0CC-897E-4A9D-BC2D-FAC86011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8559" y="1572923"/>
            <a:ext cx="25003" cy="22690"/>
          </a:xfrm>
          <a:custGeom xmlns:a="http://schemas.openxmlformats.org/drawingml/2006/main">
            <a:pathLst>
              <a:path w="25003" h="22690">
                <a:moveTo>
                  <a:pt x="0" y="0"/>
                </a:moveTo>
                <a:lnTo>
                  <a:pt x="25003" y="22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9" name="line-154">
            <a:extLst xmlns:a="http://schemas.openxmlformats.org/drawingml/2006/main">
              <a:ext uri="{FF2B5EF4-FFF2-40B4-BE49-F238E27FC236}">
                <a16:creationId xmlns:a16="http://schemas.microsoft.com/office/drawing/2014/main" id="{0F215AE0-DBD5-4025-815D-8A53D200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3563" y="1595614"/>
            <a:ext cx="25003" cy="39166"/>
          </a:xfrm>
          <a:custGeom xmlns:a="http://schemas.openxmlformats.org/drawingml/2006/main">
            <a:pathLst>
              <a:path w="25003" h="39166">
                <a:moveTo>
                  <a:pt x="0" y="0"/>
                </a:moveTo>
                <a:lnTo>
                  <a:pt x="25003" y="3916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0" name="line-155">
            <a:extLst xmlns:a="http://schemas.openxmlformats.org/drawingml/2006/main">
              <a:ext uri="{FF2B5EF4-FFF2-40B4-BE49-F238E27FC236}">
                <a16:creationId xmlns:a16="http://schemas.microsoft.com/office/drawing/2014/main" id="{133E5F8A-E53A-4B94-8AD3-2FDF9D35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8566" y="1634780"/>
            <a:ext cx="25003" cy="51403"/>
          </a:xfrm>
          <a:custGeom xmlns:a="http://schemas.openxmlformats.org/drawingml/2006/main">
            <a:pathLst>
              <a:path w="25003" h="51403">
                <a:moveTo>
                  <a:pt x="0" y="0"/>
                </a:moveTo>
                <a:lnTo>
                  <a:pt x="25003" y="514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1" name="line-156">
            <a:extLst xmlns:a="http://schemas.openxmlformats.org/drawingml/2006/main">
              <a:ext uri="{FF2B5EF4-FFF2-40B4-BE49-F238E27FC236}">
                <a16:creationId xmlns:a16="http://schemas.microsoft.com/office/drawing/2014/main" id="{77761904-AE5B-4B7A-9150-9AC5078B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3569" y="1686182"/>
            <a:ext cx="25003" cy="58316"/>
          </a:xfrm>
          <a:custGeom xmlns:a="http://schemas.openxmlformats.org/drawingml/2006/main">
            <a:pathLst>
              <a:path w="25003" h="58316">
                <a:moveTo>
                  <a:pt x="0" y="0"/>
                </a:moveTo>
                <a:lnTo>
                  <a:pt x="25003" y="5831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2" name="line-157">
            <a:extLst xmlns:a="http://schemas.openxmlformats.org/drawingml/2006/main">
              <a:ext uri="{FF2B5EF4-FFF2-40B4-BE49-F238E27FC236}">
                <a16:creationId xmlns:a16="http://schemas.microsoft.com/office/drawing/2014/main" id="{13A5C6BD-C503-408A-8110-C83EB7E8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572" y="1744498"/>
            <a:ext cx="25003" cy="59371"/>
          </a:xfrm>
          <a:custGeom xmlns:a="http://schemas.openxmlformats.org/drawingml/2006/main">
            <a:pathLst>
              <a:path w="25003" h="59371">
                <a:moveTo>
                  <a:pt x="0" y="0"/>
                </a:moveTo>
                <a:lnTo>
                  <a:pt x="25003" y="5937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3" name="line-158">
            <a:extLst xmlns:a="http://schemas.openxmlformats.org/drawingml/2006/main">
              <a:ext uri="{FF2B5EF4-FFF2-40B4-BE49-F238E27FC236}">
                <a16:creationId xmlns:a16="http://schemas.microsoft.com/office/drawing/2014/main" id="{98D8E2DD-AE54-488F-9951-E46C429F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3869"/>
            <a:ext cx="25003" cy="54622"/>
          </a:xfrm>
          <a:custGeom xmlns:a="http://schemas.openxmlformats.org/drawingml/2006/main">
            <a:pathLst>
              <a:path w="25003" h="54622">
                <a:moveTo>
                  <a:pt x="0" y="0"/>
                </a:moveTo>
                <a:lnTo>
                  <a:pt x="25003" y="5462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4" name="line-159">
            <a:extLst xmlns:a="http://schemas.openxmlformats.org/drawingml/2006/main">
              <a:ext uri="{FF2B5EF4-FFF2-40B4-BE49-F238E27FC236}">
                <a16:creationId xmlns:a16="http://schemas.microsoft.com/office/drawing/2014/main" id="{419BFFED-97AB-4EFE-8DBE-7E7A242A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578" y="1858492"/>
            <a:ext cx="25003" cy="44690"/>
          </a:xfrm>
          <a:custGeom xmlns:a="http://schemas.openxmlformats.org/drawingml/2006/main">
            <a:pathLst>
              <a:path w="25003" h="44690">
                <a:moveTo>
                  <a:pt x="0" y="0"/>
                </a:moveTo>
                <a:lnTo>
                  <a:pt x="25003" y="44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5" name="line-160">
            <a:extLst xmlns:a="http://schemas.openxmlformats.org/drawingml/2006/main">
              <a:ext uri="{FF2B5EF4-FFF2-40B4-BE49-F238E27FC236}">
                <a16:creationId xmlns:a16="http://schemas.microsoft.com/office/drawing/2014/main" id="{570BD4D7-1D40-4E43-B030-DEC58E05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581" y="1903182"/>
            <a:ext cx="25003" cy="30687"/>
          </a:xfrm>
          <a:custGeom xmlns:a="http://schemas.openxmlformats.org/drawingml/2006/main">
            <a:pathLst>
              <a:path w="25003" h="30687">
                <a:moveTo>
                  <a:pt x="0" y="0"/>
                </a:moveTo>
                <a:lnTo>
                  <a:pt x="25003" y="3068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6" name="line-161">
            <a:extLst xmlns:a="http://schemas.openxmlformats.org/drawingml/2006/main">
              <a:ext uri="{FF2B5EF4-FFF2-40B4-BE49-F238E27FC236}">
                <a16:creationId xmlns:a16="http://schemas.microsoft.com/office/drawing/2014/main" id="{2495FDBC-4E9C-4246-BB7A-BA10F521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584" y="1933869"/>
            <a:ext cx="25003" cy="14094"/>
          </a:xfrm>
          <a:custGeom xmlns:a="http://schemas.openxmlformats.org/drawingml/2006/main">
            <a:pathLst>
              <a:path w="25003" h="14094">
                <a:moveTo>
                  <a:pt x="0" y="0"/>
                </a:moveTo>
                <a:lnTo>
                  <a:pt x="25003" y="140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7" name="line-162">
            <a:extLst xmlns:a="http://schemas.openxmlformats.org/drawingml/2006/main">
              <a:ext uri="{FF2B5EF4-FFF2-40B4-BE49-F238E27FC236}">
                <a16:creationId xmlns:a16="http://schemas.microsoft.com/office/drawing/2014/main" id="{069ABB44-B429-41DA-A2CA-529E046E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3588" y="194456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3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8" name="line-163">
            <a:extLst xmlns:a="http://schemas.openxmlformats.org/drawingml/2006/main">
              <a:ext uri="{FF2B5EF4-FFF2-40B4-BE49-F238E27FC236}">
                <a16:creationId xmlns:a16="http://schemas.microsoft.com/office/drawing/2014/main" id="{0285E50A-2DA6-4360-AB94-7BFFC158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8591" y="1924524"/>
            <a:ext cx="25003" cy="20044"/>
          </a:xfrm>
          <a:custGeom xmlns:a="http://schemas.openxmlformats.org/drawingml/2006/main">
            <a:pathLst>
              <a:path w="25003" h="20044">
                <a:moveTo>
                  <a:pt x="0" y="2004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9" name="line-164">
            <a:extLst xmlns:a="http://schemas.openxmlformats.org/drawingml/2006/main">
              <a:ext uri="{FF2B5EF4-FFF2-40B4-BE49-F238E27FC236}">
                <a16:creationId xmlns:a16="http://schemas.microsoft.com/office/drawing/2014/main" id="{4C360FAF-A15B-450F-AA24-F8A6F878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3594" y="1890271"/>
            <a:ext cx="25003" cy="34253"/>
          </a:xfrm>
          <a:custGeom xmlns:a="http://schemas.openxmlformats.org/drawingml/2006/main">
            <a:pathLst>
              <a:path w="25003" h="34253">
                <a:moveTo>
                  <a:pt x="0" y="342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0" name="line-165">
            <a:extLst xmlns:a="http://schemas.openxmlformats.org/drawingml/2006/main">
              <a:ext uri="{FF2B5EF4-FFF2-40B4-BE49-F238E27FC236}">
                <a16:creationId xmlns:a16="http://schemas.microsoft.com/office/drawing/2014/main" id="{67559AA4-CD55-4132-B1F0-B6D1565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597" y="1845568"/>
            <a:ext cx="25003" cy="44703"/>
          </a:xfrm>
          <a:custGeom xmlns:a="http://schemas.openxmlformats.org/drawingml/2006/main">
            <a:pathLst>
              <a:path w="25003" h="44703">
                <a:moveTo>
                  <a:pt x="0" y="4470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1" name="line-166">
            <a:extLst xmlns:a="http://schemas.openxmlformats.org/drawingml/2006/main">
              <a:ext uri="{FF2B5EF4-FFF2-40B4-BE49-F238E27FC236}">
                <a16:creationId xmlns:a16="http://schemas.microsoft.com/office/drawing/2014/main" id="{91539896-04D3-4989-B0C7-90AD47A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5082"/>
            <a:ext cx="25003" cy="50486"/>
          </a:xfrm>
          <a:custGeom xmlns:a="http://schemas.openxmlformats.org/drawingml/2006/main">
            <a:pathLst>
              <a:path w="25003" h="50486">
                <a:moveTo>
                  <a:pt x="0" y="5048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2" name="line-167">
            <a:extLst xmlns:a="http://schemas.openxmlformats.org/drawingml/2006/main">
              <a:ext uri="{FF2B5EF4-FFF2-40B4-BE49-F238E27FC236}">
                <a16:creationId xmlns:a16="http://schemas.microsoft.com/office/drawing/2014/main" id="{A7EF902C-6670-416A-8654-97C159B6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603" y="1743905"/>
            <a:ext cx="25003" cy="51177"/>
          </a:xfrm>
          <a:custGeom xmlns:a="http://schemas.openxmlformats.org/drawingml/2006/main">
            <a:pathLst>
              <a:path w="25003" h="51177">
                <a:moveTo>
                  <a:pt x="0" y="511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3" name="line-168">
            <a:extLst xmlns:a="http://schemas.openxmlformats.org/drawingml/2006/main">
              <a:ext uri="{FF2B5EF4-FFF2-40B4-BE49-F238E27FC236}">
                <a16:creationId xmlns:a16="http://schemas.microsoft.com/office/drawing/2014/main" id="{56D2002B-864C-432C-B22B-2595DD1E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3606" y="1697040"/>
            <a:ext cx="25003" cy="46866"/>
          </a:xfrm>
          <a:custGeom xmlns:a="http://schemas.openxmlformats.org/drawingml/2006/main">
            <a:pathLst>
              <a:path w="25003" h="46866">
                <a:moveTo>
                  <a:pt x="0" y="4686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4" name="line-169">
            <a:extLst xmlns:a="http://schemas.openxmlformats.org/drawingml/2006/main">
              <a:ext uri="{FF2B5EF4-FFF2-40B4-BE49-F238E27FC236}">
                <a16:creationId xmlns:a16="http://schemas.microsoft.com/office/drawing/2014/main" id="{F399691B-C5E1-48F9-A013-8E5685F8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609" y="1658909"/>
            <a:ext cx="25003" cy="38131"/>
          </a:xfrm>
          <a:custGeom xmlns:a="http://schemas.openxmlformats.org/drawingml/2006/main">
            <a:pathLst>
              <a:path w="25003" h="38131">
                <a:moveTo>
                  <a:pt x="0" y="3813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5" name="line-170">
            <a:extLst xmlns:a="http://schemas.openxmlformats.org/drawingml/2006/main">
              <a:ext uri="{FF2B5EF4-FFF2-40B4-BE49-F238E27FC236}">
                <a16:creationId xmlns:a16="http://schemas.microsoft.com/office/drawing/2014/main" id="{BD41AACF-99EC-4285-A414-D685C897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613" y="1632941"/>
            <a:ext cx="25003" cy="25967"/>
          </a:xfrm>
          <a:custGeom xmlns:a="http://schemas.openxmlformats.org/drawingml/2006/main">
            <a:pathLst>
              <a:path w="25003" h="25967">
                <a:moveTo>
                  <a:pt x="0" y="2596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6" name="line-171">
            <a:extLst xmlns:a="http://schemas.openxmlformats.org/drawingml/2006/main">
              <a:ext uri="{FF2B5EF4-FFF2-40B4-BE49-F238E27FC236}">
                <a16:creationId xmlns:a16="http://schemas.microsoft.com/office/drawing/2014/main" id="{29CDEF1E-D32C-44C2-85EC-60B1F349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8616" y="1621266"/>
            <a:ext cx="25003" cy="11676"/>
          </a:xfrm>
          <a:custGeom xmlns:a="http://schemas.openxmlformats.org/drawingml/2006/main">
            <a:pathLst>
              <a:path w="25003" h="11676">
                <a:moveTo>
                  <a:pt x="0" y="1167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7" name="line-172">
            <a:extLst xmlns:a="http://schemas.openxmlformats.org/drawingml/2006/main">
              <a:ext uri="{FF2B5EF4-FFF2-40B4-BE49-F238E27FC236}">
                <a16:creationId xmlns:a16="http://schemas.microsoft.com/office/drawing/2014/main" id="{6F2887C8-AA82-4668-B725-AE87D96B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619" y="16212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8" name="line-173">
            <a:extLst xmlns:a="http://schemas.openxmlformats.org/drawingml/2006/main">
              <a:ext uri="{FF2B5EF4-FFF2-40B4-BE49-F238E27FC236}">
                <a16:creationId xmlns:a16="http://schemas.microsoft.com/office/drawing/2014/main" id="{F1EF059D-B61C-4F79-AC69-6D9058B6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8622" y="1624541"/>
            <a:ext cx="25003" cy="17398"/>
          </a:xfrm>
          <a:custGeom xmlns:a="http://schemas.openxmlformats.org/drawingml/2006/main">
            <a:pathLst>
              <a:path w="25003" h="17398">
                <a:moveTo>
                  <a:pt x="0" y="0"/>
                </a:moveTo>
                <a:lnTo>
                  <a:pt x="25003" y="173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9" name="line-174">
            <a:extLst xmlns:a="http://schemas.openxmlformats.org/drawingml/2006/main">
              <a:ext uri="{FF2B5EF4-FFF2-40B4-BE49-F238E27FC236}">
                <a16:creationId xmlns:a16="http://schemas.microsoft.com/office/drawing/2014/main" id="{7352C04D-103D-47EE-8B02-FD4316A6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641939"/>
            <a:ext cx="25003" cy="29340"/>
          </a:xfrm>
          <a:custGeom xmlns:a="http://schemas.openxmlformats.org/drawingml/2006/main">
            <a:pathLst>
              <a:path w="25003" h="29340">
                <a:moveTo>
                  <a:pt x="0" y="0"/>
                </a:moveTo>
                <a:lnTo>
                  <a:pt x="25003" y="2934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0" name="line-175">
            <a:extLst xmlns:a="http://schemas.openxmlformats.org/drawingml/2006/main">
              <a:ext uri="{FF2B5EF4-FFF2-40B4-BE49-F238E27FC236}">
                <a16:creationId xmlns:a16="http://schemas.microsoft.com/office/drawing/2014/main" id="{AC318720-FBEA-4BDD-AEDE-180254EB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8628" y="1671279"/>
            <a:ext cx="25003" cy="38003"/>
          </a:xfrm>
          <a:custGeom xmlns:a="http://schemas.openxmlformats.org/drawingml/2006/main">
            <a:pathLst>
              <a:path w="25003" h="38003">
                <a:moveTo>
                  <a:pt x="0" y="0"/>
                </a:moveTo>
                <a:lnTo>
                  <a:pt x="25003" y="380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1" name="line-176">
            <a:extLst xmlns:a="http://schemas.openxmlformats.org/drawingml/2006/main">
              <a:ext uri="{FF2B5EF4-FFF2-40B4-BE49-F238E27FC236}">
                <a16:creationId xmlns:a16="http://schemas.microsoft.com/office/drawing/2014/main" id="{35D3B16F-F240-4149-B792-BCA4B2FC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631" y="1709282"/>
            <a:ext cx="25003" cy="42655"/>
          </a:xfrm>
          <a:custGeom xmlns:a="http://schemas.openxmlformats.org/drawingml/2006/main">
            <a:pathLst>
              <a:path w="25003" h="42655">
                <a:moveTo>
                  <a:pt x="0" y="0"/>
                </a:moveTo>
                <a:lnTo>
                  <a:pt x="25003" y="426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2" name="line-177">
            <a:extLst xmlns:a="http://schemas.openxmlformats.org/drawingml/2006/main">
              <a:ext uri="{FF2B5EF4-FFF2-40B4-BE49-F238E27FC236}">
                <a16:creationId xmlns:a16="http://schemas.microsoft.com/office/drawing/2014/main" id="{494FFC1D-9B6D-48DD-A389-8B457F5E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8634" y="1751937"/>
            <a:ext cx="25003" cy="42982"/>
          </a:xfrm>
          <a:custGeom xmlns:a="http://schemas.openxmlformats.org/drawingml/2006/main">
            <a:pathLst>
              <a:path w="25003" h="42982">
                <a:moveTo>
                  <a:pt x="0" y="0"/>
                </a:moveTo>
                <a:lnTo>
                  <a:pt x="25003" y="4298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3" name="line-178">
            <a:extLst xmlns:a="http://schemas.openxmlformats.org/drawingml/2006/main">
              <a:ext uri="{FF2B5EF4-FFF2-40B4-BE49-F238E27FC236}">
                <a16:creationId xmlns:a16="http://schemas.microsoft.com/office/drawing/2014/main" id="{168FF8E5-FCE9-44BD-86C2-A9A9CB02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8" y="1794920"/>
            <a:ext cx="25003" cy="39110"/>
          </a:xfrm>
          <a:custGeom xmlns:a="http://schemas.openxmlformats.org/drawingml/2006/main">
            <a:pathLst>
              <a:path w="25003" h="39110">
                <a:moveTo>
                  <a:pt x="0" y="0"/>
                </a:moveTo>
                <a:lnTo>
                  <a:pt x="25003" y="3911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4" name="line-179">
            <a:extLst xmlns:a="http://schemas.openxmlformats.org/drawingml/2006/main">
              <a:ext uri="{FF2B5EF4-FFF2-40B4-BE49-F238E27FC236}">
                <a16:creationId xmlns:a16="http://schemas.microsoft.com/office/drawing/2014/main" id="{DE3B2B6E-0C06-4F17-BAC8-9012B6D8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8641" y="1834029"/>
            <a:ext cx="25003" cy="31572"/>
          </a:xfrm>
          <a:custGeom xmlns:a="http://schemas.openxmlformats.org/drawingml/2006/main">
            <a:pathLst>
              <a:path w="25003" h="31572">
                <a:moveTo>
                  <a:pt x="0" y="0"/>
                </a:moveTo>
                <a:lnTo>
                  <a:pt x="25003" y="315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5" name="line-180">
            <a:extLst xmlns:a="http://schemas.openxmlformats.org/drawingml/2006/main">
              <a:ext uri="{FF2B5EF4-FFF2-40B4-BE49-F238E27FC236}">
                <a16:creationId xmlns:a16="http://schemas.microsoft.com/office/drawing/2014/main" id="{86D1134D-62A9-4EB9-8E65-0AC8F13D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644" y="1865601"/>
            <a:ext cx="25003" cy="21248"/>
          </a:xfrm>
          <a:custGeom xmlns:a="http://schemas.openxmlformats.org/drawingml/2006/main">
            <a:pathLst>
              <a:path w="25003" h="21248">
                <a:moveTo>
                  <a:pt x="0" y="0"/>
                </a:moveTo>
                <a:lnTo>
                  <a:pt x="25003" y="2124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6" name="line-181">
            <a:extLst xmlns:a="http://schemas.openxmlformats.org/drawingml/2006/main">
              <a:ext uri="{FF2B5EF4-FFF2-40B4-BE49-F238E27FC236}">
                <a16:creationId xmlns:a16="http://schemas.microsoft.com/office/drawing/2014/main" id="{519678DA-3C0A-46EA-BDDB-A88AEF9A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8647" y="188684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2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7" name="line-182">
            <a:extLst xmlns:a="http://schemas.openxmlformats.org/drawingml/2006/main">
              <a:ext uri="{FF2B5EF4-FFF2-40B4-BE49-F238E27FC236}">
                <a16:creationId xmlns:a16="http://schemas.microsoft.com/office/drawing/2014/main" id="{5076D32F-DB59-49A9-8597-63927104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89295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1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8" name="line-183">
            <a:extLst xmlns:a="http://schemas.openxmlformats.org/drawingml/2006/main">
              <a:ext uri="{FF2B5EF4-FFF2-40B4-BE49-F238E27FC236}">
                <a16:creationId xmlns:a16="http://schemas.microsoft.com/office/drawing/2014/main" id="{1BB966A1-5413-4F8F-993A-BFBF4D17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653" y="1878198"/>
            <a:ext cx="25003" cy="14752"/>
          </a:xfrm>
          <a:custGeom xmlns:a="http://schemas.openxmlformats.org/drawingml/2006/main">
            <a:pathLst>
              <a:path w="25003" h="14752">
                <a:moveTo>
                  <a:pt x="0" y="1475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9" name="line-184">
            <a:extLst xmlns:a="http://schemas.openxmlformats.org/drawingml/2006/main">
              <a:ext uri="{FF2B5EF4-FFF2-40B4-BE49-F238E27FC236}">
                <a16:creationId xmlns:a16="http://schemas.microsoft.com/office/drawing/2014/main" id="{6B16B76A-C91D-4964-913B-18651BC5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3656" y="1853772"/>
            <a:ext cx="25003" cy="24426"/>
          </a:xfrm>
          <a:custGeom xmlns:a="http://schemas.openxmlformats.org/drawingml/2006/main">
            <a:pathLst>
              <a:path w="25003" h="24426">
                <a:moveTo>
                  <a:pt x="0" y="2442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0" name="line-185">
            <a:extLst xmlns:a="http://schemas.openxmlformats.org/drawingml/2006/main">
              <a:ext uri="{FF2B5EF4-FFF2-40B4-BE49-F238E27FC236}">
                <a16:creationId xmlns:a16="http://schemas.microsoft.com/office/drawing/2014/main" id="{B68897A8-C4B7-4C1C-9E84-539EB5DC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8659" y="1822469"/>
            <a:ext cx="25003" cy="31304"/>
          </a:xfrm>
          <a:custGeom xmlns:a="http://schemas.openxmlformats.org/drawingml/2006/main">
            <a:pathLst>
              <a:path w="25003" h="31304">
                <a:moveTo>
                  <a:pt x="0" y="313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1" name="line-186">
            <a:extLst xmlns:a="http://schemas.openxmlformats.org/drawingml/2006/main">
              <a:ext uri="{FF2B5EF4-FFF2-40B4-BE49-F238E27FC236}">
                <a16:creationId xmlns:a16="http://schemas.microsoft.com/office/drawing/2014/main" id="{73B0A27A-7C54-483C-950A-552CA794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3663" y="1787643"/>
            <a:ext cx="25003" cy="34825"/>
          </a:xfrm>
          <a:custGeom xmlns:a="http://schemas.openxmlformats.org/drawingml/2006/main">
            <a:pathLst>
              <a:path w="25003" h="34825">
                <a:moveTo>
                  <a:pt x="0" y="3482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2" name="line-187">
            <a:extLst xmlns:a="http://schemas.openxmlformats.org/drawingml/2006/main">
              <a:ext uri="{FF2B5EF4-FFF2-40B4-BE49-F238E27FC236}">
                <a16:creationId xmlns:a16="http://schemas.microsoft.com/office/drawing/2014/main" id="{162F5840-791E-44B4-8301-6F008388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8666" y="1752855"/>
            <a:ext cx="25003" cy="34788"/>
          </a:xfrm>
          <a:custGeom xmlns:a="http://schemas.openxmlformats.org/drawingml/2006/main">
            <a:pathLst>
              <a:path w="25003" h="34788">
                <a:moveTo>
                  <a:pt x="0" y="347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3" name="line-188">
            <a:extLst xmlns:a="http://schemas.openxmlformats.org/drawingml/2006/main">
              <a:ext uri="{FF2B5EF4-FFF2-40B4-BE49-F238E27FC236}">
                <a16:creationId xmlns:a16="http://schemas.microsoft.com/office/drawing/2014/main" id="{039382D2-70BB-4C12-816D-4C86719E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721502"/>
            <a:ext cx="25003" cy="31353"/>
          </a:xfrm>
          <a:custGeom xmlns:a="http://schemas.openxmlformats.org/drawingml/2006/main">
            <a:pathLst>
              <a:path w="25003" h="31353">
                <a:moveTo>
                  <a:pt x="0" y="313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4" name="line-189">
            <a:extLst xmlns:a="http://schemas.openxmlformats.org/drawingml/2006/main">
              <a:ext uri="{FF2B5EF4-FFF2-40B4-BE49-F238E27FC236}">
                <a16:creationId xmlns:a16="http://schemas.microsoft.com/office/drawing/2014/main" id="{19482B1B-F1EE-4AF3-9BCB-403C7D0F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8672" y="1696489"/>
            <a:ext cx="25003" cy="25013"/>
          </a:xfrm>
          <a:custGeom xmlns:a="http://schemas.openxmlformats.org/drawingml/2006/main">
            <a:pathLst>
              <a:path w="25003" h="25013">
                <a:moveTo>
                  <a:pt x="0" y="2501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5" name="line-190">
            <a:extLst xmlns:a="http://schemas.openxmlformats.org/drawingml/2006/main">
              <a:ext uri="{FF2B5EF4-FFF2-40B4-BE49-F238E27FC236}">
                <a16:creationId xmlns:a16="http://schemas.microsoft.com/office/drawing/2014/main" id="{D8A2D481-3614-46D0-84D0-72B0D3EE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1679961"/>
            <a:ext cx="25003" cy="16528"/>
          </a:xfrm>
          <a:custGeom xmlns:a="http://schemas.openxmlformats.org/drawingml/2006/main">
            <a:pathLst>
              <a:path w="25003" h="16528">
                <a:moveTo>
                  <a:pt x="0" y="165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6" name="line-191">
            <a:extLst xmlns:a="http://schemas.openxmlformats.org/drawingml/2006/main">
              <a:ext uri="{FF2B5EF4-FFF2-40B4-BE49-F238E27FC236}">
                <a16:creationId xmlns:a16="http://schemas.microsoft.com/office/drawing/2014/main" id="{E77B8390-80D4-4CEB-8E4C-195F124A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678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683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7" name="line-192">
            <a:extLst xmlns:a="http://schemas.openxmlformats.org/drawingml/2006/main">
              <a:ext uri="{FF2B5EF4-FFF2-40B4-BE49-F238E27FC236}">
                <a16:creationId xmlns:a16="http://schemas.microsoft.com/office/drawing/2014/main" id="{A5FA9CE7-170B-414E-B178-CBE6E0BA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3681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0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8" name="line-193">
            <a:extLst xmlns:a="http://schemas.openxmlformats.org/drawingml/2006/main">
              <a:ext uri="{FF2B5EF4-FFF2-40B4-BE49-F238E27FC236}">
                <a16:creationId xmlns:a16="http://schemas.microsoft.com/office/drawing/2014/main" id="{3005A105-DE4B-459E-920E-6B18BDA3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684" y="1676158"/>
            <a:ext cx="25003" cy="12106"/>
          </a:xfrm>
          <a:custGeom xmlns:a="http://schemas.openxmlformats.org/drawingml/2006/main">
            <a:pathLst>
              <a:path w="25003" h="12106">
                <a:moveTo>
                  <a:pt x="0" y="0"/>
                </a:moveTo>
                <a:lnTo>
                  <a:pt x="25003" y="121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9" name="line-194">
            <a:extLst xmlns:a="http://schemas.openxmlformats.org/drawingml/2006/main">
              <a:ext uri="{FF2B5EF4-FFF2-40B4-BE49-F238E27FC236}">
                <a16:creationId xmlns:a16="http://schemas.microsoft.com/office/drawing/2014/main" id="{EA397FBB-B85A-4AA3-8A7A-FED12BC1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3688" y="1688264"/>
            <a:ext cx="25003" cy="19513"/>
          </a:xfrm>
          <a:custGeom xmlns:a="http://schemas.openxmlformats.org/drawingml/2006/main">
            <a:pathLst>
              <a:path w="25003" h="19513">
                <a:moveTo>
                  <a:pt x="0" y="0"/>
                </a:moveTo>
                <a:lnTo>
                  <a:pt x="25003" y="195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0" name="line-195">
            <a:extLst xmlns:a="http://schemas.openxmlformats.org/drawingml/2006/main">
              <a:ext uri="{FF2B5EF4-FFF2-40B4-BE49-F238E27FC236}">
                <a16:creationId xmlns:a16="http://schemas.microsoft.com/office/drawing/2014/main" id="{E9E376ED-D72A-4F58-93A7-3E8DCF7F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8691" y="1707777"/>
            <a:ext cx="25003" cy="24604"/>
          </a:xfrm>
          <a:custGeom xmlns:a="http://schemas.openxmlformats.org/drawingml/2006/main">
            <a:pathLst>
              <a:path w="25003" h="24604">
                <a:moveTo>
                  <a:pt x="0" y="0"/>
                </a:moveTo>
                <a:lnTo>
                  <a:pt x="25003" y="2460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1" name="line-196">
            <a:extLst xmlns:a="http://schemas.openxmlformats.org/drawingml/2006/main">
              <a:ext uri="{FF2B5EF4-FFF2-40B4-BE49-F238E27FC236}">
                <a16:creationId xmlns:a16="http://schemas.microsoft.com/office/drawing/2014/main" id="{63DB66C4-A593-4D10-A768-7025E539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3694" y="1732381"/>
            <a:ext cx="25003" cy="26995"/>
          </a:xfrm>
          <a:custGeom xmlns:a="http://schemas.openxmlformats.org/drawingml/2006/main">
            <a:pathLst>
              <a:path w="25003" h="26995">
                <a:moveTo>
                  <a:pt x="0" y="0"/>
                </a:moveTo>
                <a:lnTo>
                  <a:pt x="25003" y="2699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2" name="line-197">
            <a:extLst xmlns:a="http://schemas.openxmlformats.org/drawingml/2006/main">
              <a:ext uri="{FF2B5EF4-FFF2-40B4-BE49-F238E27FC236}">
                <a16:creationId xmlns:a16="http://schemas.microsoft.com/office/drawing/2014/main" id="{3892D05E-9EDA-4A61-BDB7-D5233427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8697" y="1759376"/>
            <a:ext cx="25003" cy="26594"/>
          </a:xfrm>
          <a:custGeom xmlns:a="http://schemas.openxmlformats.org/drawingml/2006/main">
            <a:pathLst>
              <a:path w="25003" h="26594">
                <a:moveTo>
                  <a:pt x="0" y="0"/>
                </a:moveTo>
                <a:lnTo>
                  <a:pt x="25003" y="265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3" name="line-198">
            <a:extLst xmlns:a="http://schemas.openxmlformats.org/drawingml/2006/main">
              <a:ext uri="{FF2B5EF4-FFF2-40B4-BE49-F238E27FC236}">
                <a16:creationId xmlns:a16="http://schemas.microsoft.com/office/drawing/2014/main" id="{F94182EB-8AEE-4514-B6EE-9F4CFECC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85970"/>
            <a:ext cx="25003" cy="23597"/>
          </a:xfrm>
          <a:custGeom xmlns:a="http://schemas.openxmlformats.org/drawingml/2006/main">
            <a:pathLst>
              <a:path w="25003" h="23597">
                <a:moveTo>
                  <a:pt x="0" y="0"/>
                </a:moveTo>
                <a:lnTo>
                  <a:pt x="25003" y="235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4" name="line-199">
            <a:extLst xmlns:a="http://schemas.openxmlformats.org/drawingml/2006/main">
              <a:ext uri="{FF2B5EF4-FFF2-40B4-BE49-F238E27FC236}">
                <a16:creationId xmlns:a16="http://schemas.microsoft.com/office/drawing/2014/main" id="{9C02A75C-F78E-476B-8846-7A97D808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8703" y="1809567"/>
            <a:ext cx="25003" cy="18454"/>
          </a:xfrm>
          <a:custGeom xmlns:a="http://schemas.openxmlformats.org/drawingml/2006/main">
            <a:pathLst>
              <a:path w="25003" h="18454">
                <a:moveTo>
                  <a:pt x="0" y="0"/>
                </a:moveTo>
                <a:lnTo>
                  <a:pt x="25003" y="1845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5" name="line-200">
            <a:extLst xmlns:a="http://schemas.openxmlformats.org/drawingml/2006/main">
              <a:ext uri="{FF2B5EF4-FFF2-40B4-BE49-F238E27FC236}">
                <a16:creationId xmlns:a16="http://schemas.microsoft.com/office/drawing/2014/main" id="{33739F28-C8C7-4D97-A914-0850DA26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3706" y="1828021"/>
            <a:ext cx="25003" cy="11808"/>
          </a:xfrm>
          <a:custGeom xmlns:a="http://schemas.openxmlformats.org/drawingml/2006/main">
            <a:pathLst>
              <a:path w="25003" h="11808">
                <a:moveTo>
                  <a:pt x="0" y="0"/>
                </a:moveTo>
                <a:lnTo>
                  <a:pt x="25003" y="1180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6" name="line-201">
            <a:extLst xmlns:a="http://schemas.openxmlformats.org/drawingml/2006/main">
              <a:ext uri="{FF2B5EF4-FFF2-40B4-BE49-F238E27FC236}">
                <a16:creationId xmlns:a16="http://schemas.microsoft.com/office/drawing/2014/main" id="{FDB55944-8182-4563-BD73-A4E585F3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8709" y="183982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442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7" name="line-202">
            <a:extLst xmlns:a="http://schemas.openxmlformats.org/drawingml/2006/main">
              <a:ext uri="{FF2B5EF4-FFF2-40B4-BE49-F238E27FC236}">
                <a16:creationId xmlns:a16="http://schemas.microsoft.com/office/drawing/2014/main" id="{BC683452-CF95-4F29-BF62-B8C4A6E8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3713" y="184133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9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8" name="line-203">
            <a:extLst xmlns:a="http://schemas.openxmlformats.org/drawingml/2006/main">
              <a:ext uri="{FF2B5EF4-FFF2-40B4-BE49-F238E27FC236}">
                <a16:creationId xmlns:a16="http://schemas.microsoft.com/office/drawing/2014/main" id="{CDEF2343-DB69-4789-8946-C55C3881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8716" y="183187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46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9" name="line-204">
            <a:extLst xmlns:a="http://schemas.openxmlformats.org/drawingml/2006/main">
              <a:ext uri="{FF2B5EF4-FFF2-40B4-BE49-F238E27FC236}">
                <a16:creationId xmlns:a16="http://schemas.microsoft.com/office/drawing/2014/main" id="{294D09FF-1E10-49AF-BD28-8ADCC63B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3719" y="1817273"/>
            <a:ext cx="25003" cy="14600"/>
          </a:xfrm>
          <a:custGeom xmlns:a="http://schemas.openxmlformats.org/drawingml/2006/main">
            <a:pathLst>
              <a:path w="25003" h="14600">
                <a:moveTo>
                  <a:pt x="0" y="1460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0" name="line-205">
            <a:extLst xmlns:a="http://schemas.openxmlformats.org/drawingml/2006/main">
              <a:ext uri="{FF2B5EF4-FFF2-40B4-BE49-F238E27FC236}">
                <a16:creationId xmlns:a16="http://schemas.microsoft.com/office/drawing/2014/main" id="{919B782B-2ECF-4061-AD56-EBEC4761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722" y="1799369"/>
            <a:ext cx="25003" cy="17904"/>
          </a:xfrm>
          <a:custGeom xmlns:a="http://schemas.openxmlformats.org/drawingml/2006/main">
            <a:pathLst>
              <a:path w="25003" h="17904">
                <a:moveTo>
                  <a:pt x="0" y="179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1" name="line-206">
            <a:extLst xmlns:a="http://schemas.openxmlformats.org/drawingml/2006/main">
              <a:ext uri="{FF2B5EF4-FFF2-40B4-BE49-F238E27FC236}">
                <a16:creationId xmlns:a16="http://schemas.microsoft.com/office/drawing/2014/main" id="{230C8A67-78A3-4512-948B-9000D3FE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80205"/>
            <a:ext cx="25003" cy="19165"/>
          </a:xfrm>
          <a:custGeom xmlns:a="http://schemas.openxmlformats.org/drawingml/2006/main">
            <a:pathLst>
              <a:path w="25003" h="19165">
                <a:moveTo>
                  <a:pt x="0" y="1916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2" name="line-207">
            <a:extLst xmlns:a="http://schemas.openxmlformats.org/drawingml/2006/main">
              <a:ext uri="{FF2B5EF4-FFF2-40B4-BE49-F238E27FC236}">
                <a16:creationId xmlns:a16="http://schemas.microsoft.com/office/drawing/2014/main" id="{FC140E1F-EA89-4C95-9208-3E8C827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8728" y="1761805"/>
            <a:ext cx="25003" cy="18399"/>
          </a:xfrm>
          <a:custGeom xmlns:a="http://schemas.openxmlformats.org/drawingml/2006/main">
            <a:pathLst>
              <a:path w="25003" h="18399">
                <a:moveTo>
                  <a:pt x="0" y="1839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3" name="line-208">
            <a:extLst xmlns:a="http://schemas.openxmlformats.org/drawingml/2006/main">
              <a:ext uri="{FF2B5EF4-FFF2-40B4-BE49-F238E27FC236}">
                <a16:creationId xmlns:a16="http://schemas.microsoft.com/office/drawing/2014/main" id="{50FC64E0-A013-40D0-8F94-6E5DDE58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3731" y="1745964"/>
            <a:ext cx="25003" cy="15841"/>
          </a:xfrm>
          <a:custGeom xmlns:a="http://schemas.openxmlformats.org/drawingml/2006/main">
            <a:pathLst>
              <a:path w="25003" h="15841">
                <a:moveTo>
                  <a:pt x="0" y="1584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4" name="line-209">
            <a:extLst xmlns:a="http://schemas.openxmlformats.org/drawingml/2006/main">
              <a:ext uri="{FF2B5EF4-FFF2-40B4-BE49-F238E27FC236}">
                <a16:creationId xmlns:a16="http://schemas.microsoft.com/office/drawing/2014/main" id="{0E685401-F35F-45D5-B12E-EE8A4B10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8734" y="1734070"/>
            <a:ext cx="25003" cy="11895"/>
          </a:xfrm>
          <a:custGeom xmlns:a="http://schemas.openxmlformats.org/drawingml/2006/main">
            <a:pathLst>
              <a:path w="25003" h="11895">
                <a:moveTo>
                  <a:pt x="0" y="118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5" name="line-210">
            <a:extLst xmlns:a="http://schemas.openxmlformats.org/drawingml/2006/main">
              <a:ext uri="{FF2B5EF4-FFF2-40B4-BE49-F238E27FC236}">
                <a16:creationId xmlns:a16="http://schemas.microsoft.com/office/drawing/2014/main" id="{DFB75E5B-3B0E-4366-9664-F087ACD0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3738" y="172698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70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6" name="line-211">
            <a:extLst xmlns:a="http://schemas.openxmlformats.org/drawingml/2006/main">
              <a:ext uri="{FF2B5EF4-FFF2-40B4-BE49-F238E27FC236}">
                <a16:creationId xmlns:a16="http://schemas.microsoft.com/office/drawing/2014/main" id="{BC76FB93-73B1-483C-93E1-8B02543C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8741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0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7" name="line-212">
            <a:extLst xmlns:a="http://schemas.openxmlformats.org/drawingml/2006/main">
              <a:ext uri="{FF2B5EF4-FFF2-40B4-BE49-F238E27FC236}">
                <a16:creationId xmlns:a16="http://schemas.microsoft.com/office/drawing/2014/main" id="{C9925B7F-319A-4B3D-8303-FB9E99AF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3744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79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8" name="line-213">
            <a:extLst xmlns:a="http://schemas.openxmlformats.org/drawingml/2006/main">
              <a:ext uri="{FF2B5EF4-FFF2-40B4-BE49-F238E27FC236}">
                <a16:creationId xmlns:a16="http://schemas.microsoft.com/office/drawing/2014/main" id="{98F97271-2208-4560-8A80-50F633D1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8747" y="1727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68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9" name="line-214">
            <a:extLst xmlns:a="http://schemas.openxmlformats.org/drawingml/2006/main">
              <a:ext uri="{FF2B5EF4-FFF2-40B4-BE49-F238E27FC236}">
                <a16:creationId xmlns:a16="http://schemas.microsoft.com/office/drawing/2014/main" id="{0496F1A3-0E5D-4C53-886B-20D2CAEE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34590"/>
            <a:ext cx="25003" cy="9686"/>
          </a:xfrm>
          <a:custGeom xmlns:a="http://schemas.openxmlformats.org/drawingml/2006/main">
            <a:pathLst>
              <a:path w="25003" h="9686">
                <a:moveTo>
                  <a:pt x="0" y="0"/>
                </a:moveTo>
                <a:lnTo>
                  <a:pt x="25003" y="968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0" name="line-215">
            <a:extLst xmlns:a="http://schemas.openxmlformats.org/drawingml/2006/main">
              <a:ext uri="{FF2B5EF4-FFF2-40B4-BE49-F238E27FC236}">
                <a16:creationId xmlns:a16="http://schemas.microsoft.com/office/drawing/2014/main" id="{F796657B-626C-4BC0-8D92-9C6AB2FF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8753" y="1744276"/>
            <a:ext cx="25003" cy="11205"/>
          </a:xfrm>
          <a:custGeom xmlns:a="http://schemas.openxmlformats.org/drawingml/2006/main">
            <a:pathLst>
              <a:path w="25003" h="11205">
                <a:moveTo>
                  <a:pt x="0" y="0"/>
                </a:moveTo>
                <a:lnTo>
                  <a:pt x="25003" y="11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1" name="line-216">
            <a:extLst xmlns:a="http://schemas.openxmlformats.org/drawingml/2006/main">
              <a:ext uri="{FF2B5EF4-FFF2-40B4-BE49-F238E27FC236}">
                <a16:creationId xmlns:a16="http://schemas.microsoft.com/office/drawing/2014/main" id="{0FFA9C6A-42D4-446A-8FB6-A116BFB4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3756" y="1755480"/>
            <a:ext cx="25003" cy="11334"/>
          </a:xfrm>
          <a:custGeom xmlns:a="http://schemas.openxmlformats.org/drawingml/2006/main">
            <a:pathLst>
              <a:path w="25003" h="11334">
                <a:moveTo>
                  <a:pt x="0" y="0"/>
                </a:moveTo>
                <a:lnTo>
                  <a:pt x="25003" y="1133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2" name="line-217">
            <a:extLst xmlns:a="http://schemas.openxmlformats.org/drawingml/2006/main">
              <a:ext uri="{FF2B5EF4-FFF2-40B4-BE49-F238E27FC236}">
                <a16:creationId xmlns:a16="http://schemas.microsoft.com/office/drawing/2014/main" id="{7B88AC4D-4FAE-4703-A8CC-6AA9C6B4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8759" y="1766815"/>
            <a:ext cx="25003" cy="10205"/>
          </a:xfrm>
          <a:custGeom xmlns:a="http://schemas.openxmlformats.org/drawingml/2006/main">
            <a:pathLst>
              <a:path w="25003" h="10205">
                <a:moveTo>
                  <a:pt x="0" y="0"/>
                </a:moveTo>
                <a:lnTo>
                  <a:pt x="25003" y="10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3" name="line-218">
            <a:extLst xmlns:a="http://schemas.openxmlformats.org/drawingml/2006/main">
              <a:ext uri="{FF2B5EF4-FFF2-40B4-BE49-F238E27FC236}">
                <a16:creationId xmlns:a16="http://schemas.microsoft.com/office/drawing/2014/main" id="{B7A5787D-29C3-4ED7-82E2-B16D91A9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763" y="177702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808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4" name="line-219">
            <a:extLst xmlns:a="http://schemas.openxmlformats.org/drawingml/2006/main">
              <a:ext uri="{FF2B5EF4-FFF2-40B4-BE49-F238E27FC236}">
                <a16:creationId xmlns:a16="http://schemas.microsoft.com/office/drawing/2014/main" id="{4268734D-FBA3-406D-B0D3-DFC66B89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8766" y="1785104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53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5" name="line-220">
            <a:extLst xmlns:a="http://schemas.openxmlformats.org/drawingml/2006/main">
              <a:ext uri="{FF2B5EF4-FFF2-40B4-BE49-F238E27FC236}">
                <a16:creationId xmlns:a16="http://schemas.microsoft.com/office/drawing/2014/main" id="{C646CF13-9435-45C5-8E6A-A4F38DFF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3769" y="179044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36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6" name="line-221">
            <a:extLst xmlns:a="http://schemas.openxmlformats.org/drawingml/2006/main">
              <a:ext uri="{FF2B5EF4-FFF2-40B4-BE49-F238E27FC236}">
                <a16:creationId xmlns:a16="http://schemas.microsoft.com/office/drawing/2014/main" id="{278AF6A9-22B2-41A9-81BD-E0CB6094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8772" y="179239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7" name="line-222">
            <a:extLst xmlns:a="http://schemas.openxmlformats.org/drawingml/2006/main">
              <a:ext uri="{FF2B5EF4-FFF2-40B4-BE49-F238E27FC236}">
                <a16:creationId xmlns:a16="http://schemas.microsoft.com/office/drawing/2014/main" id="{524655CD-29ED-4201-BD5A-0A02410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178971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6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8" name="line-223">
            <a:extLst xmlns:a="http://schemas.openxmlformats.org/drawingml/2006/main">
              <a:ext uri="{FF2B5EF4-FFF2-40B4-BE49-F238E27FC236}">
                <a16:creationId xmlns:a16="http://schemas.microsoft.com/office/drawing/2014/main" id="{B540440B-7249-427E-9504-BDC96AF0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8778" y="178554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9" name="line-224">
            <a:extLst xmlns:a="http://schemas.openxmlformats.org/drawingml/2006/main">
              <a:ext uri="{FF2B5EF4-FFF2-40B4-BE49-F238E27FC236}">
                <a16:creationId xmlns:a16="http://schemas.microsoft.com/office/drawing/2014/main" id="{C1BEB854-4A2C-4F90-9B11-999698F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781" y="1780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77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0" name="line-225">
            <a:extLst xmlns:a="http://schemas.openxmlformats.org/drawingml/2006/main">
              <a:ext uri="{FF2B5EF4-FFF2-40B4-BE49-F238E27FC236}">
                <a16:creationId xmlns:a16="http://schemas.microsoft.com/office/drawing/2014/main" id="{A87001D6-C570-492D-9EA8-053C9B0B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784" y="177627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50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1" name="line-226">
            <a:extLst xmlns:a="http://schemas.openxmlformats.org/drawingml/2006/main">
              <a:ext uri="{FF2B5EF4-FFF2-40B4-BE49-F238E27FC236}">
                <a16:creationId xmlns:a16="http://schemas.microsoft.com/office/drawing/2014/main" id="{4BFD2A2E-ED5D-4EF9-ADA6-C9EA4CF7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788" y="17727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5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2" name="line-227">
            <a:extLst xmlns:a="http://schemas.openxmlformats.org/drawingml/2006/main">
              <a:ext uri="{FF2B5EF4-FFF2-40B4-BE49-F238E27FC236}">
                <a16:creationId xmlns:a16="http://schemas.microsoft.com/office/drawing/2014/main" id="{9DE9BC88-5154-49D1-981E-45273A09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8791" y="177075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1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3" name="line-228">
            <a:extLst xmlns:a="http://schemas.openxmlformats.org/drawingml/2006/main">
              <a:ext uri="{FF2B5EF4-FFF2-40B4-BE49-F238E27FC236}">
                <a16:creationId xmlns:a16="http://schemas.microsoft.com/office/drawing/2014/main" id="{64FE1C0E-CDD2-4D22-9987-9C288ECE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794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4" name="line-229">
            <a:extLst xmlns:a="http://schemas.openxmlformats.org/drawingml/2006/main">
              <a:ext uri="{FF2B5EF4-FFF2-40B4-BE49-F238E27FC236}">
                <a16:creationId xmlns:a16="http://schemas.microsoft.com/office/drawing/2014/main" id="{8DAFEE88-0BFA-4C00-B9CC-8A14A036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797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122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5" name="line-230">
            <a:extLst xmlns:a="http://schemas.openxmlformats.org/drawingml/2006/main">
              <a:ext uri="{FF2B5EF4-FFF2-40B4-BE49-F238E27FC236}">
                <a16:creationId xmlns:a16="http://schemas.microsoft.com/office/drawing/2014/main" id="{36ADE005-0238-4B22-B6AC-6FDDA58D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6" name="object-231">
            <a:extLst xmlns:a="http://schemas.openxmlformats.org/drawingml/2006/main">
              <a:ext uri="{FF2B5EF4-FFF2-40B4-BE49-F238E27FC236}">
                <a16:creationId xmlns:a16="http://schemas.microsoft.com/office/drawing/2014/main" id="{157849B3-631F-4B58-BE91-672CD1F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提出暂停</a:t>
            </a:r>
          </a:p>
        </p:txBody>
      </p:sp>
      <p:sp>
        <p:nvSpPr>
          <p:cNvPr id="167" name="line-232">
            <a:extLst xmlns:a="http://schemas.openxmlformats.org/drawingml/2006/main">
              <a:ext uri="{FF2B5EF4-FFF2-40B4-BE49-F238E27FC236}">
                <a16:creationId xmlns:a16="http://schemas.microsoft.com/office/drawing/2014/main" id="{ADE3D72B-31E3-4B4F-BB2E-2A61C658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68" name="object-233">
            <a:extLst xmlns:a="http://schemas.openxmlformats.org/drawingml/2006/main">
              <a:ext uri="{FF2B5EF4-FFF2-40B4-BE49-F238E27FC236}">
                <a16:creationId xmlns:a16="http://schemas.microsoft.com/office/drawing/2014/main" id="{E486D258-A619-4E26-BFC6-A263813F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开始淡出</a:t>
            </a:r>
          </a:p>
        </p:txBody>
      </p:sp>
      <p:sp>
        <p:nvSpPr>
          <p:cNvPr id="169" name="line-234">
            <a:extLst xmlns:a="http://schemas.openxmlformats.org/drawingml/2006/main">
              <a:ext uri="{FF2B5EF4-FFF2-40B4-BE49-F238E27FC236}">
                <a16:creationId xmlns:a16="http://schemas.microsoft.com/office/drawing/2014/main" id="{B84E68C3-339F-4D80-B25A-2338CA2E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0" name="object-235">
            <a:extLst xmlns:a="http://schemas.openxmlformats.org/drawingml/2006/main">
              <a:ext uri="{FF2B5EF4-FFF2-40B4-BE49-F238E27FC236}">
                <a16:creationId xmlns:a16="http://schemas.microsoft.com/office/drawing/2014/main" id="{F57F4F29-601D-4676-BC2B-C1ADA83A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淡出结束</a:t>
            </a:r>
          </a:p>
        </p:txBody>
      </p:sp>
      <p:sp>
        <p:nvSpPr>
          <p:cNvPr id="171" name="line-236">
            <a:extLst xmlns:a="http://schemas.openxmlformats.org/drawingml/2006/main">
              <a:ext uri="{FF2B5EF4-FFF2-40B4-BE49-F238E27FC236}">
                <a16:creationId xmlns:a16="http://schemas.microsoft.com/office/drawing/2014/main" id="{4F8A80C3-984E-495A-BB53-7E9418F5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2" name="object-237">
            <a:extLst xmlns:a="http://schemas.openxmlformats.org/drawingml/2006/main">
              <a:ext uri="{FF2B5EF4-FFF2-40B4-BE49-F238E27FC236}">
                <a16:creationId xmlns:a16="http://schemas.microsoft.com/office/drawing/2014/main" id="{EF68528A-8DE0-4B16-BA8F-61E8855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完成收尾</a:t>
            </a:r>
          </a:p>
        </p:txBody>
      </p:sp>
      <p:sp>
        <p:nvSpPr>
          <p:cNvPr id="173" name="line-238">
            <a:extLst xmlns:a="http://schemas.openxmlformats.org/drawingml/2006/main">
              <a:ext uri="{FF2B5EF4-FFF2-40B4-BE49-F238E27FC236}">
                <a16:creationId xmlns:a16="http://schemas.microsoft.com/office/drawing/2014/main" id="{6FF3038E-C6D3-4F3A-A76F-18A13654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4" name="object-239">
            <a:extLst xmlns:a="http://schemas.openxmlformats.org/drawingml/2006/main">
              <a:ext uri="{FF2B5EF4-FFF2-40B4-BE49-F238E27FC236}">
                <a16:creationId xmlns:a16="http://schemas.microsoft.com/office/drawing/2014/main" id="{3628B2BA-90A0-4013-95AD-BCEA16B4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</a:t>
            </a:r>
          </a:p>
        </p:txBody>
      </p:sp>
      <p:sp>
        <p:nvSpPr>
          <p:cNvPr id="175" name="line-240">
            <a:extLst xmlns:a="http://schemas.openxmlformats.org/drawingml/2006/main">
              <a:ext uri="{FF2B5EF4-FFF2-40B4-BE49-F238E27FC236}">
                <a16:creationId xmlns:a16="http://schemas.microsoft.com/office/drawing/2014/main" id="{57C5042F-15AC-4C94-B498-44AA9E7B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6" name="line-241">
            <a:extLst xmlns:a="http://schemas.openxmlformats.org/drawingml/2006/main">
              <a:ext uri="{FF2B5EF4-FFF2-40B4-BE49-F238E27FC236}">
                <a16:creationId xmlns:a16="http://schemas.microsoft.com/office/drawing/2014/main" id="{F302507C-5A8C-4204-8185-8AE0D25B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7" name="line-242">
            <a:extLst xmlns:a="http://schemas.openxmlformats.org/drawingml/2006/main">
              <a:ext uri="{FF2B5EF4-FFF2-40B4-BE49-F238E27FC236}">
                <a16:creationId xmlns:a16="http://schemas.microsoft.com/office/drawing/2014/main" id="{64D76EA0-8D04-4E32-8734-44626AEF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8" name="line-243">
            <a:extLst xmlns:a="http://schemas.openxmlformats.org/drawingml/2006/main">
              <a:ext uri="{FF2B5EF4-FFF2-40B4-BE49-F238E27FC236}">
                <a16:creationId xmlns:a16="http://schemas.microsoft.com/office/drawing/2014/main" id="{C9B60D3C-E759-49B9-B765-FD7D990B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9" name="line-244">
            <a:extLst xmlns:a="http://schemas.openxmlformats.org/drawingml/2006/main">
              <a:ext uri="{FF2B5EF4-FFF2-40B4-BE49-F238E27FC236}">
                <a16:creationId xmlns:a16="http://schemas.microsoft.com/office/drawing/2014/main" id="{65C8042F-E926-4B93-8476-73756190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0" name="line-245">
            <a:extLst xmlns:a="http://schemas.openxmlformats.org/drawingml/2006/main">
              <a:ext uri="{FF2B5EF4-FFF2-40B4-BE49-F238E27FC236}">
                <a16:creationId xmlns:a16="http://schemas.microsoft.com/office/drawing/2014/main" id="{3771310E-372F-401D-93FA-9DCDBE6B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1" name="line-246">
            <a:extLst xmlns:a="http://schemas.openxmlformats.org/drawingml/2006/main">
              <a:ext uri="{FF2B5EF4-FFF2-40B4-BE49-F238E27FC236}">
                <a16:creationId xmlns:a16="http://schemas.microsoft.com/office/drawing/2014/main" id="{E5580475-D0CA-4EC7-9BFE-E3E9ABDD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2" name="line-247">
            <a:extLst xmlns:a="http://schemas.openxmlformats.org/drawingml/2006/main">
              <a:ext uri="{FF2B5EF4-FFF2-40B4-BE49-F238E27FC236}">
                <a16:creationId xmlns:a16="http://schemas.microsoft.com/office/drawing/2014/main" id="{2A4B36A6-83C7-4B9D-9274-94D4869A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3" name="object-248">
            <a:extLst xmlns:a="http://schemas.openxmlformats.org/drawingml/2006/main">
              <a:ext uri="{FF2B5EF4-FFF2-40B4-BE49-F238E27FC236}">
                <a16:creationId xmlns:a16="http://schemas.microsoft.com/office/drawing/2014/main" id="{A3599246-40F0-4D46-9C63-DEB9FDC1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003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84" name="reveal1-line-249">
            <a:extLst xmlns:a="http://schemas.openxmlformats.org/drawingml/2006/main">
              <a:ext uri="{FF2B5EF4-FFF2-40B4-BE49-F238E27FC236}">
                <a16:creationId xmlns:a16="http://schemas.microsoft.com/office/drawing/2014/main" id="{FAB5507D-A24A-4FD5-B48A-EE2885F1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5" name="reveal1-line-250">
            <a:extLst xmlns:a="http://schemas.openxmlformats.org/drawingml/2006/main">
              <a:ext uri="{FF2B5EF4-FFF2-40B4-BE49-F238E27FC236}">
                <a16:creationId xmlns:a16="http://schemas.microsoft.com/office/drawing/2014/main" id="{944FBEFA-F786-4D2D-AB88-226FF799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6" name="reveal1-line-251">
            <a:extLst xmlns:a="http://schemas.openxmlformats.org/drawingml/2006/main">
              <a:ext uri="{FF2B5EF4-FFF2-40B4-BE49-F238E27FC236}">
                <a16:creationId xmlns:a16="http://schemas.microsoft.com/office/drawing/2014/main" id="{D8DEA490-D5C4-446C-9AA2-D59684E7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17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7" name="reveal1-line-252">
            <a:extLst xmlns:a="http://schemas.openxmlformats.org/drawingml/2006/main">
              <a:ext uri="{FF2B5EF4-FFF2-40B4-BE49-F238E27FC236}">
                <a16:creationId xmlns:a16="http://schemas.microsoft.com/office/drawing/2014/main" id="{DCE7B255-A3EC-47F1-A8BB-609569CE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8" name="reveal1-line-253">
            <a:extLst xmlns:a="http://schemas.openxmlformats.org/drawingml/2006/main">
              <a:ext uri="{FF2B5EF4-FFF2-40B4-BE49-F238E27FC236}">
                <a16:creationId xmlns:a16="http://schemas.microsoft.com/office/drawing/2014/main" id="{CD95194A-CFF8-4078-A903-D31BD47A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9" name="reveal1-line-254">
            <a:extLst xmlns:a="http://schemas.openxmlformats.org/drawingml/2006/main">
              <a:ext uri="{FF2B5EF4-FFF2-40B4-BE49-F238E27FC236}">
                <a16:creationId xmlns:a16="http://schemas.microsoft.com/office/drawing/2014/main" id="{C43C7BA1-C26D-4F52-A8B3-99FA7415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0" name="reveal1-line-255">
            <a:extLst xmlns:a="http://schemas.openxmlformats.org/drawingml/2006/main">
              <a:ext uri="{FF2B5EF4-FFF2-40B4-BE49-F238E27FC236}">
                <a16:creationId xmlns:a16="http://schemas.microsoft.com/office/drawing/2014/main" id="{ABE676AB-D962-491E-BF24-81583C8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1" name="reveal1-line-256">
            <a:extLst xmlns:a="http://schemas.openxmlformats.org/drawingml/2006/main">
              <a:ext uri="{FF2B5EF4-FFF2-40B4-BE49-F238E27FC236}">
                <a16:creationId xmlns:a16="http://schemas.microsoft.com/office/drawing/2014/main" id="{0DEA2053-A9F2-4030-9B49-8F5028C5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2" name="reveal1-object-257">
            <a:extLst xmlns:a="http://schemas.openxmlformats.org/drawingml/2006/main">
              <a:ext uri="{FF2B5EF4-FFF2-40B4-BE49-F238E27FC236}">
                <a16:creationId xmlns:a16="http://schemas.microsoft.com/office/drawing/2014/main" id="{B90A7C8F-0753-48C3-938B-FC86C636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771775"/>
            <a:ext cx="214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完成处理再次排队</a:t>
            </a:r>
          </a:p>
        </p:txBody>
      </p:sp>
      <p:sp>
        <p:nvSpPr>
          <p:cNvPr id="193" name="reveal1-object-258">
            <a:extLst xmlns:a="http://schemas.openxmlformats.org/drawingml/2006/main">
              <a:ext uri="{FF2B5EF4-FFF2-40B4-BE49-F238E27FC236}">
                <a16:creationId xmlns:a16="http://schemas.microsoft.com/office/drawing/2014/main" id="{856062B8-9E62-497A-8A7B-EFABCEC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输入连接</a:t>
            </a:r>
          </a:p>
        </p:txBody>
      </p:sp>
      <p:sp>
        <p:nvSpPr>
          <p:cNvPr id="194" name="reveal1-line-259">
            <a:extLst xmlns:a="http://schemas.openxmlformats.org/drawingml/2006/main">
              <a:ext uri="{FF2B5EF4-FFF2-40B4-BE49-F238E27FC236}">
                <a16:creationId xmlns:a16="http://schemas.microsoft.com/office/drawing/2014/main" id="{AD35504C-3A85-41EF-A0FD-195F5172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19550"/>
            <a:ext cx="7505700" cy="9525"/>
          </a:xfrm>
          <a:custGeom xmlns:a="http://schemas.openxmlformats.org/drawingml/2006/main">
            <a:pathLst>
              <a:path w="7505700" h="9525">
                <a:moveTo>
                  <a:pt x="0" y="0"/>
                </a:moveTo>
                <a:lnTo>
                  <a:pt x="7505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195" name="reveal1-object-260">
            <a:extLst xmlns:a="http://schemas.openxmlformats.org/drawingml/2006/main">
              <a:ext uri="{FF2B5EF4-FFF2-40B4-BE49-F238E27FC236}">
                <a16:creationId xmlns:a16="http://schemas.microsoft.com/office/drawing/2014/main" id="{1EEBD722-1096-4DA1-8115-A933FFE9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6099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仍相连，继续处理以完成淡出</a:t>
            </a:r>
          </a:p>
        </p:txBody>
      </p:sp>
      <p:sp>
        <p:nvSpPr>
          <p:cNvPr id="196" name="reveal1-line-261">
            <a:extLst xmlns:a="http://schemas.openxmlformats.org/drawingml/2006/main">
              <a:ext uri="{FF2B5EF4-FFF2-40B4-BE49-F238E27FC236}">
                <a16:creationId xmlns:a16="http://schemas.microsoft.com/office/drawing/2014/main" id="{32B9D494-A7D0-4DC3-AB59-FAFA8148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0" y="0"/>
                </a:moveTo>
                <a:lnTo>
                  <a:pt x="19050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7" name="reveal1-line-262">
            <a:extLst xmlns:a="http://schemas.openxmlformats.org/drawingml/2006/main">
              <a:ext uri="{FF2B5EF4-FFF2-40B4-BE49-F238E27FC236}">
                <a16:creationId xmlns:a16="http://schemas.microsoft.com/office/drawing/2014/main" id="{B2ECC0E4-8A80-4A1F-AAFD-CFA3C514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19050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8" name="reveal1-object-263">
            <a:extLst xmlns:a="http://schemas.openxmlformats.org/drawingml/2006/main">
              <a:ext uri="{FF2B5EF4-FFF2-40B4-BE49-F238E27FC236}">
                <a16:creationId xmlns:a16="http://schemas.microsoft.com/office/drawing/2014/main" id="{57C611A1-F494-49CE-A3E7-6776752F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8290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断开</a:t>
            </a:r>
          </a:p>
        </p:txBody>
      </p:sp>
      <p:sp>
        <p:nvSpPr>
          <p:cNvPr id="199" name="reveal1-object-264">
            <a:extLst xmlns:a="http://schemas.openxmlformats.org/drawingml/2006/main">
              <a:ext uri="{FF2B5EF4-FFF2-40B4-BE49-F238E27FC236}">
                <a16:creationId xmlns:a16="http://schemas.microsoft.com/office/drawing/2014/main" id="{FEAE863D-E41D-41AC-8BE1-EEAD2654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增益</a:t>
            </a:r>
          </a:p>
        </p:txBody>
      </p:sp>
      <p:sp>
        <p:nvSpPr>
          <p:cNvPr id="200" name="reveal1-line-265">
            <a:extLst xmlns:a="http://schemas.openxmlformats.org/drawingml/2006/main">
              <a:ext uri="{FF2B5EF4-FFF2-40B4-BE49-F238E27FC236}">
                <a16:creationId xmlns:a16="http://schemas.microsoft.com/office/drawing/2014/main" id="{8E6EA04C-0A11-4E72-8C83-A7BB05CB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2571750" cy="9525"/>
          </a:xfrm>
          <a:custGeom xmlns:a="http://schemas.openxmlformats.org/drawingml/2006/main">
            <a:pathLst>
              <a:path w="2571750" h="952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1" name="reveal1-line-266">
            <a:extLst xmlns:a="http://schemas.openxmlformats.org/drawingml/2006/main">
              <a:ext uri="{FF2B5EF4-FFF2-40B4-BE49-F238E27FC236}">
                <a16:creationId xmlns:a16="http://schemas.microsoft.com/office/drawing/2014/main" id="{B2373554-6376-43CC-AC14-494E17A4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24400"/>
            <a:ext cx="2667000" cy="561975"/>
          </a:xfrm>
          <a:custGeom xmlns:a="http://schemas.openxmlformats.org/drawingml/2006/main">
            <a:pathLst>
              <a:path w="2667000" h="561975">
                <a:moveTo>
                  <a:pt x="0" y="0"/>
                </a:moveTo>
                <a:lnTo>
                  <a:pt x="266700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2" name="reveal1-line-267">
            <a:extLst xmlns:a="http://schemas.openxmlformats.org/drawingml/2006/main">
              <a:ext uri="{FF2B5EF4-FFF2-40B4-BE49-F238E27FC236}">
                <a16:creationId xmlns:a16="http://schemas.microsoft.com/office/drawing/2014/main" id="{366185DD-CD3D-44CA-826E-D26867B4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86375"/>
            <a:ext cx="3238500" cy="9525"/>
          </a:xfrm>
          <a:custGeom xmlns:a="http://schemas.openxmlformats.org/drawingml/2006/main"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3" name="reveal1-object-268">
            <a:extLst xmlns:a="http://schemas.openxmlformats.org/drawingml/2006/main">
              <a:ext uri="{FF2B5EF4-FFF2-40B4-BE49-F238E27FC236}">
                <a16:creationId xmlns:a16="http://schemas.microsoft.com/office/drawing/2014/main" id="{94198A3E-10B9-43E5-AB5C-1F8394A4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播放中</a:t>
            </a:r>
          </a:p>
        </p:txBody>
      </p:sp>
      <p:sp>
        <p:nvSpPr>
          <p:cNvPr id="204" name="reveal1-object-269">
            <a:extLst xmlns:a="http://schemas.openxmlformats.org/drawingml/2006/main">
              <a:ext uri="{FF2B5EF4-FFF2-40B4-BE49-F238E27FC236}">
                <a16:creationId xmlns:a16="http://schemas.microsoft.com/office/drawing/2014/main" id="{8D08D8D0-837D-4E6E-868E-95D2C14B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4006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正在暂停</a:t>
            </a:r>
          </a:p>
        </p:txBody>
      </p:sp>
      <p:sp>
        <p:nvSpPr>
          <p:cNvPr id="205" name="reveal1-object-270">
            <a:extLst xmlns:a="http://schemas.openxmlformats.org/drawingml/2006/main">
              <a:ext uri="{FF2B5EF4-FFF2-40B4-BE49-F238E27FC236}">
                <a16:creationId xmlns:a16="http://schemas.microsoft.com/office/drawing/2014/main" id="{09B7EF23-8174-406F-8CFD-4C14D435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400675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已暂停</a:t>
            </a:r>
          </a:p>
        </p:txBody>
      </p:sp>
      <p:sp>
        <p:nvSpPr>
          <p:cNvPr id="206" name="reveal2-object-271">
            <a:extLst xmlns:a="http://schemas.openxmlformats.org/drawingml/2006/main">
              <a:ext uri="{FF2B5EF4-FFF2-40B4-BE49-F238E27FC236}">
                <a16:creationId xmlns:a16="http://schemas.microsoft.com/office/drawing/2014/main" id="{18DB9883-4A3D-441E-9F10-F4C01325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“淡出结束”和“输入断开”是两个时刻，中间还可能等待执行。</a:t>
            </a:r>
          </a:p>
        </p:txBody>
      </p:sp>
      <p:sp>
        <p:nvSpPr>
          <p:cNvPr id="207" name="object-272">
            <a:extLst xmlns:a="http://schemas.openxmlformats.org/drawingml/2006/main">
              <a:ext uri="{FF2B5EF4-FFF2-40B4-BE49-F238E27FC236}">
                <a16:creationId xmlns:a16="http://schemas.microsoft.com/office/drawing/2014/main" id="{A60F8AB6-8721-449E-840F-B311630F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正常淡出路径；波形与时间均为示意，不代表设备实测。</a:t>
            </a:r>
          </a:p>
        </p:txBody>
      </p:sp>
      <p:sp>
        <p:nvSpPr>
          <p:cNvPr id="208" name="object-273">
            <a:extLst xmlns:a="http://schemas.openxmlformats.org/drawingml/2006/main">
              <a:ext uri="{FF2B5EF4-FFF2-40B4-BE49-F238E27FC236}">
                <a16:creationId xmlns:a16="http://schemas.microsoft.com/office/drawing/2014/main" id="{E42FBE72-DFFA-4F3B-894A-D2FA87FB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350819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" grpId="1"/>
      <p:bldP spid="185" grpId="1"/>
      <p:bldP spid="186" grpId="1"/>
      <p:bldP spid="187" grpId="1"/>
      <p:bldP spid="188" grpId="1"/>
      <p:bldP spid="189" grpId="1"/>
      <p:bldP spid="190" grpId="1"/>
      <p:bldP spid="191" grpId="1"/>
      <p:bldP spid="192" grpId="1"/>
      <p:bldP spid="193" grpId="1"/>
      <p:bldP spid="194" grpId="1"/>
      <p:bldP spid="195" grpId="1"/>
      <p:bldP spid="196" grpId="1"/>
      <p:bldP spid="197" grpId="1"/>
      <p:bldP spid="198" grpId="1"/>
      <p:bldP spid="199" grpId="1"/>
      <p:bldP spid="200" grpId="1"/>
      <p:bldP spid="201" grpId="1"/>
      <p:bldP spid="202" grpId="1"/>
      <p:bldP spid="203" grpId="1"/>
      <p:bldP spid="204" grpId="1"/>
      <p:bldP spid="205" grpId="1"/>
      <p:bldP spid="206" grpId="2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object-274">
            <a:extLst xmlns:a="http://schemas.openxmlformats.org/drawingml/2006/main">
              <a:ext uri="{FF2B5EF4-FFF2-40B4-BE49-F238E27FC236}">
                <a16:creationId xmlns:a16="http://schemas.microsoft.com/office/drawing/2014/main" id="{2BA464AE-B392-4CA1-8A9E-4ACB71DC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已经恢复播放，旧的暂停还会生效吗？</a:t>
            </a:r>
          </a:p>
        </p:txBody>
      </p:sp>
      <p:sp>
        <p:nvSpPr>
          <p:cNvPr id="2" name="object-275">
            <a:extLst xmlns:a="http://schemas.openxmlformats.org/drawingml/2006/main">
              <a:ext uri="{FF2B5EF4-FFF2-40B4-BE49-F238E27FC236}">
                <a16:creationId xmlns:a16="http://schemas.microsoft.com/office/drawing/2014/main" id="{45621DA6-91FE-47D3-B74E-AE6725CA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淡出刚结束时，恢复请求已经排在前面。</a:t>
            </a:r>
          </a:p>
        </p:txBody>
      </p:sp>
      <p:sp>
        <p:nvSpPr>
          <p:cNvPr id="3" name="object-276">
            <a:extLst xmlns:a="http://schemas.openxmlformats.org/drawingml/2006/main">
              <a:ext uri="{FF2B5EF4-FFF2-40B4-BE49-F238E27FC236}">
                <a16:creationId xmlns:a16="http://schemas.microsoft.com/office/drawing/2014/main" id="{26D0E57E-82FE-4FA7-BE1D-9DC453C6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4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待执行请求</a:t>
            </a:r>
          </a:p>
        </p:txBody>
      </p:sp>
      <p:sp>
        <p:nvSpPr>
          <p:cNvPr id="4" name="object-277">
            <a:extLst xmlns:a="http://schemas.openxmlformats.org/drawingml/2006/main">
              <a:ext uri="{FF2B5EF4-FFF2-40B4-BE49-F238E27FC236}">
                <a16:creationId xmlns:a16="http://schemas.microsoft.com/office/drawing/2014/main" id="{F1001B84-2DAC-4FE8-A296-527659A8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097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下一条先执行</a:t>
            </a:r>
          </a:p>
        </p:txBody>
      </p:sp>
      <p:sp>
        <p:nvSpPr>
          <p:cNvPr id="5" name="object-278">
            <a:extLst xmlns:a="http://schemas.openxmlformats.org/drawingml/2006/main">
              <a:ext uri="{FF2B5EF4-FFF2-40B4-BE49-F238E27FC236}">
                <a16:creationId xmlns:a16="http://schemas.microsoft.com/office/drawing/2014/main" id="{45CB7C10-58EB-4477-8BAE-1BCAE4D7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279">
            <a:extLst xmlns:a="http://schemas.openxmlformats.org/drawingml/2006/main">
              <a:ext uri="{FF2B5EF4-FFF2-40B4-BE49-F238E27FC236}">
                <a16:creationId xmlns:a16="http://schemas.microsoft.com/office/drawing/2014/main" id="{6C49FF9D-C030-4719-9FE2-73916DC8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24860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恢复播放</a:t>
            </a:r>
          </a:p>
        </p:txBody>
      </p:sp>
      <p:sp>
        <p:nvSpPr>
          <p:cNvPr id="7" name="object-280">
            <a:extLst xmlns:a="http://schemas.openxmlformats.org/drawingml/2006/main">
              <a:ext uri="{FF2B5EF4-FFF2-40B4-BE49-F238E27FC236}">
                <a16:creationId xmlns:a16="http://schemas.microsoft.com/office/drawing/2014/main" id="{4C2383D5-FECF-43F2-9975-99EF0AF3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3333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281">
            <a:extLst xmlns:a="http://schemas.openxmlformats.org/drawingml/2006/main">
              <a:ext uri="{FF2B5EF4-FFF2-40B4-BE49-F238E27FC236}">
                <a16:creationId xmlns:a16="http://schemas.microsoft.com/office/drawing/2014/main" id="{5A665655-A625-494A-A729-670397E6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9" name="line-282">
            <a:extLst xmlns:a="http://schemas.openxmlformats.org/drawingml/2006/main">
              <a:ext uri="{FF2B5EF4-FFF2-40B4-BE49-F238E27FC236}">
                <a16:creationId xmlns:a16="http://schemas.microsoft.com/office/drawing/2014/main" id="{4591D89B-DAAE-4418-ACEA-5F84DF7C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581025" cy="9525"/>
          </a:xfrm>
          <a:custGeom xmlns:a="http://schemas.openxmlformats.org/drawingml/2006/main">
            <a:pathLst>
              <a:path w="581025" h="9525">
                <a:moveTo>
                  <a:pt x="5810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283">
            <a:extLst xmlns:a="http://schemas.openxmlformats.org/drawingml/2006/main">
              <a:ext uri="{FF2B5EF4-FFF2-40B4-BE49-F238E27FC236}">
                <a16:creationId xmlns:a16="http://schemas.microsoft.com/office/drawing/2014/main" id="{50FB58BB-2C27-457E-B14F-309896DA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67319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284">
            <a:extLst xmlns:a="http://schemas.openxmlformats.org/drawingml/2006/main">
              <a:ext uri="{FF2B5EF4-FFF2-40B4-BE49-F238E27FC236}">
                <a16:creationId xmlns:a16="http://schemas.microsoft.com/office/drawing/2014/main" id="{456180FC-41E9-41EB-8F37-CF1FFE62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285">
            <a:extLst xmlns:a="http://schemas.openxmlformats.org/drawingml/2006/main">
              <a:ext uri="{FF2B5EF4-FFF2-40B4-BE49-F238E27FC236}">
                <a16:creationId xmlns:a16="http://schemas.microsoft.com/office/drawing/2014/main" id="{E0ADF2F8-B754-4379-80CA-FE7AF868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47650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随后加入</a:t>
            </a:r>
          </a:p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3" name="line-286">
            <a:extLst xmlns:a="http://schemas.openxmlformats.org/drawingml/2006/main">
              <a:ext uri="{FF2B5EF4-FFF2-40B4-BE49-F238E27FC236}">
                <a16:creationId xmlns:a16="http://schemas.microsoft.com/office/drawing/2014/main" id="{3F1E73A3-6439-4CFE-A1D0-41EDE051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4" name="object-287">
            <a:extLst xmlns:a="http://schemas.openxmlformats.org/drawingml/2006/main">
              <a:ext uri="{FF2B5EF4-FFF2-40B4-BE49-F238E27FC236}">
                <a16:creationId xmlns:a16="http://schemas.microsoft.com/office/drawing/2014/main" id="{7DD63F4C-CF9E-449F-A6D2-40B57630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288">
            <a:extLst xmlns:a="http://schemas.openxmlformats.org/drawingml/2006/main">
              <a:ext uri="{FF2B5EF4-FFF2-40B4-BE49-F238E27FC236}">
                <a16:creationId xmlns:a16="http://schemas.microsoft.com/office/drawing/2014/main" id="{5350AF61-7693-4541-81CA-C3BE2F1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16" name="object-289">
            <a:extLst xmlns:a="http://schemas.openxmlformats.org/drawingml/2006/main">
              <a:ext uri="{FF2B5EF4-FFF2-40B4-BE49-F238E27FC236}">
                <a16:creationId xmlns:a16="http://schemas.microsoft.com/office/drawing/2014/main" id="{D5EC6F54-42E6-4A87-B846-B8FA5929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播放状态</a:t>
            </a:r>
          </a:p>
        </p:txBody>
      </p:sp>
      <p:sp>
        <p:nvSpPr>
          <p:cNvPr id="17" name="reveal1-object-290">
            <a:extLst xmlns:a="http://schemas.openxmlformats.org/drawingml/2006/main">
              <a:ext uri="{FF2B5EF4-FFF2-40B4-BE49-F238E27FC236}">
                <a16:creationId xmlns:a16="http://schemas.microsoft.com/office/drawing/2014/main" id="{41A19301-FACA-4045-8AFB-66AD4DB7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43300"/>
            <a:ext cx="3429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执行 ① 恢复播放</a:t>
            </a:r>
          </a:p>
        </p:txBody>
      </p:sp>
      <p:sp>
        <p:nvSpPr>
          <p:cNvPr id="18" name="reveal1-object-291">
            <a:extLst xmlns:a="http://schemas.openxmlformats.org/drawingml/2006/main">
              <a:ext uri="{FF2B5EF4-FFF2-40B4-BE49-F238E27FC236}">
                <a16:creationId xmlns:a16="http://schemas.microsoft.com/office/drawing/2014/main" id="{95A54114-E3E8-4F79-BEC3-C318C113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162425"/>
            <a:ext cx="238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292">
            <a:extLst xmlns:a="http://schemas.openxmlformats.org/drawingml/2006/main">
              <a:ext uri="{FF2B5EF4-FFF2-40B4-BE49-F238E27FC236}">
                <a16:creationId xmlns:a16="http://schemas.microsoft.com/office/drawing/2014/main" id="{FA72D6AD-2855-41E0-AD6A-8C66741A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19575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正在播放</a:t>
            </a:r>
          </a:p>
        </p:txBody>
      </p:sp>
      <p:sp>
        <p:nvSpPr>
          <p:cNvPr id="20" name="reveal1-object-293">
            <a:extLst xmlns:a="http://schemas.openxmlformats.org/drawingml/2006/main">
              <a:ext uri="{FF2B5EF4-FFF2-40B4-BE49-F238E27FC236}">
                <a16:creationId xmlns:a16="http://schemas.microsoft.com/office/drawing/2014/main" id="{46EE9737-A8BD-4E9D-83F9-DB7BAE55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76800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输入保持连接</a:t>
            </a:r>
          </a:p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恢复所需的增益已安排</a:t>
            </a:r>
          </a:p>
        </p:txBody>
      </p:sp>
      <p:sp>
        <p:nvSpPr>
          <p:cNvPr id="21" name="reveal2-object-294">
            <a:extLst xmlns:a="http://schemas.openxmlformats.org/drawingml/2006/main">
              <a:ext uri="{FF2B5EF4-FFF2-40B4-BE49-F238E27FC236}">
                <a16:creationId xmlns:a16="http://schemas.microsoft.com/office/drawing/2014/main" id="{7DA4048E-F59B-4721-8280-5815C844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43300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执行 ② 旧的暂停收尾</a:t>
            </a:r>
          </a:p>
        </p:txBody>
      </p:sp>
      <p:sp>
        <p:nvSpPr>
          <p:cNvPr id="22" name="reveal2-object-295">
            <a:extLst xmlns:a="http://schemas.openxmlformats.org/drawingml/2006/main">
              <a:ext uri="{FF2B5EF4-FFF2-40B4-BE49-F238E27FC236}">
                <a16:creationId xmlns:a16="http://schemas.microsoft.com/office/drawing/2014/main" id="{60780F76-3899-46D5-A403-0A975152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433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检查：现在已经在播放</a:t>
            </a:r>
          </a:p>
        </p:txBody>
      </p:sp>
      <p:sp>
        <p:nvSpPr>
          <p:cNvPr id="23" name="reveal2-line-296">
            <a:extLst xmlns:a="http://schemas.openxmlformats.org/drawingml/2006/main">
              <a:ext uri="{FF2B5EF4-FFF2-40B4-BE49-F238E27FC236}">
                <a16:creationId xmlns:a16="http://schemas.microsoft.com/office/drawing/2014/main" id="{DEC62733-21EF-443C-824A-244A58EB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86300"/>
            <a:ext cx="4486275" cy="9525"/>
          </a:xfrm>
          <a:custGeom xmlns:a="http://schemas.openxmlformats.org/drawingml/2006/main">
            <a:pathLst>
              <a:path w="4486275" h="9525">
                <a:moveTo>
                  <a:pt x="0" y="0"/>
                </a:move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4" name="reveal2-object-297">
            <a:extLst xmlns:a="http://schemas.openxmlformats.org/drawingml/2006/main">
              <a:ext uri="{FF2B5EF4-FFF2-40B4-BE49-F238E27FC236}">
                <a16:creationId xmlns:a16="http://schemas.microsoft.com/office/drawing/2014/main" id="{86D33C9C-CD60-40C0-990E-36A5D107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9585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结束这次收尾处理，</a:t>
            </a:r>
          </a:p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不暂停音效、不拆输入连接。</a:t>
            </a:r>
          </a:p>
        </p:txBody>
      </p:sp>
      <p:sp>
        <p:nvSpPr>
          <p:cNvPr id="25" name="object-298">
            <a:extLst xmlns:a="http://schemas.openxmlformats.org/drawingml/2006/main">
              <a:ext uri="{FF2B5EF4-FFF2-40B4-BE49-F238E27FC236}">
                <a16:creationId xmlns:a16="http://schemas.microsoft.com/office/drawing/2014/main" id="{983B21F4-BED0-4F2F-813C-F214FC3C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一种请求交错；不表示每次快速点击都能触发。这里只讨论恢复后尚未再次暂停的情况。</a:t>
            </a:r>
          </a:p>
        </p:txBody>
      </p:sp>
      <p:sp>
        <p:nvSpPr>
          <p:cNvPr id="26" name="object-299">
            <a:extLst xmlns:a="http://schemas.openxmlformats.org/drawingml/2006/main">
              <a:ext uri="{FF2B5EF4-FFF2-40B4-BE49-F238E27FC236}">
                <a16:creationId xmlns:a16="http://schemas.microsoft.com/office/drawing/2014/main" id="{821F7678-92F6-45DB-9DE1-0864DD8D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67258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/>
      <p:bldP spid="18" grpId="1"/>
      <p:bldP spid="19" grpId="1"/>
      <p:bldP spid="20" grpId="1"/>
      <p:bldP spid="21" grpId="2"/>
      <p:bldP spid="22" grpId="2"/>
      <p:bldP spid="23" grpId="2"/>
      <p:bldP spid="24" grpId="2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object-300">
            <a:extLst xmlns:a="http://schemas.openxmlformats.org/drawingml/2006/main">
              <a:ext uri="{FF2B5EF4-FFF2-40B4-BE49-F238E27FC236}">
                <a16:creationId xmlns:a16="http://schemas.microsoft.com/office/drawing/2014/main" id="{E667C490-8360-4EDA-84D5-7CCEE7F6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淡入为什么要先于音效启动？</a:t>
            </a:r>
          </a:p>
        </p:txBody>
      </p:sp>
      <p:sp>
        <p:nvSpPr>
          <p:cNvPr id="2" name="object-301">
            <a:extLst xmlns:a="http://schemas.openxmlformats.org/drawingml/2006/main">
              <a:ext uri="{FF2B5EF4-FFF2-40B4-BE49-F238E27FC236}">
                <a16:creationId xmlns:a16="http://schemas.microsoft.com/office/drawing/2014/main" id="{9F341CBF-2057-42C4-991F-12D9D016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已有音频数据等待处理时，接通之后的增益设置不能拖后。</a:t>
            </a:r>
          </a:p>
        </p:txBody>
      </p:sp>
      <p:sp>
        <p:nvSpPr>
          <p:cNvPr id="3" name="object-302">
            <a:extLst xmlns:a="http://schemas.openxmlformats.org/drawingml/2006/main">
              <a:ext uri="{FF2B5EF4-FFF2-40B4-BE49-F238E27FC236}">
                <a16:creationId xmlns:a16="http://schemas.microsoft.com/office/drawing/2014/main" id="{051F0C6B-6ACD-467C-ACF3-C2C05558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接通处理链</a:t>
            </a:r>
          </a:p>
        </p:txBody>
      </p:sp>
      <p:sp>
        <p:nvSpPr>
          <p:cNvPr id="4" name="line-303">
            <a:extLst xmlns:a="http://schemas.openxmlformats.org/drawingml/2006/main">
              <a:ext uri="{FF2B5EF4-FFF2-40B4-BE49-F238E27FC236}">
                <a16:creationId xmlns:a16="http://schemas.microsoft.com/office/drawing/2014/main" id="{9A4EB28C-602B-4C4F-9630-3E9A7BD9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5" name="object-304">
            <a:extLst xmlns:a="http://schemas.openxmlformats.org/drawingml/2006/main">
              <a:ext uri="{FF2B5EF4-FFF2-40B4-BE49-F238E27FC236}">
                <a16:creationId xmlns:a16="http://schemas.microsoft.com/office/drawing/2014/main" id="{E50CDCE3-2123-4CCC-BD43-0E6E1592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音效启动中</a:t>
            </a:r>
          </a:p>
        </p:txBody>
      </p:sp>
      <p:sp>
        <p:nvSpPr>
          <p:cNvPr id="6" name="line-305">
            <a:extLst xmlns:a="http://schemas.openxmlformats.org/drawingml/2006/main">
              <a:ext uri="{FF2B5EF4-FFF2-40B4-BE49-F238E27FC236}">
                <a16:creationId xmlns:a16="http://schemas.microsoft.com/office/drawing/2014/main" id="{7C57157C-A833-497C-93EE-6E75DBA7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7" name="object-306">
            <a:extLst xmlns:a="http://schemas.openxmlformats.org/drawingml/2006/main">
              <a:ext uri="{FF2B5EF4-FFF2-40B4-BE49-F238E27FC236}">
                <a16:creationId xmlns:a16="http://schemas.microsoft.com/office/drawing/2014/main" id="{BADC53E0-DC15-48FA-949D-64031B30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音效启动完成</a:t>
            </a:r>
          </a:p>
        </p:txBody>
      </p:sp>
      <p:sp>
        <p:nvSpPr>
          <p:cNvPr id="8" name="line-307">
            <a:extLst xmlns:a="http://schemas.openxmlformats.org/drawingml/2006/main">
              <a:ext uri="{FF2B5EF4-FFF2-40B4-BE49-F238E27FC236}">
                <a16:creationId xmlns:a16="http://schemas.microsoft.com/office/drawing/2014/main" id="{B5A9B0A4-B7DA-41DD-A194-BAFDA567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308">
            <a:extLst xmlns:a="http://schemas.openxmlformats.org/drawingml/2006/main">
              <a:ext uri="{FF2B5EF4-FFF2-40B4-BE49-F238E27FC236}">
                <a16:creationId xmlns:a16="http://schemas.microsoft.com/office/drawing/2014/main" id="{468309E9-A9DC-409D-A96C-819111A5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如果淡入设置晚了</a:t>
            </a:r>
          </a:p>
        </p:txBody>
      </p:sp>
      <p:sp>
        <p:nvSpPr>
          <p:cNvPr id="10" name="object-309">
            <a:extLst xmlns:a="http://schemas.openxmlformats.org/drawingml/2006/main">
              <a:ext uri="{FF2B5EF4-FFF2-40B4-BE49-F238E27FC236}">
                <a16:creationId xmlns:a16="http://schemas.microsoft.com/office/drawing/2014/main" id="{B6D10092-DC77-4599-897A-F431535E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191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B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310">
            <a:extLst xmlns:a="http://schemas.openxmlformats.org/drawingml/2006/main">
              <a:ext uri="{FF2B5EF4-FFF2-40B4-BE49-F238E27FC236}">
                <a16:creationId xmlns:a16="http://schemas.microsoft.com/office/drawing/2014/main" id="{19AA046E-FE30-4AD0-A977-ED327568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28925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这段窗口内，预缓冲数据可能按全增益输出</a:t>
            </a:r>
          </a:p>
        </p:txBody>
      </p:sp>
      <p:sp>
        <p:nvSpPr>
          <p:cNvPr id="12" name="line-311">
            <a:extLst xmlns:a="http://schemas.openxmlformats.org/drawingml/2006/main">
              <a:ext uri="{FF2B5EF4-FFF2-40B4-BE49-F238E27FC236}">
                <a16:creationId xmlns:a16="http://schemas.microsoft.com/office/drawing/2014/main" id="{1DC6D59D-38C1-4E6F-BABC-81CBD28B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67125"/>
            <a:ext cx="6191250" cy="9525"/>
          </a:xfrm>
          <a:custGeom xmlns:a="http://schemas.openxmlformats.org/drawingml/2006/main"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3" name="object-312">
            <a:extLst xmlns:a="http://schemas.openxmlformats.org/drawingml/2006/main">
              <a:ext uri="{FF2B5EF4-FFF2-40B4-BE49-F238E27FC236}">
                <a16:creationId xmlns:a16="http://schemas.microsoft.com/office/drawing/2014/main" id="{A0036366-0D0B-4019-9526-E14A8B9D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432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增益尚未按淡入设置</a:t>
            </a:r>
          </a:p>
        </p:txBody>
      </p:sp>
      <p:sp>
        <p:nvSpPr>
          <p:cNvPr id="14" name="object-313">
            <a:extLst xmlns:a="http://schemas.openxmlformats.org/drawingml/2006/main">
              <a:ext uri="{FF2B5EF4-FFF2-40B4-BE49-F238E27FC236}">
                <a16:creationId xmlns:a16="http://schemas.microsoft.com/office/drawing/2014/main" id="{D4DA2307-CDEF-4ABE-98C6-C2DA881E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81300"/>
            <a:ext cx="166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到这时</a:t>
            </a:r>
          </a:p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才设置淡入</a:t>
            </a:r>
          </a:p>
        </p:txBody>
      </p:sp>
      <p:sp>
        <p:nvSpPr>
          <p:cNvPr id="15" name="reveal1-line-314">
            <a:extLst xmlns:a="http://schemas.openxmlformats.org/drawingml/2006/main">
              <a:ext uri="{FF2B5EF4-FFF2-40B4-BE49-F238E27FC236}">
                <a16:creationId xmlns:a16="http://schemas.microsoft.com/office/drawing/2014/main" id="{1E73020E-D571-43A5-9E36-00E70745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" name="reveal1-object-315">
            <a:extLst xmlns:a="http://schemas.openxmlformats.org/drawingml/2006/main">
              <a:ext uri="{FF2B5EF4-FFF2-40B4-BE49-F238E27FC236}">
                <a16:creationId xmlns:a16="http://schemas.microsoft.com/office/drawing/2014/main" id="{8E75DC74-D7CB-4D84-BAD7-1B61574A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实际处理顺序</a:t>
            </a:r>
          </a:p>
        </p:txBody>
      </p:sp>
      <p:sp>
        <p:nvSpPr>
          <p:cNvPr id="17" name="reveal1-object-316">
            <a:extLst xmlns:a="http://schemas.openxmlformats.org/drawingml/2006/main">
              <a:ext uri="{FF2B5EF4-FFF2-40B4-BE49-F238E27FC236}">
                <a16:creationId xmlns:a16="http://schemas.microsoft.com/office/drawing/2014/main" id="{3BB6C28A-45B6-4CEC-9A9D-4A0B6948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95800"/>
            <a:ext cx="1952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veal1-object-317">
            <a:extLst xmlns:a="http://schemas.openxmlformats.org/drawingml/2006/main">
              <a:ext uri="{FF2B5EF4-FFF2-40B4-BE49-F238E27FC236}">
                <a16:creationId xmlns:a16="http://schemas.microsoft.com/office/drawing/2014/main" id="{A533E505-FDA9-4D10-8F86-7FCCA969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52950"/>
            <a:ext cx="17240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先设置淡入</a:t>
            </a:r>
          </a:p>
        </p:txBody>
      </p:sp>
      <p:sp>
        <p:nvSpPr>
          <p:cNvPr id="19" name="reveal1-line-318">
            <a:extLst xmlns:a="http://schemas.openxmlformats.org/drawingml/2006/main">
              <a:ext uri="{FF2B5EF4-FFF2-40B4-BE49-F238E27FC236}">
                <a16:creationId xmlns:a16="http://schemas.microsoft.com/office/drawing/2014/main" id="{B3EF7621-5A48-4D29-A9FB-A3D972CA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0" name="reveal1-line-319">
            <a:extLst xmlns:a="http://schemas.openxmlformats.org/drawingml/2006/main">
              <a:ext uri="{FF2B5EF4-FFF2-40B4-BE49-F238E27FC236}">
                <a16:creationId xmlns:a16="http://schemas.microsoft.com/office/drawing/2014/main" id="{365C70B3-A13A-43CB-910F-D7A2E1A3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1" name="reveal1-line-320">
            <a:extLst xmlns:a="http://schemas.openxmlformats.org/drawingml/2006/main">
              <a:ext uri="{FF2B5EF4-FFF2-40B4-BE49-F238E27FC236}">
                <a16:creationId xmlns:a16="http://schemas.microsoft.com/office/drawing/2014/main" id="{3B6AA790-B0F4-4852-A1EB-602C9DCA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2" name="reveal1-line-321">
            <a:extLst xmlns:a="http://schemas.openxmlformats.org/drawingml/2006/main">
              <a:ext uri="{FF2B5EF4-FFF2-40B4-BE49-F238E27FC236}">
                <a16:creationId xmlns:a16="http://schemas.microsoft.com/office/drawing/2014/main" id="{2D4BA405-80F0-433F-9C4A-29044A15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3" name="reveal1-line-322">
            <a:extLst xmlns:a="http://schemas.openxmlformats.org/drawingml/2006/main">
              <a:ext uri="{FF2B5EF4-FFF2-40B4-BE49-F238E27FC236}">
                <a16:creationId xmlns:a16="http://schemas.microsoft.com/office/drawing/2014/main" id="{D3B0CA05-AC0F-427F-80A8-1B64163B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23">
            <a:extLst xmlns:a="http://schemas.openxmlformats.org/drawingml/2006/main">
              <a:ext uri="{FF2B5EF4-FFF2-40B4-BE49-F238E27FC236}">
                <a16:creationId xmlns:a16="http://schemas.microsoft.com/office/drawing/2014/main" id="{77CE811D-7562-47B4-B42B-DD130661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24">
            <a:extLst xmlns:a="http://schemas.openxmlformats.org/drawingml/2006/main">
              <a:ext uri="{FF2B5EF4-FFF2-40B4-BE49-F238E27FC236}">
                <a16:creationId xmlns:a16="http://schemas.microsoft.com/office/drawing/2014/main" id="{FDBD29A8-6D41-4F2C-9053-D593148A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43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6" name="reveal1-line-325">
            <a:extLst xmlns:a="http://schemas.openxmlformats.org/drawingml/2006/main">
              <a:ext uri="{FF2B5EF4-FFF2-40B4-BE49-F238E27FC236}">
                <a16:creationId xmlns:a16="http://schemas.microsoft.com/office/drawing/2014/main" id="{64DBA767-0413-4703-9C8F-D6DBF0AA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02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7" name="reveal1-object-326">
            <a:extLst xmlns:a="http://schemas.openxmlformats.org/drawingml/2006/main">
              <a:ext uri="{FF2B5EF4-FFF2-40B4-BE49-F238E27FC236}">
                <a16:creationId xmlns:a16="http://schemas.microsoft.com/office/drawing/2014/main" id="{4F21D57E-BFC2-4FD9-9D6A-8BCDA873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05325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再启动会话音效</a:t>
            </a:r>
          </a:p>
        </p:txBody>
      </p:sp>
      <p:sp>
        <p:nvSpPr>
          <p:cNvPr id="28" name="reveal1-line-327">
            <a:extLst xmlns:a="http://schemas.openxmlformats.org/drawingml/2006/main">
              <a:ext uri="{FF2B5EF4-FFF2-40B4-BE49-F238E27FC236}">
                <a16:creationId xmlns:a16="http://schemas.microsoft.com/office/drawing/2014/main" id="{E31ECFC2-72D6-4759-B6BE-60C7591B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6191250" cy="400050"/>
          </a:xfrm>
          <a:custGeom xmlns:a="http://schemas.openxmlformats.org/drawingml/2006/main">
            <a:pathLst>
              <a:path w="6191250" h="400050">
                <a:moveTo>
                  <a:pt x="0" y="40005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9" name="reveal1-object-328">
            <a:extLst xmlns:a="http://schemas.openxmlformats.org/drawingml/2006/main">
              <a:ext uri="{FF2B5EF4-FFF2-40B4-BE49-F238E27FC236}">
                <a16:creationId xmlns:a16="http://schemas.microsoft.com/office/drawing/2014/main" id="{0E1789CB-A05D-4B71-ADFF-9D83D4E7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72452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示意：已有数据按淡入处理</a:t>
            </a:r>
          </a:p>
        </p:txBody>
      </p:sp>
      <p:sp>
        <p:nvSpPr>
          <p:cNvPr id="30" name="object-329">
            <a:extLst xmlns:a="http://schemas.openxmlformats.org/drawingml/2006/main">
              <a:ext uri="{FF2B5EF4-FFF2-40B4-BE49-F238E27FC236}">
                <a16:creationId xmlns:a16="http://schemas.microsoft.com/office/drawing/2014/main" id="{3B5299C0-06CB-4165-9068-B9B4AC7C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上行为假设的错误顺序，下行为实际顺序；增益曲线仅示意，不表达淡入时长。</a:t>
            </a:r>
          </a:p>
        </p:txBody>
      </p:sp>
      <p:sp>
        <p:nvSpPr>
          <p:cNvPr id="31" name="object-330">
            <a:extLst xmlns:a="http://schemas.openxmlformats.org/drawingml/2006/main">
              <a:ext uri="{FF2B5EF4-FFF2-40B4-BE49-F238E27FC236}">
                <a16:creationId xmlns:a16="http://schemas.microsoft.com/office/drawing/2014/main" id="{570BCEB5-967D-41B9-B74C-94CEE70A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610695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object-331">
            <a:extLst xmlns:a="http://schemas.openxmlformats.org/drawingml/2006/main">
              <a:ext uri="{FF2B5EF4-FFF2-40B4-BE49-F238E27FC236}">
                <a16:creationId xmlns:a16="http://schemas.microsoft.com/office/drawing/2014/main" id="{61357E9F-1D1B-4A74-872C-6C2DF3F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切到耳机，哪些东西变了？</a:t>
            </a:r>
          </a:p>
        </p:txBody>
      </p:sp>
      <p:sp>
        <p:nvSpPr>
          <p:cNvPr id="2" name="object-332">
            <a:extLst xmlns:a="http://schemas.openxmlformats.org/drawingml/2006/main">
              <a:ext uri="{FF2B5EF4-FFF2-40B4-BE49-F238E27FC236}">
                <a16:creationId xmlns:a16="http://schemas.microsoft.com/office/drawing/2014/main" id="{1E058146-1470-4EF8-A19D-0D06F52D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同一路音乐保留下来，设备归属和处理连接随目标变化。</a:t>
            </a:r>
          </a:p>
        </p:txBody>
      </p:sp>
      <p:sp>
        <p:nvSpPr>
          <p:cNvPr id="3" name="line-333">
            <a:extLst xmlns:a="http://schemas.openxmlformats.org/drawingml/2006/main">
              <a:ext uri="{FF2B5EF4-FFF2-40B4-BE49-F238E27FC236}">
                <a16:creationId xmlns:a16="http://schemas.microsoft.com/office/drawing/2014/main" id="{B1C1E37B-F6F2-4250-AF19-9043E360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" name="line-334">
            <a:extLst xmlns:a="http://schemas.openxmlformats.org/drawingml/2006/main">
              <a:ext uri="{FF2B5EF4-FFF2-40B4-BE49-F238E27FC236}">
                <a16:creationId xmlns:a16="http://schemas.microsoft.com/office/drawing/2014/main" id="{550DFD1D-F383-4B11-8243-00BBB232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" name="object-335">
            <a:extLst xmlns:a="http://schemas.openxmlformats.org/drawingml/2006/main">
              <a:ext uri="{FF2B5EF4-FFF2-40B4-BE49-F238E27FC236}">
                <a16:creationId xmlns:a16="http://schemas.microsoft.com/office/drawing/2014/main" id="{2AE9E03E-A800-41BF-A457-B72440F3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① 切换前</a:t>
            </a:r>
          </a:p>
        </p:txBody>
      </p:sp>
      <p:sp>
        <p:nvSpPr>
          <p:cNvPr id="6" name="object-336">
            <a:extLst xmlns:a="http://schemas.openxmlformats.org/drawingml/2006/main">
              <a:ext uri="{FF2B5EF4-FFF2-40B4-BE49-F238E27FC236}">
                <a16:creationId xmlns:a16="http://schemas.microsoft.com/office/drawing/2014/main" id="{34B03827-8C17-482A-8AF7-A3C0AEA1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907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337">
            <a:extLst xmlns:a="http://schemas.openxmlformats.org/drawingml/2006/main">
              <a:ext uri="{FF2B5EF4-FFF2-40B4-BE49-F238E27FC236}">
                <a16:creationId xmlns:a16="http://schemas.microsoft.com/office/drawing/2014/main" id="{49AEE535-CF90-4C22-B6CE-405C164B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478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8" name="line-338">
            <a:extLst xmlns:a="http://schemas.openxmlformats.org/drawingml/2006/main">
              <a:ext uri="{FF2B5EF4-FFF2-40B4-BE49-F238E27FC236}">
                <a16:creationId xmlns:a16="http://schemas.microsoft.com/office/drawing/2014/main" id="{34E5F652-DB34-4BD1-876B-4E7E1CB9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098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9" name="line-339">
            <a:extLst xmlns:a="http://schemas.openxmlformats.org/drawingml/2006/main">
              <a:ext uri="{FF2B5EF4-FFF2-40B4-BE49-F238E27FC236}">
                <a16:creationId xmlns:a16="http://schemas.microsoft.com/office/drawing/2014/main" id="{C658AE6B-2688-4650-A5B4-1C439B4F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0" name="line-340">
            <a:extLst xmlns:a="http://schemas.openxmlformats.org/drawingml/2006/main">
              <a:ext uri="{FF2B5EF4-FFF2-40B4-BE49-F238E27FC236}">
                <a16:creationId xmlns:a16="http://schemas.microsoft.com/office/drawing/2014/main" id="{6EF16601-C4F0-4985-9F92-350CB32F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1" name="object-341">
            <a:extLst xmlns:a="http://schemas.openxmlformats.org/drawingml/2006/main">
              <a:ext uri="{FF2B5EF4-FFF2-40B4-BE49-F238E27FC236}">
                <a16:creationId xmlns:a16="http://schemas.microsoft.com/office/drawing/2014/main" id="{20B92059-F600-4B07-A47B-B7764D77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43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342">
            <a:extLst xmlns:a="http://schemas.openxmlformats.org/drawingml/2006/main">
              <a:ext uri="{FF2B5EF4-FFF2-40B4-BE49-F238E27FC236}">
                <a16:creationId xmlns:a16="http://schemas.microsoft.com/office/drawing/2014/main" id="{C2C88645-B954-4F0A-AC55-2C8F3B7C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002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扬声器侧处理链</a:t>
            </a:r>
          </a:p>
        </p:txBody>
      </p:sp>
      <p:sp>
        <p:nvSpPr>
          <p:cNvPr id="13" name="line-343">
            <a:extLst xmlns:a="http://schemas.openxmlformats.org/drawingml/2006/main">
              <a:ext uri="{FF2B5EF4-FFF2-40B4-BE49-F238E27FC236}">
                <a16:creationId xmlns:a16="http://schemas.microsoft.com/office/drawing/2014/main" id="{3FC64FBF-A988-4A91-B812-E276B1AA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4" name="line-344">
            <a:extLst xmlns:a="http://schemas.openxmlformats.org/drawingml/2006/main">
              <a:ext uri="{FF2B5EF4-FFF2-40B4-BE49-F238E27FC236}">
                <a16:creationId xmlns:a16="http://schemas.microsoft.com/office/drawing/2014/main" id="{E6A83646-4049-4998-BD6F-513646EF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5" name="line-345">
            <a:extLst xmlns:a="http://schemas.openxmlformats.org/drawingml/2006/main">
              <a:ext uri="{FF2B5EF4-FFF2-40B4-BE49-F238E27FC236}">
                <a16:creationId xmlns:a16="http://schemas.microsoft.com/office/drawing/2014/main" id="{386A1C32-4872-4AAA-A210-E23FF53D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6" name="object-346">
            <a:extLst xmlns:a="http://schemas.openxmlformats.org/drawingml/2006/main">
              <a:ext uri="{FF2B5EF4-FFF2-40B4-BE49-F238E27FC236}">
                <a16:creationId xmlns:a16="http://schemas.microsoft.com/office/drawing/2014/main" id="{CC2B7C42-D9C8-4114-B4C7-57EE085D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907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扬声器出声</a:t>
            </a:r>
          </a:p>
        </p:txBody>
      </p:sp>
      <p:sp>
        <p:nvSpPr>
          <p:cNvPr id="17" name="object-347">
            <a:extLst xmlns:a="http://schemas.openxmlformats.org/drawingml/2006/main">
              <a:ext uri="{FF2B5EF4-FFF2-40B4-BE49-F238E27FC236}">
                <a16:creationId xmlns:a16="http://schemas.microsoft.com/office/drawing/2014/main" id="{55E49AD8-DDB8-4B65-A2FD-2835D111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146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会话归属：扬声器</a:t>
            </a:r>
          </a:p>
        </p:txBody>
      </p:sp>
      <p:sp>
        <p:nvSpPr>
          <p:cNvPr id="18" name="reveal1-object-348">
            <a:extLst xmlns:a="http://schemas.openxmlformats.org/drawingml/2006/main">
              <a:ext uri="{FF2B5EF4-FFF2-40B4-BE49-F238E27FC236}">
                <a16:creationId xmlns:a16="http://schemas.microsoft.com/office/drawing/2014/main" id="{5FB485A1-20D0-4F58-A34D-F9A7FA24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② 交接中</a:t>
            </a:r>
          </a:p>
        </p:txBody>
      </p:sp>
      <p:sp>
        <p:nvSpPr>
          <p:cNvPr id="19" name="reveal1-object-349">
            <a:extLst xmlns:a="http://schemas.openxmlformats.org/drawingml/2006/main">
              <a:ext uri="{FF2B5EF4-FFF2-40B4-BE49-F238E27FC236}">
                <a16:creationId xmlns:a16="http://schemas.microsoft.com/office/drawing/2014/main" id="{8795D4FF-DF30-4841-B162-CE7D5590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3813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veal1-object-350">
            <a:extLst xmlns:a="http://schemas.openxmlformats.org/drawingml/2006/main">
              <a:ext uri="{FF2B5EF4-FFF2-40B4-BE49-F238E27FC236}">
                <a16:creationId xmlns:a16="http://schemas.microsoft.com/office/drawing/2014/main" id="{48FBC204-928A-4589-BE63-CF09C579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385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21" name="reveal1-line-351">
            <a:extLst xmlns:a="http://schemas.openxmlformats.org/drawingml/2006/main">
              <a:ext uri="{FF2B5EF4-FFF2-40B4-BE49-F238E27FC236}">
                <a16:creationId xmlns:a16="http://schemas.microsoft.com/office/drawing/2014/main" id="{8E208462-654D-4DAB-93DB-2D69679F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90925"/>
            <a:ext cx="342900" cy="9525"/>
          </a:xfrm>
          <a:custGeom xmlns:a="http://schemas.openxmlformats.org/drawingml/2006/main"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22" name="reveal1-line-352">
            <a:extLst xmlns:a="http://schemas.openxmlformats.org/drawingml/2006/main">
              <a:ext uri="{FF2B5EF4-FFF2-40B4-BE49-F238E27FC236}">
                <a16:creationId xmlns:a16="http://schemas.microsoft.com/office/drawing/2014/main" id="{0A8CD923-A264-4F85-8961-A4F0F406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0" y="0"/>
                </a:moveTo>
                <a:lnTo>
                  <a:pt x="19050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3" name="reveal1-line-353">
            <a:extLst xmlns:a="http://schemas.openxmlformats.org/drawingml/2006/main">
              <a:ext uri="{FF2B5EF4-FFF2-40B4-BE49-F238E27FC236}">
                <a16:creationId xmlns:a16="http://schemas.microsoft.com/office/drawing/2014/main" id="{F1264203-75C9-4D46-BAEB-3DAF96D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19050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4" name="reveal1-object-354">
            <a:extLst xmlns:a="http://schemas.openxmlformats.org/drawingml/2006/main">
              <a:ext uri="{FF2B5EF4-FFF2-40B4-BE49-F238E27FC236}">
                <a16:creationId xmlns:a16="http://schemas.microsoft.com/office/drawing/2014/main" id="{DB4B6FA2-031C-4149-BEFB-4DAEE271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摘除旧连接，交接同一个会话</a:t>
            </a:r>
          </a:p>
        </p:txBody>
      </p:sp>
      <p:sp>
        <p:nvSpPr>
          <p:cNvPr id="25" name="reveal1-object-355">
            <a:extLst xmlns:a="http://schemas.openxmlformats.org/drawingml/2006/main">
              <a:ext uri="{FF2B5EF4-FFF2-40B4-BE49-F238E27FC236}">
                <a16:creationId xmlns:a16="http://schemas.microsoft.com/office/drawing/2014/main" id="{1B7D66E3-F0F5-457E-ABA4-E5F6A4C1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52825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设备信息改为耳机；处理帧长按目标条件调整</a:t>
            </a:r>
          </a:p>
        </p:txBody>
      </p:sp>
      <p:sp>
        <p:nvSpPr>
          <p:cNvPr id="26" name="reveal2-object-356">
            <a:extLst xmlns:a="http://schemas.openxmlformats.org/drawingml/2006/main">
              <a:ext uri="{FF2B5EF4-FFF2-40B4-BE49-F238E27FC236}">
                <a16:creationId xmlns:a16="http://schemas.microsoft.com/office/drawing/2014/main" id="{71509EF6-E201-4C47-944F-54823A8F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③ 接入后</a:t>
            </a:r>
          </a:p>
        </p:txBody>
      </p:sp>
      <p:sp>
        <p:nvSpPr>
          <p:cNvPr id="27" name="reveal2-object-357">
            <a:extLst xmlns:a="http://schemas.openxmlformats.org/drawingml/2006/main">
              <a:ext uri="{FF2B5EF4-FFF2-40B4-BE49-F238E27FC236}">
                <a16:creationId xmlns:a16="http://schemas.microsoft.com/office/drawing/2014/main" id="{55D9F4DC-3649-47B4-B1D1-E7482B550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482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eveal2-object-358">
            <a:extLst xmlns:a="http://schemas.openxmlformats.org/drawingml/2006/main">
              <a:ext uri="{FF2B5EF4-FFF2-40B4-BE49-F238E27FC236}">
                <a16:creationId xmlns:a16="http://schemas.microsoft.com/office/drawing/2014/main" id="{1EAE787E-E4CE-4B54-9DC7-ED01660F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053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29" name="reveal2-line-359">
            <a:extLst xmlns:a="http://schemas.openxmlformats.org/drawingml/2006/main">
              <a:ext uri="{FF2B5EF4-FFF2-40B4-BE49-F238E27FC236}">
                <a16:creationId xmlns:a16="http://schemas.microsoft.com/office/drawing/2014/main" id="{6330D2D7-CC35-4C2A-B566-D4A80B4A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673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0" name="reveal2-line-360">
            <a:extLst xmlns:a="http://schemas.openxmlformats.org/drawingml/2006/main">
              <a:ext uri="{FF2B5EF4-FFF2-40B4-BE49-F238E27FC236}">
                <a16:creationId xmlns:a16="http://schemas.microsoft.com/office/drawing/2014/main" id="{84320DC0-3484-4CCB-8B04-213C23F7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1" name="reveal2-line-361">
            <a:extLst xmlns:a="http://schemas.openxmlformats.org/drawingml/2006/main">
              <a:ext uri="{FF2B5EF4-FFF2-40B4-BE49-F238E27FC236}">
                <a16:creationId xmlns:a16="http://schemas.microsoft.com/office/drawing/2014/main" id="{3FF713C5-675A-4FCE-8065-B6864880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2" name="reveal2-object-362">
            <a:extLst xmlns:a="http://schemas.openxmlformats.org/drawingml/2006/main">
              <a:ext uri="{FF2B5EF4-FFF2-40B4-BE49-F238E27FC236}">
                <a16:creationId xmlns:a16="http://schemas.microsoft.com/office/drawing/2014/main" id="{D63E49E5-E7DD-4668-BAE0-1E0B91A4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006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veal2-object-363">
            <a:extLst xmlns:a="http://schemas.openxmlformats.org/drawingml/2006/main">
              <a:ext uri="{FF2B5EF4-FFF2-40B4-BE49-F238E27FC236}">
                <a16:creationId xmlns:a16="http://schemas.microsoft.com/office/drawing/2014/main" id="{76D33424-377D-4C1D-A44C-F3673F39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857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耳机侧处理链</a:t>
            </a:r>
          </a:p>
        </p:txBody>
      </p:sp>
      <p:sp>
        <p:nvSpPr>
          <p:cNvPr id="34" name="reveal2-line-364">
            <a:extLst xmlns:a="http://schemas.openxmlformats.org/drawingml/2006/main">
              <a:ext uri="{FF2B5EF4-FFF2-40B4-BE49-F238E27FC236}">
                <a16:creationId xmlns:a16="http://schemas.microsoft.com/office/drawing/2014/main" id="{3C410425-3F9B-4CD5-92AB-0D4DD44C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5" name="reveal2-line-365">
            <a:extLst xmlns:a="http://schemas.openxmlformats.org/drawingml/2006/main">
              <a:ext uri="{FF2B5EF4-FFF2-40B4-BE49-F238E27FC236}">
                <a16:creationId xmlns:a16="http://schemas.microsoft.com/office/drawing/2014/main" id="{6386B1E9-BA48-4E05-AAE0-84AAA695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6" name="reveal2-line-366">
            <a:extLst xmlns:a="http://schemas.openxmlformats.org/drawingml/2006/main">
              <a:ext uri="{FF2B5EF4-FFF2-40B4-BE49-F238E27FC236}">
                <a16:creationId xmlns:a16="http://schemas.microsoft.com/office/drawing/2014/main" id="{61F8E0F2-B80C-47EA-8B50-CC1CDA45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reveal2-object-367">
            <a:extLst xmlns:a="http://schemas.openxmlformats.org/drawingml/2006/main">
              <a:ext uri="{FF2B5EF4-FFF2-40B4-BE49-F238E27FC236}">
                <a16:creationId xmlns:a16="http://schemas.microsoft.com/office/drawing/2014/main" id="{0DE999A1-D0D8-4EB8-AC9B-58F54FDE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82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耳机输出</a:t>
            </a:r>
          </a:p>
        </p:txBody>
      </p:sp>
      <p:sp>
        <p:nvSpPr>
          <p:cNvPr id="38" name="reveal2-object-368">
            <a:extLst xmlns:a="http://schemas.openxmlformats.org/drawingml/2006/main">
              <a:ext uri="{FF2B5EF4-FFF2-40B4-BE49-F238E27FC236}">
                <a16:creationId xmlns:a16="http://schemas.microsoft.com/office/drawing/2014/main" id="{F6002A57-20A3-4168-92C0-E6762975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410200"/>
            <a:ext cx="619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会话归属更新；运行中的会话接入目标链</a:t>
            </a:r>
          </a:p>
        </p:txBody>
      </p:sp>
      <p:sp>
        <p:nvSpPr>
          <p:cNvPr id="39" name="object-369">
            <a:extLst xmlns:a="http://schemas.openxmlformats.org/drawingml/2006/main">
              <a:ext uri="{FF2B5EF4-FFF2-40B4-BE49-F238E27FC236}">
                <a16:creationId xmlns:a16="http://schemas.microsoft.com/office/drawing/2014/main" id="{AF742939-29C0-4F26-9889-D2C94698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普通迁移路径示意；交接中不承诺零间隙，接入成功也不等于声学输出已稳定。</a:t>
            </a:r>
          </a:p>
        </p:txBody>
      </p:sp>
      <p:sp>
        <p:nvSpPr>
          <p:cNvPr id="40" name="object-370">
            <a:extLst xmlns:a="http://schemas.openxmlformats.org/drawingml/2006/main">
              <a:ext uri="{FF2B5EF4-FFF2-40B4-BE49-F238E27FC236}">
                <a16:creationId xmlns:a16="http://schemas.microsoft.com/office/drawing/2014/main" id="{A859D521-3BEA-4FF6-BCF7-21BFB147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087107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2"/>
      <p:bldP spid="27" grpId="2"/>
      <p:bldP spid="28" grpId="2"/>
      <p:bldP spid="29" grpId="2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371">
            <a:extLst xmlns:a="http://schemas.openxmlformats.org/drawingml/2006/main">
              <a:ext uri="{FF2B5EF4-FFF2-40B4-BE49-F238E27FC236}">
                <a16:creationId xmlns:a16="http://schemas.microsoft.com/office/drawing/2014/main" id="{E5B4E023-6E61-4F7E-825B-A9CACAB1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再看这三个操作</a:t>
            </a:r>
          </a:p>
        </p:txBody>
      </p:sp>
      <p:sp>
        <p:nvSpPr>
          <p:cNvPr id="2" name="object-372">
            <a:extLst xmlns:a="http://schemas.openxmlformats.org/drawingml/2006/main">
              <a:ext uri="{FF2B5EF4-FFF2-40B4-BE49-F238E27FC236}">
                <a16:creationId xmlns:a16="http://schemas.microsoft.com/office/drawing/2014/main" id="{046979B7-D524-45E9-931D-B9FDEA20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回到这一路音乐，三个操作分别改变了什么？</a:t>
            </a:r>
          </a:p>
        </p:txBody>
      </p:sp>
      <p:sp>
        <p:nvSpPr>
          <p:cNvPr id="3" name="object-373">
            <a:extLst xmlns:a="http://schemas.openxmlformats.org/drawingml/2006/main">
              <a:ext uri="{FF2B5EF4-FFF2-40B4-BE49-F238E27FC236}">
                <a16:creationId xmlns:a16="http://schemas.microsoft.com/office/drawing/2014/main" id="{B5E2A670-803E-4F2E-A30C-96B2EB42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374">
            <a:extLst xmlns:a="http://schemas.openxmlformats.org/drawingml/2006/main">
              <a:ext uri="{FF2B5EF4-FFF2-40B4-BE49-F238E27FC236}">
                <a16:creationId xmlns:a16="http://schemas.microsoft.com/office/drawing/2014/main" id="{095AC3E1-A327-4043-BD32-287023C9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line-375">
            <a:extLst xmlns:a="http://schemas.openxmlformats.org/drawingml/2006/main">
              <a:ext uri="{FF2B5EF4-FFF2-40B4-BE49-F238E27FC236}">
                <a16:creationId xmlns:a16="http://schemas.microsoft.com/office/drawing/2014/main" id="{9295B569-DA2B-4A7E-8D9D-62AB19C9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48025"/>
            <a:ext cx="723900" cy="9525"/>
          </a:xfrm>
          <a:custGeom xmlns:a="http://schemas.openxmlformats.org/drawingml/2006/main">
            <a:pathLst>
              <a:path w="723900" h="9525">
                <a:moveTo>
                  <a:pt x="0" y="0"/>
                </a:moveTo>
                <a:lnTo>
                  <a:pt x="72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" name="line-376">
            <a:extLst xmlns:a="http://schemas.openxmlformats.org/drawingml/2006/main">
              <a:ext uri="{FF2B5EF4-FFF2-40B4-BE49-F238E27FC236}">
                <a16:creationId xmlns:a16="http://schemas.microsoft.com/office/drawing/2014/main" id="{0CBD71EA-452D-4E23-BD6E-291B7878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7" name="line-377">
            <a:extLst xmlns:a="http://schemas.openxmlformats.org/drawingml/2006/main">
              <a:ext uri="{FF2B5EF4-FFF2-40B4-BE49-F238E27FC236}">
                <a16:creationId xmlns:a16="http://schemas.microsoft.com/office/drawing/2014/main" id="{4938CCC9-FE9B-47CB-86EF-54F64326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8" name="object-378">
            <a:extLst xmlns:a="http://schemas.openxmlformats.org/drawingml/2006/main">
              <a:ext uri="{FF2B5EF4-FFF2-40B4-BE49-F238E27FC236}">
                <a16:creationId xmlns:a16="http://schemas.microsoft.com/office/drawing/2014/main" id="{3E61C48D-44BA-432D-BC3E-763D29F0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24175"/>
            <a:ext cx="1666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9" name="object-379">
            <a:extLst xmlns:a="http://schemas.openxmlformats.org/drawingml/2006/main">
              <a:ext uri="{FF2B5EF4-FFF2-40B4-BE49-F238E27FC236}">
                <a16:creationId xmlns:a16="http://schemas.microsoft.com/office/drawing/2014/main" id="{D5E52A19-C755-4CEE-B765-ADDED0B7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380">
            <a:extLst xmlns:a="http://schemas.openxmlformats.org/drawingml/2006/main">
              <a:ext uri="{FF2B5EF4-FFF2-40B4-BE49-F238E27FC236}">
                <a16:creationId xmlns:a16="http://schemas.microsoft.com/office/drawing/2014/main" id="{BFA4AC30-5DE3-4F24-BDB9-1A698706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381">
            <a:extLst xmlns:a="http://schemas.openxmlformats.org/drawingml/2006/main">
              <a:ext uri="{FF2B5EF4-FFF2-40B4-BE49-F238E27FC236}">
                <a16:creationId xmlns:a16="http://schemas.microsoft.com/office/drawing/2014/main" id="{D3ECC869-0324-48B8-978C-42F8877D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382">
            <a:extLst xmlns:a="http://schemas.openxmlformats.org/drawingml/2006/main">
              <a:ext uri="{FF2B5EF4-FFF2-40B4-BE49-F238E27FC236}">
                <a16:creationId xmlns:a16="http://schemas.microsoft.com/office/drawing/2014/main" id="{24E1009A-AD52-48F8-9B2A-76FC9DF4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383">
            <a:extLst xmlns:a="http://schemas.openxmlformats.org/drawingml/2006/main">
              <a:ext uri="{FF2B5EF4-FFF2-40B4-BE49-F238E27FC236}">
                <a16:creationId xmlns:a16="http://schemas.microsoft.com/office/drawing/2014/main" id="{B5ACD7BC-EF36-48FD-A7C0-3D7811CC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24175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bject-384">
            <a:extLst xmlns:a="http://schemas.openxmlformats.org/drawingml/2006/main">
              <a:ext uri="{FF2B5EF4-FFF2-40B4-BE49-F238E27FC236}">
                <a16:creationId xmlns:a16="http://schemas.microsoft.com/office/drawing/2014/main" id="{2029C914-4672-42CE-9262-ECAA4603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8132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5" name="object-385">
            <a:extLst xmlns:a="http://schemas.openxmlformats.org/drawingml/2006/main">
              <a:ext uri="{FF2B5EF4-FFF2-40B4-BE49-F238E27FC236}">
                <a16:creationId xmlns:a16="http://schemas.microsoft.com/office/drawing/2014/main" id="{23C75686-EB50-42BC-BC5C-739FE263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924175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-386">
            <a:extLst xmlns:a="http://schemas.openxmlformats.org/drawingml/2006/main">
              <a:ext uri="{FF2B5EF4-FFF2-40B4-BE49-F238E27FC236}">
                <a16:creationId xmlns:a16="http://schemas.microsoft.com/office/drawing/2014/main" id="{0415D5DB-ECBC-457C-9916-59E9ADBD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设备处理链</a:t>
            </a:r>
          </a:p>
        </p:txBody>
      </p:sp>
      <p:sp>
        <p:nvSpPr>
          <p:cNvPr id="17" name="line-387">
            <a:extLst xmlns:a="http://schemas.openxmlformats.org/drawingml/2006/main">
              <a:ext uri="{FF2B5EF4-FFF2-40B4-BE49-F238E27FC236}">
                <a16:creationId xmlns:a16="http://schemas.microsoft.com/office/drawing/2014/main" id="{7DA10F92-CA28-4033-90F3-2FE732DD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48025"/>
            <a:ext cx="762000" cy="9525"/>
          </a:xfrm>
          <a:custGeom xmlns:a="http://schemas.openxmlformats.org/drawingml/2006/main"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388">
            <a:extLst xmlns:a="http://schemas.openxmlformats.org/drawingml/2006/main">
              <a:ext uri="{FF2B5EF4-FFF2-40B4-BE49-F238E27FC236}">
                <a16:creationId xmlns:a16="http://schemas.microsoft.com/office/drawing/2014/main" id="{779C91AE-2C33-4134-9392-3BCA51AB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389">
            <a:extLst xmlns:a="http://schemas.openxmlformats.org/drawingml/2006/main">
              <a:ext uri="{FF2B5EF4-FFF2-40B4-BE49-F238E27FC236}">
                <a16:creationId xmlns:a16="http://schemas.microsoft.com/office/drawing/2014/main" id="{30E6FA04-FA6E-40C2-9180-190611E1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390">
            <a:extLst xmlns:a="http://schemas.openxmlformats.org/drawingml/2006/main">
              <a:ext uri="{FF2B5EF4-FFF2-40B4-BE49-F238E27FC236}">
                <a16:creationId xmlns:a16="http://schemas.microsoft.com/office/drawing/2014/main" id="{5D12CED1-8DDD-4FE8-A7D9-EEF3D1DD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48025"/>
            <a:ext cx="1409700" cy="9525"/>
          </a:xfrm>
          <a:custGeom xmlns:a="http://schemas.openxmlformats.org/drawingml/2006/main"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391">
            <a:extLst xmlns:a="http://schemas.openxmlformats.org/drawingml/2006/main">
              <a:ext uri="{FF2B5EF4-FFF2-40B4-BE49-F238E27FC236}">
                <a16:creationId xmlns:a16="http://schemas.microsoft.com/office/drawing/2014/main" id="{59903FD2-8445-4B6F-BC9D-CDC6EA40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392">
            <a:extLst xmlns:a="http://schemas.openxmlformats.org/drawingml/2006/main">
              <a:ext uri="{FF2B5EF4-FFF2-40B4-BE49-F238E27FC236}">
                <a16:creationId xmlns:a16="http://schemas.microsoft.com/office/drawing/2014/main" id="{EB6D8B8A-0AEF-445F-8BD7-9FD218E2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393">
            <a:extLst xmlns:a="http://schemas.openxmlformats.org/drawingml/2006/main">
              <a:ext uri="{FF2B5EF4-FFF2-40B4-BE49-F238E27FC236}">
                <a16:creationId xmlns:a16="http://schemas.microsoft.com/office/drawing/2014/main" id="{498F2F4B-3EDE-4C5C-AA0B-0299CA11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019175" cy="9525"/>
          </a:xfrm>
          <a:custGeom xmlns:a="http://schemas.openxmlformats.org/drawingml/2006/main">
            <a:pathLst>
              <a:path w="1019175" h="9525">
                <a:moveTo>
                  <a:pt x="0" y="0"/>
                </a:moveTo>
                <a:lnTo>
                  <a:pt x="1019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394">
            <a:extLst xmlns:a="http://schemas.openxmlformats.org/drawingml/2006/main">
              <a:ext uri="{FF2B5EF4-FFF2-40B4-BE49-F238E27FC236}">
                <a16:creationId xmlns:a16="http://schemas.microsoft.com/office/drawing/2014/main" id="{1D432907-2D0F-4778-BAD7-C0EAE168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395">
            <a:extLst xmlns:a="http://schemas.openxmlformats.org/drawingml/2006/main">
              <a:ext uri="{FF2B5EF4-FFF2-40B4-BE49-F238E27FC236}">
                <a16:creationId xmlns:a16="http://schemas.microsoft.com/office/drawing/2014/main" id="{B8F16D30-6372-4F24-9A49-FBF7EEB8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reveal1-object-396">
            <a:extLst xmlns:a="http://schemas.openxmlformats.org/drawingml/2006/main">
              <a:ext uri="{FF2B5EF4-FFF2-40B4-BE49-F238E27FC236}">
                <a16:creationId xmlns:a16="http://schemas.microsoft.com/office/drawing/2014/main" id="{54FDC260-BD74-4239-868A-0802EC8C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27" name="reveal1-object-397">
            <a:extLst xmlns:a="http://schemas.openxmlformats.org/drawingml/2006/main">
              <a:ext uri="{FF2B5EF4-FFF2-40B4-BE49-F238E27FC236}">
                <a16:creationId xmlns:a16="http://schemas.microsoft.com/office/drawing/2014/main" id="{BCC6AE46-13CE-4D1E-AA96-5F0BB6F8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完成淡出，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再断开输入。</a:t>
            </a:r>
          </a:p>
        </p:txBody>
      </p:sp>
      <p:sp>
        <p:nvSpPr>
          <p:cNvPr id="28" name="reveal1-object-398">
            <a:extLst xmlns:a="http://schemas.openxmlformats.org/drawingml/2006/main">
              <a:ext uri="{FF2B5EF4-FFF2-40B4-BE49-F238E27FC236}">
                <a16:creationId xmlns:a16="http://schemas.microsoft.com/office/drawing/2014/main" id="{9E409AFC-EE5A-4AE1-A542-20D73029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29" name="reveal1-object-399">
            <a:extLst xmlns:a="http://schemas.openxmlformats.org/drawingml/2006/main">
              <a:ext uri="{FF2B5EF4-FFF2-40B4-BE49-F238E27FC236}">
                <a16:creationId xmlns:a16="http://schemas.microsoft.com/office/drawing/2014/main" id="{C9CEA858-DFD7-43B9-B3C4-AA7D9DB1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执行旧请求前，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确认是否已恢复。</a:t>
            </a:r>
          </a:p>
        </p:txBody>
      </p:sp>
      <p:sp>
        <p:nvSpPr>
          <p:cNvPr id="30" name="reveal1-object-400">
            <a:extLst xmlns:a="http://schemas.openxmlformats.org/drawingml/2006/main">
              <a:ext uri="{FF2B5EF4-FFF2-40B4-BE49-F238E27FC236}">
                <a16:creationId xmlns:a16="http://schemas.microsoft.com/office/drawing/2014/main" id="{F3376A32-BD59-47CA-9DA6-6483B472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243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31" name="reveal1-object-401">
            <a:extLst xmlns:a="http://schemas.openxmlformats.org/drawingml/2006/main">
              <a:ext uri="{FF2B5EF4-FFF2-40B4-BE49-F238E27FC236}">
                <a16:creationId xmlns:a16="http://schemas.microsoft.com/office/drawing/2014/main" id="{A8ED555D-83A6-4529-9828-F9FA32CF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600575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交接同一个会话，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接入目标设备链。</a:t>
            </a:r>
          </a:p>
        </p:txBody>
      </p:sp>
      <p:sp>
        <p:nvSpPr>
          <p:cNvPr id="32" name="reveal2-line-402">
            <a:extLst xmlns:a="http://schemas.openxmlformats.org/drawingml/2006/main">
              <a:ext uri="{FF2B5EF4-FFF2-40B4-BE49-F238E27FC236}">
                <a16:creationId xmlns:a16="http://schemas.microsoft.com/office/drawing/2014/main" id="{A149B6D9-8E55-4903-9103-5B0ED9CB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33" name="reveal2-object-403">
            <a:extLst xmlns:a="http://schemas.openxmlformats.org/drawingml/2006/main">
              <a:ext uri="{FF2B5EF4-FFF2-40B4-BE49-F238E27FC236}">
                <a16:creationId xmlns:a16="http://schemas.microsoft.com/office/drawing/2014/main" id="{7244B696-AAD4-4762-B19E-C54BF948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这些动作都要及时完成，线程与队列该怎样组织？</a:t>
            </a:r>
          </a:p>
        </p:txBody>
      </p:sp>
      <p:sp>
        <p:nvSpPr>
          <p:cNvPr id="34" name="object-404">
            <a:extLst xmlns:a="http://schemas.openxmlformats.org/drawingml/2006/main">
              <a:ext uri="{FF2B5EF4-FFF2-40B4-BE49-F238E27FC236}">
                <a16:creationId xmlns:a16="http://schemas.microsoft.com/office/drawing/2014/main" id="{DA63E031-FD8C-4D09-A7C2-FFB1F8C3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下一部分：在相同普通输出路径下，对比 PA 与 HPAE 的执行组织。</a:t>
            </a:r>
          </a:p>
        </p:txBody>
      </p:sp>
      <p:sp>
        <p:nvSpPr>
          <p:cNvPr id="35" name="object-405">
            <a:extLst xmlns:a="http://schemas.openxmlformats.org/drawingml/2006/main">
              <a:ext uri="{FF2B5EF4-FFF2-40B4-BE49-F238E27FC236}">
                <a16:creationId xmlns:a16="http://schemas.microsoft.com/office/drawing/2014/main" id="{84510F1E-9344-4862-A4A2-CC94001E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470050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1"/>
      <p:bldP spid="27" grpId="1"/>
      <p:bldP spid="28" grpId="1"/>
      <p:bldP spid="29" grpId="1"/>
      <p:bldP spid="30" grpId="1"/>
      <p:bldP spid="31" grpId="1"/>
      <p:bldP spid="32" grpId="2"/>
      <p:bldP spid="33" grpId="2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2026-10-21T00:04:51.5210000Z</dcterms:created>
  <dcterms:modified xsi:type="dcterms:W3CDTF">2026-10-21T00:04:51.5220000Z</dcterms:modified>
</coreProperties>
</file>