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67f2a6e9ac484c" /><Relationship Type="http://schemas.openxmlformats.org/officeDocument/2006/relationships/extended-properties" Target="/docProps/app.xml" Id="R8d84fa72c9b8483d" /><Relationship Type="http://schemas.openxmlformats.org/officeDocument/2006/relationships/officeDocument" Target="/ppt/presentation.xml" Id="R2f0bf07399cd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4cca798184fd1"/>
  </p:sldMasterIdLst>
  <p:notesMasterIdLst>
    <p:notesMasterId xmlns:r="http://schemas.openxmlformats.org/officeDocument/2006/relationships" r:id="Re750244cfdad40b6"/>
  </p:notesMasterIdLst>
  <p:sldIdLst>
    <p:sldId xmlns:r="http://schemas.openxmlformats.org/officeDocument/2006/relationships" id="256" r:id="Rebb0e7f7714a4a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a9188a60f4604" /><Relationship Type="http://schemas.openxmlformats.org/officeDocument/2006/relationships/slideMaster" Target="/ppt/slideMasters/slideMaster1.xml" Id="R39c4cca798184fd1" /><Relationship Type="http://schemas.openxmlformats.org/officeDocument/2006/relationships/notesMaster" Target="/ppt/notesMasters/notesMaster1.xml" Id="Re750244cfdad40b6" /><Relationship Type="http://schemas.openxmlformats.org/officeDocument/2006/relationships/presProps" Target="/ppt/presProps.xml" Id="R380e40ca2eb24a37" /><Relationship Type="http://schemas.openxmlformats.org/officeDocument/2006/relationships/tableStyles" Target="/ppt/tableStyles.xml" Id="Rb4f6809f806f4bc3" /><Relationship Type="http://schemas.openxmlformats.org/officeDocument/2006/relationships/slide" Target="/ppt/slides/slide1.xml" Id="Rebb0e7f7714a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bceb4a63340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945d186f4b4a3c" /><Relationship Type="http://schemas.openxmlformats.org/officeDocument/2006/relationships/notesMaster" Target="/ppt/notesMasters/notesMaster1.xml" Id="R88b49ee1ab5040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最后回到 PreeAudio 引擎本身，把今天的内容收在三个设计选择上。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第一，是怎样组织处理。格式转换、增益、混音和音效可以由不同节点承担，再通过 Cluster 把相关节点组合起来。这样，算法有自己的处理职责，外部也能按一组相关处理来管理管线。前面讲的模板方法和组合思想，都是在帮助这类处理复用和组织。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第二，是怎样把控制和持续处理衔接起来。Manager 管理流、连接和运行状态。我们看到的普通有处理线程路径，会把 Start 等操作封装为请求，提交到相应工作上下文，工作循环先处理消息，再处理音频数据。请求提交和实际执行是两个时刻；整个引擎也不能因此理解成只有一条线程。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是怎样管理运行中的变化。暂停涉及淡出与收尾，恢复需要结合当前状态处理；迁移到新设备，还要调整目标输出、处理参数以及连接。它们都会影响正在工作的处理管线，因此不能只把引擎理解成依次调用几个算法的函数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把它和 PulseAudio、JACK、PipeWire 放在一起看，重点是处理单元怎样划分、计算由谁推动、状态变化怎样进入执行过程。不同方案有不同的设计侧重，实际表现还要结合路径和测量条件判断。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所以，理解 PreeAudio，需要把处理图、执行循环和状态变化放在一起看。对算法同学来说，这能帮助找到计算单元放在哪里、输入输出怎样约定；对 AI Infra 同学来说，可以沿着运行上下文、资源组织和动态更新去理解它的系统设计。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资料来源：OpenHarmony 固定源码快照 3a2688e805df970739e3b0cebf9cc05d8cb24e9b；沿用主分享的核验范围。普通工作线程路径及启停、迁移均有条件分支，页面为职责归纳，不承诺任意路径无缝切换。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https://gitcode.com/openharmony/multimedia_audio_framework/blob/3a2688e805df970739e3b0cebf9cc05d8cb24e9b/services/audio_engine/manager/src/hpae_signal_process_thread.cpp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https://gitcode.com/openharmony/multimedia_audio_framework/blob/3a2688e805df970739e3b0cebf9cc05d8cb24e9b/services/audio_engine/node/src/hpae_process_cluster.cpp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cfd2fd73046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7d466befc45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76848b86441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44583085e41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691ebef6e45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defbcea78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3E084C-D104-4B94-9820-434650CAF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259470-ED19-455A-810F-88FA3B8870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54A657-3799-4FFA-B00D-FFD31235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7B4496-0E23-4EFC-B763-39E347ED45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38EDDE-3E6E-479A-814D-0C1C6EC46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3C586D-AE07-4FC1-B1ED-5E3FBDDA4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7C82B8-8D64-40D9-8580-ADE00AE70B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D79674-C669-46DC-896B-A67207F01C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7D4212-88AD-422E-A98C-0307A5553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7AECC4-3ECC-4FEC-BDE2-D873A31FDC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09791509d47bd" /><Relationship Type="http://schemas.openxmlformats.org/officeDocument/2006/relationships/slideLayout" Target="/ppt/slideLayouts/slideLayout1.xml" Id="R695168d9ed104bf1" /><Relationship Type="http://schemas.openxmlformats.org/officeDocument/2006/relationships/slideLayout" Target="/ppt/slideLayouts/slideLayout2.xml" Id="Ra2d3b3d2c42648ce" /><Relationship Type="http://schemas.openxmlformats.org/officeDocument/2006/relationships/slideLayout" Target="/ppt/slideLayouts/slideLayout3.xml" Id="R62d5138522d949f5" /><Relationship Type="http://schemas.openxmlformats.org/officeDocument/2006/relationships/slideLayout" Target="/ppt/slideLayouts/slideLayout4.xml" Id="Rbad2095009db43ea" /><Relationship Type="http://schemas.openxmlformats.org/officeDocument/2006/relationships/slideLayout" Target="/ppt/slideLayouts/slideLayout5.xml" Id="R752edc67ebfd45c9" /><Relationship Type="http://schemas.openxmlformats.org/officeDocument/2006/relationships/slideLayout" Target="/ppt/slideLayouts/slideLayout6.xml" Id="Ra389584e2ea249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5168d9ed104bf1"/>
    <p:sldLayoutId xmlns:r="http://schemas.openxmlformats.org/officeDocument/2006/relationships" id="2147483650" r:id="Ra2d3b3d2c42648ce"/>
    <p:sldLayoutId xmlns:r="http://schemas.openxmlformats.org/officeDocument/2006/relationships" id="2147483651" r:id="R62d5138522d949f5"/>
    <p:sldLayoutId xmlns:r="http://schemas.openxmlformats.org/officeDocument/2006/relationships" id="2147483652" r:id="Rbad2095009db43ea"/>
    <p:sldLayoutId xmlns:r="http://schemas.openxmlformats.org/officeDocument/2006/relationships" id="2147483653" r:id="R752edc67ebfd45c9"/>
    <p:sldLayoutId xmlns:r="http://schemas.openxmlformats.org/officeDocument/2006/relationships" id="2147483654" r:id="Ra389584e2ea249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43e381e8e4a9d" /><Relationship Type="http://schemas.openxmlformats.org/officeDocument/2006/relationships/notesSlide" Target="/ppt/notesSlides/notesSlide1.xml" Id="R069cb4260e7d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9F0C2-43E9-407F-8A9E-A6245779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分享总结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AEE1D-60FF-4038-9A6D-EC8477D0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37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7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PreeAudio 的核心设计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8130C-F9EE-40B7-A9E1-E4F127E7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以节点和处理簇组织计算，由 Manager 协调连接、状态与执行。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AF87D-9DC5-4CFD-B084-768DE25B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Node / Cluster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9B235-1A28-435D-B351-8CCAF4B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3478F6"/>
                </a:solidFill>
                <a:latin typeface="Hiragino Sans GB"/>
                <a:ea typeface="Hiragino Sans GB"/>
                <a:cs typeface="Hiragino Sans GB"/>
              </a:rPr>
              <a:t>组织处理管线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17339-B421-402D-B87C-7E699DB9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335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节点封装具体计算</a:t>
            </a:r>
          </a:p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处理簇组合相关节点</a:t>
            </a:r>
          </a:p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形成可管理的处理管线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EA0FB-C381-4156-916F-CA3A7C24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670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Manager / 工作循环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3916D-D93C-4CC2-9DDE-8B6F36B4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10A5A1"/>
                </a:solidFill>
                <a:latin typeface="Hiragino Sans GB"/>
                <a:ea typeface="Hiragino Sans GB"/>
                <a:cs typeface="Hiragino Sans GB"/>
              </a:rPr>
              <a:t>衔接控制与处理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3C988-8743-4C7A-95AE-F001B32C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335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Manager 管理连接与状态</a:t>
            </a:r>
          </a:p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控制请求进入工作循环</a:t>
            </a:r>
          </a:p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与持续的数据处理衔接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FCA49-4864-4265-9420-D1676F3D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67025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17389"/>
                </a:solidFill>
                <a:latin typeface="Hiragino Sans GB"/>
                <a:ea typeface="Hiragino Sans GB"/>
                <a:cs typeface="Hiragino Sans GB"/>
              </a:rPr>
              <a:t>流 / 设备 / 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D433B-E509-4050-BC7B-0A88DFC9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52800"/>
            <a:ext cx="335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87789A"/>
                </a:solidFill>
                <a:latin typeface="Hiragino Sans GB"/>
                <a:ea typeface="Hiragino Sans GB"/>
                <a:cs typeface="Hiragino Sans GB"/>
              </a:rPr>
              <a:t>管理场景变化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EE47F-DCE9-43D9-A198-1EBAA86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335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启停安排淡变与收尾</a:t>
            </a:r>
          </a:p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迁移调整输出与处理参数</a:t>
            </a:r>
          </a:p>
          <a:p xmlns:a="http://schemas.openxmlformats.org/drawingml/2006/main">
            <a:pPr>
              <a:def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变化落实到连接和状态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08328-3CA9-43AF-A325-1E379D40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43A"/>
                </a:solidFill>
                <a:latin typeface="Hiragino Sans GB"/>
                <a:ea typeface="Hiragino Sans GB"/>
                <a:cs typeface="Hiragino Sans GB"/>
              </a:rPr>
              <a:t>理解 PreeAudio，要把处理图、执行循环和状态变化放在一起看。</a:t>
            </a:r>
          </a:p>
        </p:txBody>
      </p:sp>
    </p:spTree>
    <p:extLst>
      <p:ext uri="{BB962C8B-B14F-4D97-AF65-F5344CB8AC3E}">
        <p14:creationId xmlns:p14="http://schemas.microsoft.com/office/powerpoint/2010/main" val="1656332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2026-10-22T07:19:14.8300000Z</dcterms:created>
  <dcterms:modified xsi:type="dcterms:W3CDTF">2026-10-22T07:19:14.8300000Z</dcterms:modified>
</coreProperties>
</file>